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4"/>
  </p:sldMasterIdLst>
  <p:sldIdLst>
    <p:sldId id="257" r:id="rId5"/>
    <p:sldId id="266" r:id="rId6"/>
    <p:sldId id="2147483310" r:id="rId7"/>
    <p:sldId id="2147483304" r:id="rId8"/>
    <p:sldId id="2147483302" r:id="rId9"/>
    <p:sldId id="2147483306" r:id="rId10"/>
    <p:sldId id="2147483309" r:id="rId11"/>
    <p:sldId id="2147483307" r:id="rId12"/>
    <p:sldId id="2147483308" r:id="rId13"/>
    <p:sldId id="265" r:id="rId14"/>
    <p:sldId id="267" r:id="rId15"/>
    <p:sldId id="268" r:id="rId16"/>
    <p:sldId id="2147483301" r:id="rId17"/>
    <p:sldId id="270" r:id="rId18"/>
    <p:sldId id="269" r:id="rId19"/>
    <p:sldId id="214748330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ED9536F-8DD4-4460-BFB6-95072C991909}">
          <p14:sldIdLst>
            <p14:sldId id="257"/>
            <p14:sldId id="266"/>
            <p14:sldId id="2147483310"/>
            <p14:sldId id="2147483304"/>
            <p14:sldId id="2147483302"/>
            <p14:sldId id="2147483306"/>
            <p14:sldId id="2147483309"/>
            <p14:sldId id="2147483307"/>
          </p14:sldIdLst>
        </p14:section>
        <p14:section name="Backup" id="{5B7785B8-0282-4B84-A896-8B6D4F96BB67}">
          <p14:sldIdLst>
            <p14:sldId id="2147483308"/>
            <p14:sldId id="265"/>
            <p14:sldId id="267"/>
            <p14:sldId id="268"/>
            <p14:sldId id="2147483301"/>
            <p14:sldId id="270"/>
            <p14:sldId id="269"/>
            <p14:sldId id="214748330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1CFDE"/>
    <a:srgbClr val="F2F2F2"/>
    <a:srgbClr val="4C4646"/>
    <a:srgbClr val="EFB435"/>
    <a:srgbClr val="02478E"/>
    <a:srgbClr val="BFBFBF"/>
    <a:srgbClr val="1E1E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61" autoAdjust="0"/>
    <p:restoredTop sz="94660"/>
  </p:normalViewPr>
  <p:slideViewPr>
    <p:cSldViewPr snapToGrid="0" showGuides="1">
      <p:cViewPr varScale="1">
        <p:scale>
          <a:sx n="87" d="100"/>
          <a:sy n="87" d="100"/>
        </p:scale>
        <p:origin x="67" y="2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328A8-E1C5-87E3-4B70-3322088A7F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908B0CB-C2D4-9BB8-7D94-68B4EFBB6220}"/>
              </a:ext>
            </a:extLst>
          </p:cNvPr>
          <p:cNvSpPr>
            <a:spLocks noGrp="1"/>
          </p:cNvSpPr>
          <p:nvPr>
            <p:ph type="dt" sz="half" idx="10"/>
          </p:nvPr>
        </p:nvSpPr>
        <p:spPr/>
        <p:txBody>
          <a:bodyPr/>
          <a:lstStyle/>
          <a:p>
            <a:fld id="{E53E2476-0F7A-42F5-BE74-236DDAFDB531}" type="datetimeFigureOut">
              <a:rPr lang="en-US" smtClean="0"/>
              <a:t>19-Jun-25</a:t>
            </a:fld>
            <a:endParaRPr lang="en-US"/>
          </a:p>
        </p:txBody>
      </p:sp>
      <p:sp>
        <p:nvSpPr>
          <p:cNvPr id="4" name="Slide Number Placeholder 3">
            <a:extLst>
              <a:ext uri="{FF2B5EF4-FFF2-40B4-BE49-F238E27FC236}">
                <a16:creationId xmlns:a16="http://schemas.microsoft.com/office/drawing/2014/main" id="{7B270678-C440-8404-E26D-C0E9B65AF400}"/>
              </a:ext>
            </a:extLst>
          </p:cNvPr>
          <p:cNvSpPr>
            <a:spLocks noGrp="1"/>
          </p:cNvSpPr>
          <p:nvPr>
            <p:ph type="sldNum" sz="quarter" idx="11"/>
          </p:nvPr>
        </p:nvSpPr>
        <p:spPr/>
        <p:txBody>
          <a:bodyPr/>
          <a:lstStyle/>
          <a:p>
            <a:fld id="{7760E944-92EF-4F50-939A-662FA230D41F}" type="slidenum">
              <a:rPr lang="en-US" smtClean="0"/>
              <a:t>‹#›</a:t>
            </a:fld>
            <a:endParaRPr lang="en-US"/>
          </a:p>
        </p:txBody>
      </p:sp>
      <p:sp>
        <p:nvSpPr>
          <p:cNvPr id="5" name="Footer Placeholder 4">
            <a:extLst>
              <a:ext uri="{FF2B5EF4-FFF2-40B4-BE49-F238E27FC236}">
                <a16:creationId xmlns:a16="http://schemas.microsoft.com/office/drawing/2014/main" id="{8FAF74F4-5F23-F4C8-E4CC-F1171DEE9F1D}"/>
              </a:ext>
            </a:extLst>
          </p:cNvPr>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36680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CSTRA">
    <p:spTree>
      <p:nvGrpSpPr>
        <p:cNvPr id="1" name=""/>
        <p:cNvGrpSpPr/>
        <p:nvPr/>
      </p:nvGrpSpPr>
      <p:grpSpPr>
        <a:xfrm>
          <a:off x="0" y="0"/>
          <a:ext cx="0" cy="0"/>
          <a:chOff x="0" y="0"/>
          <a:chExt cx="0" cy="0"/>
        </a:xfrm>
      </p:grpSpPr>
      <p:sp>
        <p:nvSpPr>
          <p:cNvPr id="6" name="Content">
            <a:extLst>
              <a:ext uri="{FF2B5EF4-FFF2-40B4-BE49-F238E27FC236}">
                <a16:creationId xmlns:a16="http://schemas.microsoft.com/office/drawing/2014/main" id="{3CA5DD61-C4CD-C414-D74C-AD017B20F7BA}"/>
              </a:ext>
            </a:extLst>
          </p:cNvPr>
          <p:cNvSpPr>
            <a:spLocks noGrp="1"/>
          </p:cNvSpPr>
          <p:nvPr>
            <p:ph idx="1" hasCustomPrompt="1"/>
          </p:nvPr>
        </p:nvSpPr>
        <p:spPr>
          <a:xfrm>
            <a:off x="540000" y="1623600"/>
            <a:ext cx="11088438" cy="4572000"/>
          </a:xfrm>
          <a:prstGeom prst="rect">
            <a:avLst/>
          </a:prstGeom>
        </p:spPr>
        <p:txBody>
          <a:bodyPr vert="horz" lIns="0" tIns="0" rIns="0" bIns="0" rtlCol="0">
            <a:noAutofit/>
          </a:bodyPr>
          <a:lstStyle>
            <a:lvl1pPr>
              <a:defRPr sz="2000">
                <a:solidFill>
                  <a:schemeClr val="bg2"/>
                </a:solidFill>
              </a:defRPr>
            </a:lvl1pPr>
            <a:lvl2pPr>
              <a:defRPr sz="1800">
                <a:solidFill>
                  <a:schemeClr val="bg2"/>
                </a:solidFill>
              </a:defRPr>
            </a:lvl2pPr>
            <a:lvl3pPr>
              <a:defRPr sz="1800">
                <a:solidFill>
                  <a:schemeClr val="bg2"/>
                </a:solidFill>
              </a:defRPr>
            </a:lvl3pPr>
            <a:lvl4pPr>
              <a:defRPr sz="1800">
                <a:solidFill>
                  <a:schemeClr val="bg2"/>
                </a:solidFill>
              </a:defRPr>
            </a:lvl4pPr>
            <a:lvl5pPr>
              <a:defRPr sz="1800">
                <a:solidFill>
                  <a:schemeClr val="bg2"/>
                </a:solidFill>
              </a:defRPr>
            </a:lvl5pPr>
            <a:lvl6pPr>
              <a:defRPr sz="1800">
                <a:solidFill>
                  <a:schemeClr val="bg2"/>
                </a:solidFill>
              </a:defRPr>
            </a:lvl6pPr>
            <a:lvl7pPr>
              <a:defRPr sz="1800">
                <a:solidFill>
                  <a:schemeClr val="bg2"/>
                </a:solidFill>
              </a:defRPr>
            </a:lvl7pPr>
            <a:lvl8pPr>
              <a:defRPr sz="1600">
                <a:solidFill>
                  <a:schemeClr val="bg2"/>
                </a:solidFill>
              </a:defRPr>
            </a:lvl8pPr>
            <a:lvl9pPr>
              <a:defRPr sz="1600">
                <a:solidFill>
                  <a:schemeClr val="bg2"/>
                </a:solidFill>
              </a:defRPr>
            </a:lvl9pPr>
          </a:lstStyle>
          <a:p>
            <a:pPr lvl="0"/>
            <a:r>
              <a:rPr lang="en-US" noProof="0" dirty="0"/>
              <a:t>Headline Calibri Bold 20 pt</a:t>
            </a:r>
          </a:p>
          <a:p>
            <a:pPr lvl="1"/>
            <a:r>
              <a:rPr lang="en-US" noProof="0" dirty="0"/>
              <a:t>Text Calibri 18 pt</a:t>
            </a:r>
          </a:p>
          <a:p>
            <a:pPr lvl="2"/>
            <a:r>
              <a:rPr lang="en-US" noProof="0" dirty="0"/>
              <a:t>Text Calibri 18 pt</a:t>
            </a:r>
          </a:p>
          <a:p>
            <a:pPr lvl="3"/>
            <a:r>
              <a:rPr lang="en-US" noProof="0" dirty="0"/>
              <a:t>Text Calibri 18 pt</a:t>
            </a:r>
          </a:p>
          <a:p>
            <a:pPr lvl="4"/>
            <a:r>
              <a:rPr lang="en-US" noProof="0" dirty="0"/>
              <a:t>Text Calibri 18 pt</a:t>
            </a:r>
          </a:p>
          <a:p>
            <a:pPr lvl="5"/>
            <a:r>
              <a:rPr lang="en-US" noProof="0" dirty="0"/>
              <a:t>Text Calibri 18 pt</a:t>
            </a:r>
          </a:p>
          <a:p>
            <a:pPr lvl="6"/>
            <a:r>
              <a:rPr lang="en-US" noProof="0" dirty="0"/>
              <a:t>Text Calibri 18 pt</a:t>
            </a:r>
          </a:p>
          <a:p>
            <a:pPr lvl="7"/>
            <a:r>
              <a:rPr lang="en-US" noProof="0" dirty="0"/>
              <a:t>Text Calibri 16 pt</a:t>
            </a:r>
          </a:p>
          <a:p>
            <a:pPr lvl="8"/>
            <a:r>
              <a:rPr lang="en-US" noProof="0" dirty="0"/>
              <a:t>Text Calibri 16 pt</a:t>
            </a:r>
          </a:p>
        </p:txBody>
      </p:sp>
      <p:sp>
        <p:nvSpPr>
          <p:cNvPr id="2" name="Title 1">
            <a:extLst>
              <a:ext uri="{FF2B5EF4-FFF2-40B4-BE49-F238E27FC236}">
                <a16:creationId xmlns:a16="http://schemas.microsoft.com/office/drawing/2014/main" id="{7B476B5B-B796-BED5-BE60-0CA6F90EF677}"/>
              </a:ext>
            </a:extLst>
          </p:cNvPr>
          <p:cNvSpPr>
            <a:spLocks noGrp="1"/>
          </p:cNvSpPr>
          <p:nvPr>
            <p:ph type="title"/>
          </p:nvPr>
        </p:nvSpPr>
        <p:spPr/>
        <p:txBody>
          <a:bodyPr/>
          <a:lstStyle/>
          <a:p>
            <a:r>
              <a:rPr lang="en-US"/>
              <a:t>Click to edit Master title style</a:t>
            </a:r>
          </a:p>
        </p:txBody>
      </p:sp>
      <p:sp>
        <p:nvSpPr>
          <p:cNvPr id="8" name="Date Placeholder 7">
            <a:extLst>
              <a:ext uri="{FF2B5EF4-FFF2-40B4-BE49-F238E27FC236}">
                <a16:creationId xmlns:a16="http://schemas.microsoft.com/office/drawing/2014/main" id="{05F72C9C-342B-A5AD-BFB3-F2CF91A07019}"/>
              </a:ext>
            </a:extLst>
          </p:cNvPr>
          <p:cNvSpPr>
            <a:spLocks noGrp="1"/>
          </p:cNvSpPr>
          <p:nvPr>
            <p:ph type="dt" sz="half" idx="10"/>
          </p:nvPr>
        </p:nvSpPr>
        <p:spPr/>
        <p:txBody>
          <a:bodyPr/>
          <a:lstStyle/>
          <a:p>
            <a:fld id="{E53E2476-0F7A-42F5-BE74-236DDAFDB531}" type="datetimeFigureOut">
              <a:rPr lang="en-US" smtClean="0"/>
              <a:t>19-Jun-25</a:t>
            </a:fld>
            <a:endParaRPr lang="en-US"/>
          </a:p>
        </p:txBody>
      </p:sp>
      <p:sp>
        <p:nvSpPr>
          <p:cNvPr id="9" name="Footer Placeholder 8">
            <a:extLst>
              <a:ext uri="{FF2B5EF4-FFF2-40B4-BE49-F238E27FC236}">
                <a16:creationId xmlns:a16="http://schemas.microsoft.com/office/drawing/2014/main" id="{9AD42A53-CE5B-C757-D5DC-88E53E9FFE42}"/>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20B6493-016E-4350-0625-0509A15C5FC3}"/>
              </a:ext>
            </a:extLst>
          </p:cNvPr>
          <p:cNvSpPr>
            <a:spLocks noGrp="1"/>
          </p:cNvSpPr>
          <p:nvPr>
            <p:ph type="sldNum" sz="quarter" idx="12"/>
          </p:nvPr>
        </p:nvSpPr>
        <p:spPr/>
        <p:txBody>
          <a:bodyPr/>
          <a:lstStyle/>
          <a:p>
            <a:fld id="{7760E944-92EF-4F50-939A-662FA230D41F}" type="slidenum">
              <a:rPr lang="en-US" smtClean="0"/>
              <a:t>‹#›</a:t>
            </a:fld>
            <a:endParaRPr lang="en-US"/>
          </a:p>
        </p:txBody>
      </p:sp>
    </p:spTree>
    <p:extLst>
      <p:ext uri="{BB962C8B-B14F-4D97-AF65-F5344CB8AC3E}">
        <p14:creationId xmlns:p14="http://schemas.microsoft.com/office/powerpoint/2010/main" val="864552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Title Placeholder 193">
            <a:extLst>
              <a:ext uri="{FF2B5EF4-FFF2-40B4-BE49-F238E27FC236}">
                <a16:creationId xmlns:a16="http://schemas.microsoft.com/office/drawing/2014/main" id="{3702023E-443E-F26C-AC77-AF6E9A1B78F8}"/>
              </a:ext>
            </a:extLst>
          </p:cNvPr>
          <p:cNvSpPr>
            <a:spLocks noGrp="1"/>
          </p:cNvSpPr>
          <p:nvPr>
            <p:ph type="title"/>
          </p:nvPr>
        </p:nvSpPr>
        <p:spPr>
          <a:xfrm>
            <a:off x="540000" y="365125"/>
            <a:ext cx="10067865" cy="70167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9" name="Date Placeholder 8">
            <a:extLst>
              <a:ext uri="{FF2B5EF4-FFF2-40B4-BE49-F238E27FC236}">
                <a16:creationId xmlns:a16="http://schemas.microsoft.com/office/drawing/2014/main" id="{7DF88D97-DCE9-6C61-400B-F5B73D7F142B}"/>
              </a:ext>
            </a:extLst>
          </p:cNvPr>
          <p:cNvSpPr>
            <a:spLocks noGrp="1"/>
          </p:cNvSpPr>
          <p:nvPr>
            <p:ph type="dt" sz="half" idx="10"/>
          </p:nvPr>
        </p:nvSpPr>
        <p:spPr/>
        <p:txBody>
          <a:bodyPr/>
          <a:lstStyle/>
          <a:p>
            <a:fld id="{E53E2476-0F7A-42F5-BE74-236DDAFDB531}" type="datetimeFigureOut">
              <a:rPr lang="en-US" smtClean="0"/>
              <a:t>19-Jun-25</a:t>
            </a:fld>
            <a:endParaRPr lang="en-US"/>
          </a:p>
        </p:txBody>
      </p:sp>
      <p:sp>
        <p:nvSpPr>
          <p:cNvPr id="10" name="Footer Placeholder 9">
            <a:extLst>
              <a:ext uri="{FF2B5EF4-FFF2-40B4-BE49-F238E27FC236}">
                <a16:creationId xmlns:a16="http://schemas.microsoft.com/office/drawing/2014/main" id="{C93EBE22-0141-0D09-F679-F0703C5B2730}"/>
              </a:ext>
            </a:extLst>
          </p:cNvPr>
          <p:cNvSpPr>
            <a:spLocks noGrp="1"/>
          </p:cNvSpPr>
          <p:nvPr>
            <p:ph type="ftr" sz="quarter" idx="11"/>
          </p:nvPr>
        </p:nvSpPr>
        <p:spPr/>
        <p:txBody>
          <a:bodyPr/>
          <a:lstStyle/>
          <a:p>
            <a:endParaRPr lang="en-US"/>
          </a:p>
        </p:txBody>
      </p:sp>
      <p:sp>
        <p:nvSpPr>
          <p:cNvPr id="11" name="Slide Number Placeholder 10">
            <a:extLst>
              <a:ext uri="{FF2B5EF4-FFF2-40B4-BE49-F238E27FC236}">
                <a16:creationId xmlns:a16="http://schemas.microsoft.com/office/drawing/2014/main" id="{2506A5C1-B876-F178-331E-C60C448CE82B}"/>
              </a:ext>
            </a:extLst>
          </p:cNvPr>
          <p:cNvSpPr>
            <a:spLocks noGrp="1"/>
          </p:cNvSpPr>
          <p:nvPr>
            <p:ph type="sldNum" sz="quarter" idx="12"/>
          </p:nvPr>
        </p:nvSpPr>
        <p:spPr/>
        <p:txBody>
          <a:bodyPr/>
          <a:lstStyle/>
          <a:p>
            <a:fld id="{7760E944-92EF-4F50-939A-662FA230D41F}" type="slidenum">
              <a:rPr lang="en-US" smtClean="0"/>
              <a:t>‹#›</a:t>
            </a:fld>
            <a:endParaRPr lang="en-US"/>
          </a:p>
        </p:txBody>
      </p:sp>
    </p:spTree>
    <p:extLst>
      <p:ext uri="{BB962C8B-B14F-4D97-AF65-F5344CB8AC3E}">
        <p14:creationId xmlns:p14="http://schemas.microsoft.com/office/powerpoint/2010/main" val="295378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BAD65-45C1-05DC-F6E8-1515877694A0}"/>
              </a:ext>
            </a:extLst>
          </p:cNvPr>
          <p:cNvSpPr>
            <a:spLocks noGrp="1"/>
          </p:cNvSpPr>
          <p:nvPr>
            <p:ph type="ctrTitle"/>
          </p:nvPr>
        </p:nvSpPr>
        <p:spPr>
          <a:xfrm>
            <a:off x="1524000" y="1122363"/>
            <a:ext cx="9144000" cy="23876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FB2DA1E-691F-09B2-B700-E9A84FF32644}"/>
              </a:ext>
            </a:extLst>
          </p:cNvPr>
          <p:cNvSpPr>
            <a:spLocks noGrp="1"/>
          </p:cNvSpPr>
          <p:nvPr>
            <p:ph type="subTitle" idx="1"/>
          </p:nvPr>
        </p:nvSpPr>
        <p:spPr>
          <a:xfrm>
            <a:off x="1524000" y="3602038"/>
            <a:ext cx="9144000" cy="1655762"/>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697982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8F931-1D73-C62F-BFA9-2846D4BB3C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6D8646-2A71-BE5D-138B-D0E41F0635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205D8C5-4D1A-4A51-513A-D70A27C9DC5B}"/>
              </a:ext>
            </a:extLst>
          </p:cNvPr>
          <p:cNvSpPr>
            <a:spLocks noGrp="1"/>
          </p:cNvSpPr>
          <p:nvPr>
            <p:ph type="dt" sz="half" idx="10"/>
          </p:nvPr>
        </p:nvSpPr>
        <p:spPr/>
        <p:txBody>
          <a:bodyPr/>
          <a:lstStyle/>
          <a:p>
            <a:fld id="{E53E2476-0F7A-42F5-BE74-236DDAFDB531}" type="datetimeFigureOut">
              <a:rPr lang="en-US" smtClean="0"/>
              <a:t>19-Jun-25</a:t>
            </a:fld>
            <a:endParaRPr lang="en-US"/>
          </a:p>
        </p:txBody>
      </p:sp>
      <p:sp>
        <p:nvSpPr>
          <p:cNvPr id="5" name="Footer Placeholder 4">
            <a:extLst>
              <a:ext uri="{FF2B5EF4-FFF2-40B4-BE49-F238E27FC236}">
                <a16:creationId xmlns:a16="http://schemas.microsoft.com/office/drawing/2014/main" id="{C4FCCDCC-96AD-C8BF-A5F9-69305CFD83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0C279A-0BDF-B6B3-B2FA-6697B5747158}"/>
              </a:ext>
            </a:extLst>
          </p:cNvPr>
          <p:cNvSpPr>
            <a:spLocks noGrp="1"/>
          </p:cNvSpPr>
          <p:nvPr>
            <p:ph type="sldNum" sz="quarter" idx="12"/>
          </p:nvPr>
        </p:nvSpPr>
        <p:spPr/>
        <p:txBody>
          <a:bodyPr/>
          <a:lstStyle/>
          <a:p>
            <a:fld id="{7760E944-92EF-4F50-939A-662FA230D41F}" type="slidenum">
              <a:rPr lang="en-US" smtClean="0"/>
              <a:t>‹#›</a:t>
            </a:fld>
            <a:endParaRPr lang="en-US"/>
          </a:p>
        </p:txBody>
      </p:sp>
    </p:spTree>
    <p:extLst>
      <p:ext uri="{BB962C8B-B14F-4D97-AF65-F5344CB8AC3E}">
        <p14:creationId xmlns:p14="http://schemas.microsoft.com/office/powerpoint/2010/main" val="3659643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EFBB4-A6C8-66A0-497D-1690254DB0A4}"/>
              </a:ext>
            </a:extLst>
          </p:cNvPr>
          <p:cNvSpPr>
            <a:spLocks noGrp="1"/>
          </p:cNvSpPr>
          <p:nvPr>
            <p:ph type="title"/>
          </p:nvPr>
        </p:nvSpPr>
        <p:spPr>
          <a:xfrm>
            <a:off x="533400" y="1134208"/>
            <a:ext cx="11095038" cy="3428267"/>
          </a:xfrm>
        </p:spPr>
        <p:txBody>
          <a:bodyPr anchor="b">
            <a:normAutofit/>
          </a:bodyPr>
          <a:lstStyle>
            <a:lvl1pP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9D58AE7-AD69-86F4-F057-4EE893676462}"/>
              </a:ext>
            </a:extLst>
          </p:cNvPr>
          <p:cNvSpPr>
            <a:spLocks noGrp="1"/>
          </p:cNvSpPr>
          <p:nvPr>
            <p:ph type="body" idx="1"/>
          </p:nvPr>
        </p:nvSpPr>
        <p:spPr>
          <a:xfrm>
            <a:off x="533400" y="4589463"/>
            <a:ext cx="11095038" cy="1604962"/>
          </a:xfrm>
        </p:spPr>
        <p:txBody>
          <a:bodyPr>
            <a:normAutofit/>
          </a:bodyPr>
          <a:lstStyle>
            <a:lvl1pPr marL="0" indent="0">
              <a:buNone/>
              <a:defRPr sz="20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C5C84106-6DA5-05A7-E9FD-E848BC34F1F0}"/>
              </a:ext>
            </a:extLst>
          </p:cNvPr>
          <p:cNvSpPr>
            <a:spLocks noGrp="1"/>
          </p:cNvSpPr>
          <p:nvPr>
            <p:ph type="dt" sz="half" idx="10"/>
          </p:nvPr>
        </p:nvSpPr>
        <p:spPr/>
        <p:txBody>
          <a:bodyPr/>
          <a:lstStyle/>
          <a:p>
            <a:fld id="{E53E2476-0F7A-42F5-BE74-236DDAFDB531}" type="datetimeFigureOut">
              <a:rPr lang="en-US" smtClean="0"/>
              <a:t>19-Jun-25</a:t>
            </a:fld>
            <a:endParaRPr lang="en-US"/>
          </a:p>
        </p:txBody>
      </p:sp>
      <p:sp>
        <p:nvSpPr>
          <p:cNvPr id="8" name="Footer Placeholder 7">
            <a:extLst>
              <a:ext uri="{FF2B5EF4-FFF2-40B4-BE49-F238E27FC236}">
                <a16:creationId xmlns:a16="http://schemas.microsoft.com/office/drawing/2014/main" id="{6AEAF111-2FB9-19F5-DF10-6666D97299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6ECD9F-65E1-0F55-17A9-FD88F400E786}"/>
              </a:ext>
            </a:extLst>
          </p:cNvPr>
          <p:cNvSpPr>
            <a:spLocks noGrp="1"/>
          </p:cNvSpPr>
          <p:nvPr>
            <p:ph type="sldNum" sz="quarter" idx="12"/>
          </p:nvPr>
        </p:nvSpPr>
        <p:spPr/>
        <p:txBody>
          <a:bodyPr/>
          <a:lstStyle/>
          <a:p>
            <a:fld id="{7760E944-92EF-4F50-939A-662FA230D41F}" type="slidenum">
              <a:rPr lang="en-US" smtClean="0"/>
              <a:t>‹#›</a:t>
            </a:fld>
            <a:endParaRPr lang="en-US"/>
          </a:p>
        </p:txBody>
      </p:sp>
    </p:spTree>
    <p:extLst>
      <p:ext uri="{BB962C8B-B14F-4D97-AF65-F5344CB8AC3E}">
        <p14:creationId xmlns:p14="http://schemas.microsoft.com/office/powerpoint/2010/main" val="1190979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9BC4E-A326-A258-E724-E75C995EDA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FAEAD7-349F-0024-E191-62F2A30B285C}"/>
              </a:ext>
            </a:extLst>
          </p:cNvPr>
          <p:cNvSpPr>
            <a:spLocks noGrp="1"/>
          </p:cNvSpPr>
          <p:nvPr>
            <p:ph sz="half" idx="1"/>
          </p:nvPr>
        </p:nvSpPr>
        <p:spPr>
          <a:xfrm>
            <a:off x="540000" y="1825625"/>
            <a:ext cx="54798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20F1787-A843-6ECE-1B92-694F14D7B782}"/>
              </a:ext>
            </a:extLst>
          </p:cNvPr>
          <p:cNvSpPr>
            <a:spLocks noGrp="1"/>
          </p:cNvSpPr>
          <p:nvPr>
            <p:ph sz="half" idx="2"/>
          </p:nvPr>
        </p:nvSpPr>
        <p:spPr>
          <a:xfrm>
            <a:off x="6172200" y="1825625"/>
            <a:ext cx="545623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5">
            <a:extLst>
              <a:ext uri="{FF2B5EF4-FFF2-40B4-BE49-F238E27FC236}">
                <a16:creationId xmlns:a16="http://schemas.microsoft.com/office/drawing/2014/main" id="{174D0EAC-2971-5552-13DB-E22F153B52B8}"/>
              </a:ext>
            </a:extLst>
          </p:cNvPr>
          <p:cNvSpPr>
            <a:spLocks noGrp="1"/>
          </p:cNvSpPr>
          <p:nvPr>
            <p:ph type="dt" sz="half" idx="10"/>
          </p:nvPr>
        </p:nvSpPr>
        <p:spPr/>
        <p:txBody>
          <a:bodyPr/>
          <a:lstStyle/>
          <a:p>
            <a:fld id="{E53E2476-0F7A-42F5-BE74-236DDAFDB531}" type="datetimeFigureOut">
              <a:rPr lang="en-US" smtClean="0"/>
              <a:t>19-Jun-25</a:t>
            </a:fld>
            <a:endParaRPr lang="en-US"/>
          </a:p>
        </p:txBody>
      </p:sp>
      <p:sp>
        <p:nvSpPr>
          <p:cNvPr id="7" name="Footer Placeholder 6">
            <a:extLst>
              <a:ext uri="{FF2B5EF4-FFF2-40B4-BE49-F238E27FC236}">
                <a16:creationId xmlns:a16="http://schemas.microsoft.com/office/drawing/2014/main" id="{3D31B965-9397-27ED-5CC1-7DEB2445531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70CF0767-4564-A4B8-072E-6C65FF2D6241}"/>
              </a:ext>
            </a:extLst>
          </p:cNvPr>
          <p:cNvSpPr>
            <a:spLocks noGrp="1"/>
          </p:cNvSpPr>
          <p:nvPr>
            <p:ph type="sldNum" sz="quarter" idx="12"/>
          </p:nvPr>
        </p:nvSpPr>
        <p:spPr/>
        <p:txBody>
          <a:bodyPr/>
          <a:lstStyle/>
          <a:p>
            <a:fld id="{7760E944-92EF-4F50-939A-662FA230D41F}" type="slidenum">
              <a:rPr lang="en-US" smtClean="0"/>
              <a:t>‹#›</a:t>
            </a:fld>
            <a:endParaRPr lang="en-US"/>
          </a:p>
        </p:txBody>
      </p:sp>
    </p:spTree>
    <p:extLst>
      <p:ext uri="{BB962C8B-B14F-4D97-AF65-F5344CB8AC3E}">
        <p14:creationId xmlns:p14="http://schemas.microsoft.com/office/powerpoint/2010/main" val="1373382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AF671-7D57-D0A1-57F4-9D6B3D12D123}"/>
              </a:ext>
            </a:extLst>
          </p:cNvPr>
          <p:cNvSpPr>
            <a:spLocks noGrp="1"/>
          </p:cNvSpPr>
          <p:nvPr>
            <p:ph type="title"/>
          </p:nvPr>
        </p:nvSpPr>
        <p:spPr>
          <a:xfrm>
            <a:off x="533400" y="365125"/>
            <a:ext cx="10156825"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E2AEDD-C87A-1802-A015-94F78B707C80}"/>
              </a:ext>
            </a:extLst>
          </p:cNvPr>
          <p:cNvSpPr>
            <a:spLocks noGrp="1"/>
          </p:cNvSpPr>
          <p:nvPr>
            <p:ph type="body" idx="1"/>
          </p:nvPr>
        </p:nvSpPr>
        <p:spPr>
          <a:xfrm>
            <a:off x="541338" y="1681163"/>
            <a:ext cx="5456237" cy="82391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DDFF72-4525-F59D-8CAA-3F52B7939379}"/>
              </a:ext>
            </a:extLst>
          </p:cNvPr>
          <p:cNvSpPr>
            <a:spLocks noGrp="1"/>
          </p:cNvSpPr>
          <p:nvPr>
            <p:ph sz="half" idx="2"/>
          </p:nvPr>
        </p:nvSpPr>
        <p:spPr>
          <a:xfrm>
            <a:off x="541338" y="2505075"/>
            <a:ext cx="5456237" cy="3684588"/>
          </a:xfrm>
        </p:spPr>
        <p:txBody>
          <a:bodyPr>
            <a:normAutofit/>
          </a:bodyPr>
          <a:lstStyle>
            <a:lvl1pPr>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54D1402-3565-9A85-8575-F75F719B127A}"/>
              </a:ext>
            </a:extLst>
          </p:cNvPr>
          <p:cNvSpPr>
            <a:spLocks noGrp="1"/>
          </p:cNvSpPr>
          <p:nvPr>
            <p:ph type="body" sz="quarter" idx="3"/>
          </p:nvPr>
        </p:nvSpPr>
        <p:spPr>
          <a:xfrm>
            <a:off x="6172200" y="1681163"/>
            <a:ext cx="5456238" cy="82391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3AED1A-D298-C227-DD79-72BF644363AD}"/>
              </a:ext>
            </a:extLst>
          </p:cNvPr>
          <p:cNvSpPr>
            <a:spLocks noGrp="1"/>
          </p:cNvSpPr>
          <p:nvPr>
            <p:ph sz="quarter" idx="4"/>
          </p:nvPr>
        </p:nvSpPr>
        <p:spPr>
          <a:xfrm>
            <a:off x="6172200" y="2505075"/>
            <a:ext cx="5456238" cy="3684588"/>
          </a:xfrm>
        </p:spPr>
        <p:txBody>
          <a:bodyPr>
            <a:normAutofit/>
          </a:bodyPr>
          <a:lstStyle>
            <a:lvl1pPr>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913D0EF-2226-DE91-8FA8-F4A871CFAF83}"/>
              </a:ext>
            </a:extLst>
          </p:cNvPr>
          <p:cNvSpPr>
            <a:spLocks noGrp="1"/>
          </p:cNvSpPr>
          <p:nvPr>
            <p:ph type="dt" sz="half" idx="10"/>
          </p:nvPr>
        </p:nvSpPr>
        <p:spPr/>
        <p:txBody>
          <a:bodyPr/>
          <a:lstStyle/>
          <a:p>
            <a:fld id="{E53E2476-0F7A-42F5-BE74-236DDAFDB531}" type="datetimeFigureOut">
              <a:rPr lang="en-US" smtClean="0"/>
              <a:t>19-Jun-25</a:t>
            </a:fld>
            <a:endParaRPr lang="en-US"/>
          </a:p>
        </p:txBody>
      </p:sp>
      <p:sp>
        <p:nvSpPr>
          <p:cNvPr id="9" name="Footer Placeholder 8">
            <a:extLst>
              <a:ext uri="{FF2B5EF4-FFF2-40B4-BE49-F238E27FC236}">
                <a16:creationId xmlns:a16="http://schemas.microsoft.com/office/drawing/2014/main" id="{8B42BBB4-9548-8BBB-1BE8-513EC230C8ED}"/>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EC1C35A1-0ACC-0DFC-4B3F-2953A22FE64D}"/>
              </a:ext>
            </a:extLst>
          </p:cNvPr>
          <p:cNvSpPr>
            <a:spLocks noGrp="1"/>
          </p:cNvSpPr>
          <p:nvPr>
            <p:ph type="sldNum" sz="quarter" idx="12"/>
          </p:nvPr>
        </p:nvSpPr>
        <p:spPr/>
        <p:txBody>
          <a:bodyPr/>
          <a:lstStyle/>
          <a:p>
            <a:fld id="{7760E944-92EF-4F50-939A-662FA230D41F}" type="slidenum">
              <a:rPr lang="en-US" smtClean="0"/>
              <a:t>‹#›</a:t>
            </a:fld>
            <a:endParaRPr lang="en-US"/>
          </a:p>
        </p:txBody>
      </p:sp>
    </p:spTree>
    <p:extLst>
      <p:ext uri="{BB962C8B-B14F-4D97-AF65-F5344CB8AC3E}">
        <p14:creationId xmlns:p14="http://schemas.microsoft.com/office/powerpoint/2010/main" val="28468781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DB138-E8DF-E3AF-D678-05ABB037E8B5}"/>
              </a:ext>
            </a:extLst>
          </p:cNvPr>
          <p:cNvSpPr>
            <a:spLocks noGrp="1"/>
          </p:cNvSpPr>
          <p:nvPr>
            <p:ph type="title"/>
          </p:nvPr>
        </p:nvSpPr>
        <p:spPr/>
        <p:txBody>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0F1DB19A-5773-4C53-54E8-A91EDD3D2E65}"/>
              </a:ext>
            </a:extLst>
          </p:cNvPr>
          <p:cNvSpPr>
            <a:spLocks noGrp="1"/>
          </p:cNvSpPr>
          <p:nvPr>
            <p:ph type="dt" sz="half" idx="10"/>
          </p:nvPr>
        </p:nvSpPr>
        <p:spPr/>
        <p:txBody>
          <a:bodyPr/>
          <a:lstStyle/>
          <a:p>
            <a:fld id="{E53E2476-0F7A-42F5-BE74-236DDAFDB531}" type="datetimeFigureOut">
              <a:rPr lang="en-US" smtClean="0"/>
              <a:t>19-Jun-25</a:t>
            </a:fld>
            <a:endParaRPr lang="en-US"/>
          </a:p>
        </p:txBody>
      </p:sp>
      <p:sp>
        <p:nvSpPr>
          <p:cNvPr id="5" name="Footer Placeholder 4">
            <a:extLst>
              <a:ext uri="{FF2B5EF4-FFF2-40B4-BE49-F238E27FC236}">
                <a16:creationId xmlns:a16="http://schemas.microsoft.com/office/drawing/2014/main" id="{10634B79-DED6-1DD3-CF01-D0761D8CB891}"/>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2D4380D0-541B-B8C5-61A8-B5132831B6F5}"/>
              </a:ext>
            </a:extLst>
          </p:cNvPr>
          <p:cNvSpPr>
            <a:spLocks noGrp="1"/>
          </p:cNvSpPr>
          <p:nvPr>
            <p:ph type="sldNum" sz="quarter" idx="12"/>
          </p:nvPr>
        </p:nvSpPr>
        <p:spPr/>
        <p:txBody>
          <a:bodyPr/>
          <a:lstStyle/>
          <a:p>
            <a:fld id="{7760E944-92EF-4F50-939A-662FA230D41F}" type="slidenum">
              <a:rPr lang="en-US" smtClean="0"/>
              <a:t>‹#›</a:t>
            </a:fld>
            <a:endParaRPr lang="en-US"/>
          </a:p>
        </p:txBody>
      </p:sp>
    </p:spTree>
    <p:extLst>
      <p:ext uri="{BB962C8B-B14F-4D97-AF65-F5344CB8AC3E}">
        <p14:creationId xmlns:p14="http://schemas.microsoft.com/office/powerpoint/2010/main" val="940106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74789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D7D82-F571-C883-190D-73B122B5F86E}"/>
              </a:ext>
            </a:extLst>
          </p:cNvPr>
          <p:cNvSpPr>
            <a:spLocks noGrp="1"/>
          </p:cNvSpPr>
          <p:nvPr>
            <p:ph type="title"/>
          </p:nvPr>
        </p:nvSpPr>
        <p:spPr>
          <a:xfrm>
            <a:off x="533400" y="457200"/>
            <a:ext cx="4238625" cy="1600200"/>
          </a:xfrm>
        </p:spPr>
        <p:txBody>
          <a:bodyPr anchor="b">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520716-7E44-C04E-DEE3-96D5F2DD903B}"/>
              </a:ext>
            </a:extLst>
          </p:cNvPr>
          <p:cNvSpPr>
            <a:spLocks noGrp="1"/>
          </p:cNvSpPr>
          <p:nvPr>
            <p:ph idx="1"/>
          </p:nvPr>
        </p:nvSpPr>
        <p:spPr>
          <a:xfrm>
            <a:off x="5183188" y="987425"/>
            <a:ext cx="6445250" cy="4873625"/>
          </a:xfrm>
        </p:spPr>
        <p:txBody>
          <a:bodyPr>
            <a:normAutofit/>
          </a:bodyPr>
          <a:lstStyle>
            <a:lvl1pPr>
              <a:defRPr sz="2800"/>
            </a:lvl1pPr>
            <a:lvl2pPr>
              <a:defRPr sz="18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E45AF3E-BDF1-2F71-8845-420D9FD32204}"/>
              </a:ext>
            </a:extLst>
          </p:cNvPr>
          <p:cNvSpPr>
            <a:spLocks noGrp="1"/>
          </p:cNvSpPr>
          <p:nvPr>
            <p:ph type="body" sz="half" idx="2"/>
          </p:nvPr>
        </p:nvSpPr>
        <p:spPr>
          <a:xfrm>
            <a:off x="533400" y="2057400"/>
            <a:ext cx="4238625"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ACDCC06-F316-DF83-DB93-F9A0528CC8DE}"/>
              </a:ext>
            </a:extLst>
          </p:cNvPr>
          <p:cNvSpPr>
            <a:spLocks noGrp="1"/>
          </p:cNvSpPr>
          <p:nvPr>
            <p:ph type="dt" sz="half" idx="10"/>
          </p:nvPr>
        </p:nvSpPr>
        <p:spPr/>
        <p:txBody>
          <a:bodyPr/>
          <a:lstStyle/>
          <a:p>
            <a:fld id="{E53E2476-0F7A-42F5-BE74-236DDAFDB531}" type="datetimeFigureOut">
              <a:rPr lang="en-US" smtClean="0"/>
              <a:t>19-Jun-25</a:t>
            </a:fld>
            <a:endParaRPr lang="en-US"/>
          </a:p>
        </p:txBody>
      </p:sp>
      <p:sp>
        <p:nvSpPr>
          <p:cNvPr id="9" name="Footer Placeholder 8">
            <a:extLst>
              <a:ext uri="{FF2B5EF4-FFF2-40B4-BE49-F238E27FC236}">
                <a16:creationId xmlns:a16="http://schemas.microsoft.com/office/drawing/2014/main" id="{5C0B5E97-A071-04EB-6FB9-E0490EFD4689}"/>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B2FC2B97-461A-6482-D598-687036CECED8}"/>
              </a:ext>
            </a:extLst>
          </p:cNvPr>
          <p:cNvSpPr>
            <a:spLocks noGrp="1"/>
          </p:cNvSpPr>
          <p:nvPr>
            <p:ph type="sldNum" sz="quarter" idx="12"/>
          </p:nvPr>
        </p:nvSpPr>
        <p:spPr/>
        <p:txBody>
          <a:bodyPr/>
          <a:lstStyle/>
          <a:p>
            <a:fld id="{7760E944-92EF-4F50-939A-662FA230D41F}" type="slidenum">
              <a:rPr lang="en-US" smtClean="0"/>
              <a:t>‹#›</a:t>
            </a:fld>
            <a:endParaRPr lang="en-US"/>
          </a:p>
        </p:txBody>
      </p:sp>
    </p:spTree>
    <p:extLst>
      <p:ext uri="{BB962C8B-B14F-4D97-AF65-F5344CB8AC3E}">
        <p14:creationId xmlns:p14="http://schemas.microsoft.com/office/powerpoint/2010/main" val="2860983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39F4F-171F-17E7-F688-62009B5E4640}"/>
              </a:ext>
            </a:extLst>
          </p:cNvPr>
          <p:cNvSpPr>
            <a:spLocks noGrp="1"/>
          </p:cNvSpPr>
          <p:nvPr>
            <p:ph type="title"/>
          </p:nvPr>
        </p:nvSpPr>
        <p:spPr>
          <a:xfrm>
            <a:off x="533400" y="457199"/>
            <a:ext cx="4238625" cy="1736827"/>
          </a:xfrm>
        </p:spPr>
        <p:txBody>
          <a:bodyPr anchor="b">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AD255E56-2742-4AFF-9EB4-B897C38553A7}"/>
              </a:ext>
            </a:extLst>
          </p:cNvPr>
          <p:cNvSpPr>
            <a:spLocks noGrp="1"/>
          </p:cNvSpPr>
          <p:nvPr>
            <p:ph type="pic" idx="1"/>
          </p:nvPr>
        </p:nvSpPr>
        <p:spPr>
          <a:xfrm>
            <a:off x="5183188" y="987425"/>
            <a:ext cx="6445250" cy="5207000"/>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5D5B110E-B6CD-7C56-855E-98E8359D71A2}"/>
              </a:ext>
            </a:extLst>
          </p:cNvPr>
          <p:cNvSpPr>
            <a:spLocks noGrp="1"/>
          </p:cNvSpPr>
          <p:nvPr>
            <p:ph type="body" sz="half" idx="2"/>
          </p:nvPr>
        </p:nvSpPr>
        <p:spPr>
          <a:xfrm>
            <a:off x="533400" y="2057399"/>
            <a:ext cx="4238625" cy="4137025"/>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87BD9038-9A1C-1AA3-27D3-DC6170D0C856}"/>
              </a:ext>
            </a:extLst>
          </p:cNvPr>
          <p:cNvSpPr>
            <a:spLocks noGrp="1"/>
          </p:cNvSpPr>
          <p:nvPr>
            <p:ph type="dt" sz="half" idx="10"/>
          </p:nvPr>
        </p:nvSpPr>
        <p:spPr/>
        <p:txBody>
          <a:bodyPr/>
          <a:lstStyle/>
          <a:p>
            <a:fld id="{E53E2476-0F7A-42F5-BE74-236DDAFDB531}" type="datetimeFigureOut">
              <a:rPr lang="en-US" smtClean="0"/>
              <a:t>19-Jun-25</a:t>
            </a:fld>
            <a:endParaRPr lang="en-US"/>
          </a:p>
        </p:txBody>
      </p:sp>
      <p:sp>
        <p:nvSpPr>
          <p:cNvPr id="9" name="Footer Placeholder 8">
            <a:extLst>
              <a:ext uri="{FF2B5EF4-FFF2-40B4-BE49-F238E27FC236}">
                <a16:creationId xmlns:a16="http://schemas.microsoft.com/office/drawing/2014/main" id="{B5F8C372-E56F-29F2-8090-6CC6B043A02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6A3F902D-B60A-7FFB-2D86-040242CBB2C0}"/>
              </a:ext>
            </a:extLst>
          </p:cNvPr>
          <p:cNvSpPr>
            <a:spLocks noGrp="1"/>
          </p:cNvSpPr>
          <p:nvPr>
            <p:ph type="sldNum" sz="quarter" idx="12"/>
          </p:nvPr>
        </p:nvSpPr>
        <p:spPr/>
        <p:txBody>
          <a:bodyPr/>
          <a:lstStyle/>
          <a:p>
            <a:fld id="{7760E944-92EF-4F50-939A-662FA230D41F}" type="slidenum">
              <a:rPr lang="en-US" smtClean="0"/>
              <a:t>‹#›</a:t>
            </a:fld>
            <a:endParaRPr lang="en-US"/>
          </a:p>
        </p:txBody>
      </p:sp>
    </p:spTree>
    <p:extLst>
      <p:ext uri="{BB962C8B-B14F-4D97-AF65-F5344CB8AC3E}">
        <p14:creationId xmlns:p14="http://schemas.microsoft.com/office/powerpoint/2010/main" val="23429743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DE328-D4BD-DDBB-97F2-9269318804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9DCBAE-85D4-AF8C-58B2-72CB1E1A9F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F70AD8D8-FE4F-1CAF-B11E-8ACB15A779D9}"/>
              </a:ext>
            </a:extLst>
          </p:cNvPr>
          <p:cNvSpPr>
            <a:spLocks noGrp="1"/>
          </p:cNvSpPr>
          <p:nvPr>
            <p:ph type="dt" sz="half" idx="10"/>
          </p:nvPr>
        </p:nvSpPr>
        <p:spPr/>
        <p:txBody>
          <a:bodyPr/>
          <a:lstStyle/>
          <a:p>
            <a:fld id="{E53E2476-0F7A-42F5-BE74-236DDAFDB531}" type="datetimeFigureOut">
              <a:rPr lang="en-US" smtClean="0"/>
              <a:t>19-Jun-25</a:t>
            </a:fld>
            <a:endParaRPr lang="en-US"/>
          </a:p>
        </p:txBody>
      </p:sp>
      <p:sp>
        <p:nvSpPr>
          <p:cNvPr id="11" name="Footer Placeholder 10">
            <a:extLst>
              <a:ext uri="{FF2B5EF4-FFF2-40B4-BE49-F238E27FC236}">
                <a16:creationId xmlns:a16="http://schemas.microsoft.com/office/drawing/2014/main" id="{EE8691A5-0AB7-C1BA-00D4-DE2CF748CF6E}"/>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DC9312AB-471A-AB27-C1B8-3880B551104A}"/>
              </a:ext>
            </a:extLst>
          </p:cNvPr>
          <p:cNvSpPr>
            <a:spLocks noGrp="1"/>
          </p:cNvSpPr>
          <p:nvPr>
            <p:ph type="sldNum" sz="quarter" idx="12"/>
          </p:nvPr>
        </p:nvSpPr>
        <p:spPr/>
        <p:txBody>
          <a:bodyPr/>
          <a:lstStyle/>
          <a:p>
            <a:fld id="{7760E944-92EF-4F50-939A-662FA230D41F}" type="slidenum">
              <a:rPr lang="en-US" smtClean="0"/>
              <a:t>‹#›</a:t>
            </a:fld>
            <a:endParaRPr lang="en-US"/>
          </a:p>
        </p:txBody>
      </p:sp>
    </p:spTree>
    <p:extLst>
      <p:ext uri="{BB962C8B-B14F-4D97-AF65-F5344CB8AC3E}">
        <p14:creationId xmlns:p14="http://schemas.microsoft.com/office/powerpoint/2010/main" val="24657002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34EB89-8000-DB36-C080-9B1ABE372644}"/>
              </a:ext>
            </a:extLst>
          </p:cNvPr>
          <p:cNvSpPr>
            <a:spLocks noGrp="1"/>
          </p:cNvSpPr>
          <p:nvPr>
            <p:ph type="title" orient="vert"/>
          </p:nvPr>
        </p:nvSpPr>
        <p:spPr>
          <a:xfrm>
            <a:off x="8724900" y="694591"/>
            <a:ext cx="2628900" cy="548237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1854B5-5E1A-A383-B5FC-8142B065F667}"/>
              </a:ext>
            </a:extLst>
          </p:cNvPr>
          <p:cNvSpPr>
            <a:spLocks noGrp="1"/>
          </p:cNvSpPr>
          <p:nvPr>
            <p:ph type="body" orient="vert" idx="1"/>
          </p:nvPr>
        </p:nvSpPr>
        <p:spPr>
          <a:xfrm>
            <a:off x="533400" y="694591"/>
            <a:ext cx="8039100" cy="54823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08B3C8-9143-0DE8-8BBE-091EEEC75B81}"/>
              </a:ext>
            </a:extLst>
          </p:cNvPr>
          <p:cNvSpPr>
            <a:spLocks noGrp="1"/>
          </p:cNvSpPr>
          <p:nvPr>
            <p:ph type="dt" sz="half" idx="10"/>
          </p:nvPr>
        </p:nvSpPr>
        <p:spPr/>
        <p:txBody>
          <a:bodyPr/>
          <a:lstStyle/>
          <a:p>
            <a:fld id="{E53E2476-0F7A-42F5-BE74-236DDAFDB531}" type="datetimeFigureOut">
              <a:rPr lang="en-US" smtClean="0"/>
              <a:t>19-Jun-25</a:t>
            </a:fld>
            <a:endParaRPr lang="en-US"/>
          </a:p>
        </p:txBody>
      </p:sp>
      <p:sp>
        <p:nvSpPr>
          <p:cNvPr id="6" name="Footer Placeholder 5">
            <a:extLst>
              <a:ext uri="{FF2B5EF4-FFF2-40B4-BE49-F238E27FC236}">
                <a16:creationId xmlns:a16="http://schemas.microsoft.com/office/drawing/2014/main" id="{BC42FF49-D4E6-229F-83C8-433D9DA4D4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A5925F-64AA-A391-E79E-852B13782B2D}"/>
              </a:ext>
            </a:extLst>
          </p:cNvPr>
          <p:cNvSpPr>
            <a:spLocks noGrp="1"/>
          </p:cNvSpPr>
          <p:nvPr>
            <p:ph type="sldNum" sz="quarter" idx="12"/>
          </p:nvPr>
        </p:nvSpPr>
        <p:spPr/>
        <p:txBody>
          <a:bodyPr/>
          <a:lstStyle/>
          <a:p>
            <a:fld id="{7760E944-92EF-4F50-939A-662FA230D41F}" type="slidenum">
              <a:rPr lang="en-US" smtClean="0"/>
              <a:t>‹#›</a:t>
            </a:fld>
            <a:endParaRPr lang="en-US"/>
          </a:p>
        </p:txBody>
      </p:sp>
    </p:spTree>
    <p:extLst>
      <p:ext uri="{BB962C8B-B14F-4D97-AF65-F5344CB8AC3E}">
        <p14:creationId xmlns:p14="http://schemas.microsoft.com/office/powerpoint/2010/main" val="13416091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empower - DO NOT DELETE!!!" hidden="1">
            <a:extLst>
              <a:ext uri="{FF2B5EF4-FFF2-40B4-BE49-F238E27FC236}">
                <a16:creationId xmlns:a16="http://schemas.microsoft.com/office/drawing/2014/main" id="{2A832AEE-8B23-5707-7D80-EF37577F5A62}"/>
              </a:ext>
            </a:extLst>
          </p:cNvPr>
          <p:cNvSpPr/>
          <p:nvPr userDrawn="1">
            <p:custDataLst>
              <p:tags r:id="rId16"/>
            </p:custDataLst>
          </p:nvPr>
        </p:nvSpPr>
        <p:spPr>
          <a:xfrm>
            <a:off x="0" y="0"/>
            <a:ext cx="0" cy="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Calibri"/>
              <a:ea typeface="+mn-ea"/>
              <a:cs typeface="+mn-cs"/>
            </a:endParaRPr>
          </a:p>
        </p:txBody>
      </p:sp>
      <p:sp>
        <p:nvSpPr>
          <p:cNvPr id="125" name="Footer Placeholder 4">
            <a:extLst>
              <a:ext uri="{FF2B5EF4-FFF2-40B4-BE49-F238E27FC236}">
                <a16:creationId xmlns:a16="http://schemas.microsoft.com/office/drawing/2014/main" id="{77ED9327-568E-F7F2-6FD6-5E665D62092E}"/>
              </a:ext>
            </a:extLst>
          </p:cNvPr>
          <p:cNvSpPr txBox="1">
            <a:spLocks/>
          </p:cNvSpPr>
          <p:nvPr userDrawn="1"/>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solidFill>
                <a:prstClr val="black">
                  <a:tint val="82000"/>
                </a:prstClr>
              </a:solidFill>
              <a:latin typeface="Aptos" panose="02110004020202020204"/>
            </a:endParaRPr>
          </a:p>
        </p:txBody>
      </p:sp>
      <p:pic>
        <p:nvPicPr>
          <p:cNvPr id="127" name="Picture 2">
            <a:extLst>
              <a:ext uri="{FF2B5EF4-FFF2-40B4-BE49-F238E27FC236}">
                <a16:creationId xmlns:a16="http://schemas.microsoft.com/office/drawing/2014/main" id="{3010802D-A6F5-3470-B2C8-A0607AFEC230}"/>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p:blipFill>
        <p:spPr bwMode="auto">
          <a:xfrm>
            <a:off x="10607868" y="226193"/>
            <a:ext cx="1164870" cy="456035"/>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127">
            <a:extLst>
              <a:ext uri="{FF2B5EF4-FFF2-40B4-BE49-F238E27FC236}">
                <a16:creationId xmlns:a16="http://schemas.microsoft.com/office/drawing/2014/main" id="{4EAB5D8A-60D7-14C2-B69B-533CD2304060}"/>
              </a:ext>
            </a:extLst>
          </p:cNvPr>
          <p:cNvPicPr>
            <a:picLocks noChangeAspect="1"/>
          </p:cNvPicPr>
          <p:nvPr userDrawn="1"/>
        </p:nvPicPr>
        <p:blipFill>
          <a:blip r:embed="rId18"/>
          <a:stretch>
            <a:fillRect/>
          </a:stretch>
        </p:blipFill>
        <p:spPr>
          <a:xfrm>
            <a:off x="142597" y="6332424"/>
            <a:ext cx="338417" cy="351602"/>
          </a:xfrm>
          <a:prstGeom prst="rect">
            <a:avLst/>
          </a:prstGeom>
        </p:spPr>
      </p:pic>
      <p:sp>
        <p:nvSpPr>
          <p:cNvPr id="129" name="Rectangle 128">
            <a:extLst>
              <a:ext uri="{FF2B5EF4-FFF2-40B4-BE49-F238E27FC236}">
                <a16:creationId xmlns:a16="http://schemas.microsoft.com/office/drawing/2014/main" id="{063A1500-FC2F-8AD7-C90A-43E0868FED55}"/>
              </a:ext>
            </a:extLst>
          </p:cNvPr>
          <p:cNvSpPr/>
          <p:nvPr userDrawn="1"/>
        </p:nvSpPr>
        <p:spPr>
          <a:xfrm>
            <a:off x="7490934" y="6221143"/>
            <a:ext cx="4701066" cy="111283"/>
          </a:xfrm>
          <a:prstGeom prst="rect">
            <a:avLst/>
          </a:prstGeom>
          <a:solidFill>
            <a:srgbClr val="EFB435"/>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grpSp>
        <p:nvGrpSpPr>
          <p:cNvPr id="131" name="Marker">
            <a:extLst>
              <a:ext uri="{FF2B5EF4-FFF2-40B4-BE49-F238E27FC236}">
                <a16:creationId xmlns:a16="http://schemas.microsoft.com/office/drawing/2014/main" id="{67153467-5AA1-D2BE-5253-08A0AC54C975}"/>
              </a:ext>
            </a:extLst>
          </p:cNvPr>
          <p:cNvGrpSpPr/>
          <p:nvPr userDrawn="1"/>
        </p:nvGrpSpPr>
        <p:grpSpPr>
          <a:xfrm>
            <a:off x="-468000" y="-360000"/>
            <a:ext cx="12999600" cy="7578000"/>
            <a:chOff x="-468000" y="-360000"/>
            <a:chExt cx="12999600" cy="7578000"/>
          </a:xfrm>
        </p:grpSpPr>
        <p:cxnSp>
          <p:nvCxnSpPr>
            <p:cNvPr id="132" name="Gerade Verbindung 40">
              <a:extLst>
                <a:ext uri="{FF2B5EF4-FFF2-40B4-BE49-F238E27FC236}">
                  <a16:creationId xmlns:a16="http://schemas.microsoft.com/office/drawing/2014/main" id="{D8F9DCB3-57E3-9EF6-9A08-88EB055691AD}"/>
                </a:ext>
              </a:extLst>
            </p:cNvPr>
            <p:cNvCxnSpPr/>
            <p:nvPr userDrawn="1"/>
          </p:nvCxnSpPr>
          <p:spPr>
            <a:xfrm>
              <a:off x="540000" y="-360000"/>
              <a:ext cx="0" cy="216000"/>
            </a:xfrm>
            <a:prstGeom prst="line">
              <a:avLst/>
            </a:prstGeom>
            <a:noFill/>
            <a:ln w="9525" cap="flat" cmpd="sng" algn="ctr">
              <a:solidFill>
                <a:srgbClr val="E97132"/>
              </a:solidFill>
              <a:prstDash val="solid"/>
              <a:miter lim="800000"/>
            </a:ln>
            <a:effectLst/>
          </p:spPr>
        </p:cxnSp>
        <p:cxnSp>
          <p:nvCxnSpPr>
            <p:cNvPr id="133" name="Gerade Verbindung 42">
              <a:extLst>
                <a:ext uri="{FF2B5EF4-FFF2-40B4-BE49-F238E27FC236}">
                  <a16:creationId xmlns:a16="http://schemas.microsoft.com/office/drawing/2014/main" id="{DC618386-BB21-33F4-54F6-2D0D8B758F72}"/>
                </a:ext>
              </a:extLst>
            </p:cNvPr>
            <p:cNvCxnSpPr/>
            <p:nvPr userDrawn="1"/>
          </p:nvCxnSpPr>
          <p:spPr>
            <a:xfrm>
              <a:off x="540000" y="7002000"/>
              <a:ext cx="0" cy="216000"/>
            </a:xfrm>
            <a:prstGeom prst="line">
              <a:avLst/>
            </a:prstGeom>
            <a:noFill/>
            <a:ln w="9525" cap="flat" cmpd="sng" algn="ctr">
              <a:solidFill>
                <a:srgbClr val="E97132"/>
              </a:solidFill>
              <a:prstDash val="solid"/>
              <a:miter lim="800000"/>
            </a:ln>
            <a:effectLst/>
          </p:spPr>
        </p:cxnSp>
        <p:cxnSp>
          <p:nvCxnSpPr>
            <p:cNvPr id="134" name="Gerade Verbindung 45">
              <a:extLst>
                <a:ext uri="{FF2B5EF4-FFF2-40B4-BE49-F238E27FC236}">
                  <a16:creationId xmlns:a16="http://schemas.microsoft.com/office/drawing/2014/main" id="{265389F1-1217-484A-8F7B-C71ACFB42F6B}"/>
                </a:ext>
              </a:extLst>
            </p:cNvPr>
            <p:cNvCxnSpPr/>
            <p:nvPr userDrawn="1"/>
          </p:nvCxnSpPr>
          <p:spPr>
            <a:xfrm>
              <a:off x="1299600" y="-360000"/>
              <a:ext cx="0" cy="216000"/>
            </a:xfrm>
            <a:prstGeom prst="line">
              <a:avLst/>
            </a:prstGeom>
            <a:noFill/>
            <a:ln w="9525" cap="flat" cmpd="sng" algn="ctr">
              <a:solidFill>
                <a:srgbClr val="E97132"/>
              </a:solidFill>
              <a:prstDash val="solid"/>
              <a:miter lim="800000"/>
            </a:ln>
            <a:effectLst/>
          </p:spPr>
        </p:cxnSp>
        <p:cxnSp>
          <p:nvCxnSpPr>
            <p:cNvPr id="135" name="Gerade Verbindung 46">
              <a:extLst>
                <a:ext uri="{FF2B5EF4-FFF2-40B4-BE49-F238E27FC236}">
                  <a16:creationId xmlns:a16="http://schemas.microsoft.com/office/drawing/2014/main" id="{B75E5CEF-0C01-736A-9315-236D6462BAB2}"/>
                </a:ext>
              </a:extLst>
            </p:cNvPr>
            <p:cNvCxnSpPr/>
            <p:nvPr userDrawn="1"/>
          </p:nvCxnSpPr>
          <p:spPr>
            <a:xfrm>
              <a:off x="1299600" y="7002000"/>
              <a:ext cx="0" cy="216000"/>
            </a:xfrm>
            <a:prstGeom prst="line">
              <a:avLst/>
            </a:prstGeom>
            <a:noFill/>
            <a:ln w="9525" cap="flat" cmpd="sng" algn="ctr">
              <a:solidFill>
                <a:srgbClr val="E97132"/>
              </a:solidFill>
              <a:prstDash val="solid"/>
              <a:miter lim="800000"/>
            </a:ln>
            <a:effectLst/>
          </p:spPr>
        </p:cxnSp>
        <p:cxnSp>
          <p:nvCxnSpPr>
            <p:cNvPr id="136" name="Gerade Verbindung 48">
              <a:extLst>
                <a:ext uri="{FF2B5EF4-FFF2-40B4-BE49-F238E27FC236}">
                  <a16:creationId xmlns:a16="http://schemas.microsoft.com/office/drawing/2014/main" id="{D6586A6E-993A-6F91-F60A-F1B962400B60}"/>
                </a:ext>
              </a:extLst>
            </p:cNvPr>
            <p:cNvCxnSpPr/>
            <p:nvPr userDrawn="1"/>
          </p:nvCxnSpPr>
          <p:spPr>
            <a:xfrm>
              <a:off x="1479600" y="-360000"/>
              <a:ext cx="0" cy="216000"/>
            </a:xfrm>
            <a:prstGeom prst="line">
              <a:avLst/>
            </a:prstGeom>
            <a:noFill/>
            <a:ln w="9525" cap="flat" cmpd="sng" algn="ctr">
              <a:solidFill>
                <a:srgbClr val="E97132"/>
              </a:solidFill>
              <a:prstDash val="solid"/>
              <a:miter lim="800000"/>
            </a:ln>
            <a:effectLst/>
          </p:spPr>
        </p:cxnSp>
        <p:cxnSp>
          <p:nvCxnSpPr>
            <p:cNvPr id="137" name="Gerade Verbindung 49">
              <a:extLst>
                <a:ext uri="{FF2B5EF4-FFF2-40B4-BE49-F238E27FC236}">
                  <a16:creationId xmlns:a16="http://schemas.microsoft.com/office/drawing/2014/main" id="{4A5532A9-6FB7-B63A-E31B-6A8E56AB82AF}"/>
                </a:ext>
              </a:extLst>
            </p:cNvPr>
            <p:cNvCxnSpPr/>
            <p:nvPr userDrawn="1"/>
          </p:nvCxnSpPr>
          <p:spPr>
            <a:xfrm>
              <a:off x="1479600" y="7002000"/>
              <a:ext cx="0" cy="216000"/>
            </a:xfrm>
            <a:prstGeom prst="line">
              <a:avLst/>
            </a:prstGeom>
            <a:noFill/>
            <a:ln w="9525" cap="flat" cmpd="sng" algn="ctr">
              <a:solidFill>
                <a:srgbClr val="E97132"/>
              </a:solidFill>
              <a:prstDash val="solid"/>
              <a:miter lim="800000"/>
            </a:ln>
            <a:effectLst/>
          </p:spPr>
        </p:cxnSp>
        <p:cxnSp>
          <p:nvCxnSpPr>
            <p:cNvPr id="138" name="Gerade Verbindung 51">
              <a:extLst>
                <a:ext uri="{FF2B5EF4-FFF2-40B4-BE49-F238E27FC236}">
                  <a16:creationId xmlns:a16="http://schemas.microsoft.com/office/drawing/2014/main" id="{B928CC60-51FD-E47B-4F4C-C3779D6AC10B}"/>
                </a:ext>
              </a:extLst>
            </p:cNvPr>
            <p:cNvCxnSpPr/>
            <p:nvPr userDrawn="1"/>
          </p:nvCxnSpPr>
          <p:spPr>
            <a:xfrm>
              <a:off x="2239200" y="-360000"/>
              <a:ext cx="0" cy="216000"/>
            </a:xfrm>
            <a:prstGeom prst="line">
              <a:avLst/>
            </a:prstGeom>
            <a:noFill/>
            <a:ln w="9525" cap="flat" cmpd="sng" algn="ctr">
              <a:solidFill>
                <a:srgbClr val="E97132"/>
              </a:solidFill>
              <a:prstDash val="solid"/>
              <a:miter lim="800000"/>
            </a:ln>
            <a:effectLst/>
          </p:spPr>
        </p:cxnSp>
        <p:cxnSp>
          <p:nvCxnSpPr>
            <p:cNvPr id="139" name="Gerade Verbindung 52">
              <a:extLst>
                <a:ext uri="{FF2B5EF4-FFF2-40B4-BE49-F238E27FC236}">
                  <a16:creationId xmlns:a16="http://schemas.microsoft.com/office/drawing/2014/main" id="{FEB0D93F-B7B5-2C0A-1152-BC3EB4356D29}"/>
                </a:ext>
              </a:extLst>
            </p:cNvPr>
            <p:cNvCxnSpPr/>
            <p:nvPr userDrawn="1"/>
          </p:nvCxnSpPr>
          <p:spPr>
            <a:xfrm>
              <a:off x="2239200" y="7002000"/>
              <a:ext cx="0" cy="216000"/>
            </a:xfrm>
            <a:prstGeom prst="line">
              <a:avLst/>
            </a:prstGeom>
            <a:noFill/>
            <a:ln w="9525" cap="flat" cmpd="sng" algn="ctr">
              <a:solidFill>
                <a:srgbClr val="E97132"/>
              </a:solidFill>
              <a:prstDash val="solid"/>
              <a:miter lim="800000"/>
            </a:ln>
            <a:effectLst/>
          </p:spPr>
        </p:cxnSp>
        <p:cxnSp>
          <p:nvCxnSpPr>
            <p:cNvPr id="140" name="Gerade Verbindung 54">
              <a:extLst>
                <a:ext uri="{FF2B5EF4-FFF2-40B4-BE49-F238E27FC236}">
                  <a16:creationId xmlns:a16="http://schemas.microsoft.com/office/drawing/2014/main" id="{F3AA0E05-58D8-E98C-9985-28174A701BEC}"/>
                </a:ext>
              </a:extLst>
            </p:cNvPr>
            <p:cNvCxnSpPr/>
            <p:nvPr userDrawn="1"/>
          </p:nvCxnSpPr>
          <p:spPr>
            <a:xfrm>
              <a:off x="2419200" y="-360000"/>
              <a:ext cx="0" cy="216000"/>
            </a:xfrm>
            <a:prstGeom prst="line">
              <a:avLst/>
            </a:prstGeom>
            <a:noFill/>
            <a:ln w="9525" cap="flat" cmpd="sng" algn="ctr">
              <a:solidFill>
                <a:srgbClr val="E97132"/>
              </a:solidFill>
              <a:prstDash val="solid"/>
              <a:miter lim="800000"/>
            </a:ln>
            <a:effectLst/>
          </p:spPr>
        </p:cxnSp>
        <p:cxnSp>
          <p:nvCxnSpPr>
            <p:cNvPr id="141" name="Gerade Verbindung 55">
              <a:extLst>
                <a:ext uri="{FF2B5EF4-FFF2-40B4-BE49-F238E27FC236}">
                  <a16:creationId xmlns:a16="http://schemas.microsoft.com/office/drawing/2014/main" id="{7D3EB618-CB27-24AB-2F03-6789299BBF26}"/>
                </a:ext>
              </a:extLst>
            </p:cNvPr>
            <p:cNvCxnSpPr/>
            <p:nvPr userDrawn="1"/>
          </p:nvCxnSpPr>
          <p:spPr>
            <a:xfrm>
              <a:off x="2419200" y="7002000"/>
              <a:ext cx="0" cy="216000"/>
            </a:xfrm>
            <a:prstGeom prst="line">
              <a:avLst/>
            </a:prstGeom>
            <a:noFill/>
            <a:ln w="9525" cap="flat" cmpd="sng" algn="ctr">
              <a:solidFill>
                <a:srgbClr val="E97132"/>
              </a:solidFill>
              <a:prstDash val="solid"/>
              <a:miter lim="800000"/>
            </a:ln>
            <a:effectLst/>
          </p:spPr>
        </p:cxnSp>
        <p:cxnSp>
          <p:nvCxnSpPr>
            <p:cNvPr id="142" name="Gerade Verbindung 57">
              <a:extLst>
                <a:ext uri="{FF2B5EF4-FFF2-40B4-BE49-F238E27FC236}">
                  <a16:creationId xmlns:a16="http://schemas.microsoft.com/office/drawing/2014/main" id="{5021261C-42AD-7640-5EEB-5D5D380C9CAE}"/>
                </a:ext>
              </a:extLst>
            </p:cNvPr>
            <p:cNvCxnSpPr/>
            <p:nvPr userDrawn="1"/>
          </p:nvCxnSpPr>
          <p:spPr>
            <a:xfrm>
              <a:off x="3178175" y="-360000"/>
              <a:ext cx="0" cy="216000"/>
            </a:xfrm>
            <a:prstGeom prst="line">
              <a:avLst/>
            </a:prstGeom>
            <a:noFill/>
            <a:ln w="9525" cap="flat" cmpd="sng" algn="ctr">
              <a:solidFill>
                <a:srgbClr val="E97132"/>
              </a:solidFill>
              <a:prstDash val="solid"/>
              <a:miter lim="800000"/>
            </a:ln>
            <a:effectLst/>
          </p:spPr>
        </p:cxnSp>
        <p:cxnSp>
          <p:nvCxnSpPr>
            <p:cNvPr id="143" name="Gerade Verbindung 58">
              <a:extLst>
                <a:ext uri="{FF2B5EF4-FFF2-40B4-BE49-F238E27FC236}">
                  <a16:creationId xmlns:a16="http://schemas.microsoft.com/office/drawing/2014/main" id="{4F365E7A-768B-893C-A41A-5FB3C2DA3292}"/>
                </a:ext>
              </a:extLst>
            </p:cNvPr>
            <p:cNvCxnSpPr/>
            <p:nvPr userDrawn="1"/>
          </p:nvCxnSpPr>
          <p:spPr>
            <a:xfrm>
              <a:off x="3178175" y="7002000"/>
              <a:ext cx="0" cy="216000"/>
            </a:xfrm>
            <a:prstGeom prst="line">
              <a:avLst/>
            </a:prstGeom>
            <a:noFill/>
            <a:ln w="9525" cap="flat" cmpd="sng" algn="ctr">
              <a:solidFill>
                <a:srgbClr val="E97132"/>
              </a:solidFill>
              <a:prstDash val="solid"/>
              <a:miter lim="800000"/>
            </a:ln>
            <a:effectLst/>
          </p:spPr>
        </p:cxnSp>
        <p:cxnSp>
          <p:nvCxnSpPr>
            <p:cNvPr id="144" name="Gerade Verbindung 60">
              <a:extLst>
                <a:ext uri="{FF2B5EF4-FFF2-40B4-BE49-F238E27FC236}">
                  <a16:creationId xmlns:a16="http://schemas.microsoft.com/office/drawing/2014/main" id="{6BAB926D-FA87-F014-B6D3-6A4B120EB4D9}"/>
                </a:ext>
              </a:extLst>
            </p:cNvPr>
            <p:cNvCxnSpPr/>
            <p:nvPr userDrawn="1"/>
          </p:nvCxnSpPr>
          <p:spPr>
            <a:xfrm>
              <a:off x="3359150" y="-360000"/>
              <a:ext cx="0" cy="216000"/>
            </a:xfrm>
            <a:prstGeom prst="line">
              <a:avLst/>
            </a:prstGeom>
            <a:noFill/>
            <a:ln w="9525" cap="flat" cmpd="sng" algn="ctr">
              <a:solidFill>
                <a:srgbClr val="E97132"/>
              </a:solidFill>
              <a:prstDash val="solid"/>
              <a:miter lim="800000"/>
            </a:ln>
            <a:effectLst/>
          </p:spPr>
        </p:cxnSp>
        <p:cxnSp>
          <p:nvCxnSpPr>
            <p:cNvPr id="145" name="Gerade Verbindung 61">
              <a:extLst>
                <a:ext uri="{FF2B5EF4-FFF2-40B4-BE49-F238E27FC236}">
                  <a16:creationId xmlns:a16="http://schemas.microsoft.com/office/drawing/2014/main" id="{3A7F6DFA-A2F1-291E-F8C1-B4D61DF128FE}"/>
                </a:ext>
              </a:extLst>
            </p:cNvPr>
            <p:cNvCxnSpPr/>
            <p:nvPr userDrawn="1"/>
          </p:nvCxnSpPr>
          <p:spPr>
            <a:xfrm>
              <a:off x="3359150" y="7002000"/>
              <a:ext cx="0" cy="216000"/>
            </a:xfrm>
            <a:prstGeom prst="line">
              <a:avLst/>
            </a:prstGeom>
            <a:noFill/>
            <a:ln w="9525" cap="flat" cmpd="sng" algn="ctr">
              <a:solidFill>
                <a:srgbClr val="E97132"/>
              </a:solidFill>
              <a:prstDash val="solid"/>
              <a:miter lim="800000"/>
            </a:ln>
            <a:effectLst/>
          </p:spPr>
        </p:cxnSp>
        <p:cxnSp>
          <p:nvCxnSpPr>
            <p:cNvPr id="146" name="Gerade Verbindung 63">
              <a:extLst>
                <a:ext uri="{FF2B5EF4-FFF2-40B4-BE49-F238E27FC236}">
                  <a16:creationId xmlns:a16="http://schemas.microsoft.com/office/drawing/2014/main" id="{20354AAE-E94D-4B2E-5793-266AEB6F4B90}"/>
                </a:ext>
              </a:extLst>
            </p:cNvPr>
            <p:cNvCxnSpPr/>
            <p:nvPr userDrawn="1"/>
          </p:nvCxnSpPr>
          <p:spPr>
            <a:xfrm>
              <a:off x="4114800" y="-360000"/>
              <a:ext cx="0" cy="216000"/>
            </a:xfrm>
            <a:prstGeom prst="line">
              <a:avLst/>
            </a:prstGeom>
            <a:noFill/>
            <a:ln w="9525" cap="flat" cmpd="sng" algn="ctr">
              <a:solidFill>
                <a:srgbClr val="E97132"/>
              </a:solidFill>
              <a:prstDash val="solid"/>
              <a:miter lim="800000"/>
            </a:ln>
            <a:effectLst/>
          </p:spPr>
        </p:cxnSp>
        <p:cxnSp>
          <p:nvCxnSpPr>
            <p:cNvPr id="147" name="Gerade Verbindung 64">
              <a:extLst>
                <a:ext uri="{FF2B5EF4-FFF2-40B4-BE49-F238E27FC236}">
                  <a16:creationId xmlns:a16="http://schemas.microsoft.com/office/drawing/2014/main" id="{4E4AC759-0165-12C8-637B-3C8EB70A7E53}"/>
                </a:ext>
              </a:extLst>
            </p:cNvPr>
            <p:cNvCxnSpPr/>
            <p:nvPr userDrawn="1"/>
          </p:nvCxnSpPr>
          <p:spPr>
            <a:xfrm>
              <a:off x="4114800" y="7002000"/>
              <a:ext cx="0" cy="216000"/>
            </a:xfrm>
            <a:prstGeom prst="line">
              <a:avLst/>
            </a:prstGeom>
            <a:noFill/>
            <a:ln w="9525" cap="flat" cmpd="sng" algn="ctr">
              <a:solidFill>
                <a:srgbClr val="E97132"/>
              </a:solidFill>
              <a:prstDash val="solid"/>
              <a:miter lim="800000"/>
            </a:ln>
            <a:effectLst/>
          </p:spPr>
        </p:cxnSp>
        <p:cxnSp>
          <p:nvCxnSpPr>
            <p:cNvPr id="148" name="Gerade Verbindung 66">
              <a:extLst>
                <a:ext uri="{FF2B5EF4-FFF2-40B4-BE49-F238E27FC236}">
                  <a16:creationId xmlns:a16="http://schemas.microsoft.com/office/drawing/2014/main" id="{D8B8CF83-3173-7BDD-FAB2-37BCEEC887A2}"/>
                </a:ext>
              </a:extLst>
            </p:cNvPr>
            <p:cNvCxnSpPr/>
            <p:nvPr userDrawn="1"/>
          </p:nvCxnSpPr>
          <p:spPr>
            <a:xfrm>
              <a:off x="4295775" y="-360000"/>
              <a:ext cx="0" cy="216000"/>
            </a:xfrm>
            <a:prstGeom prst="line">
              <a:avLst/>
            </a:prstGeom>
            <a:noFill/>
            <a:ln w="9525" cap="flat" cmpd="sng" algn="ctr">
              <a:solidFill>
                <a:srgbClr val="E97132"/>
              </a:solidFill>
              <a:prstDash val="solid"/>
              <a:miter lim="800000"/>
            </a:ln>
            <a:effectLst/>
          </p:spPr>
        </p:cxnSp>
        <p:cxnSp>
          <p:nvCxnSpPr>
            <p:cNvPr id="149" name="Gerade Verbindung 67">
              <a:extLst>
                <a:ext uri="{FF2B5EF4-FFF2-40B4-BE49-F238E27FC236}">
                  <a16:creationId xmlns:a16="http://schemas.microsoft.com/office/drawing/2014/main" id="{55E272EA-B6CF-46B6-FAA7-68C6379F1AD5}"/>
                </a:ext>
              </a:extLst>
            </p:cNvPr>
            <p:cNvCxnSpPr/>
            <p:nvPr userDrawn="1"/>
          </p:nvCxnSpPr>
          <p:spPr>
            <a:xfrm>
              <a:off x="4295775" y="7002000"/>
              <a:ext cx="0" cy="216000"/>
            </a:xfrm>
            <a:prstGeom prst="line">
              <a:avLst/>
            </a:prstGeom>
            <a:noFill/>
            <a:ln w="9525" cap="flat" cmpd="sng" algn="ctr">
              <a:solidFill>
                <a:srgbClr val="E97132"/>
              </a:solidFill>
              <a:prstDash val="solid"/>
              <a:miter lim="800000"/>
            </a:ln>
            <a:effectLst/>
          </p:spPr>
        </p:cxnSp>
        <p:cxnSp>
          <p:nvCxnSpPr>
            <p:cNvPr id="150" name="Gerade Verbindung 69">
              <a:extLst>
                <a:ext uri="{FF2B5EF4-FFF2-40B4-BE49-F238E27FC236}">
                  <a16:creationId xmlns:a16="http://schemas.microsoft.com/office/drawing/2014/main" id="{3E57C929-3081-7C18-37A6-586F3311F296}"/>
                </a:ext>
              </a:extLst>
            </p:cNvPr>
            <p:cNvCxnSpPr/>
            <p:nvPr userDrawn="1"/>
          </p:nvCxnSpPr>
          <p:spPr>
            <a:xfrm>
              <a:off x="5054600" y="-360000"/>
              <a:ext cx="0" cy="216000"/>
            </a:xfrm>
            <a:prstGeom prst="line">
              <a:avLst/>
            </a:prstGeom>
            <a:noFill/>
            <a:ln w="9525" cap="flat" cmpd="sng" algn="ctr">
              <a:solidFill>
                <a:srgbClr val="E97132"/>
              </a:solidFill>
              <a:prstDash val="solid"/>
              <a:miter lim="800000"/>
            </a:ln>
            <a:effectLst/>
          </p:spPr>
        </p:cxnSp>
        <p:cxnSp>
          <p:nvCxnSpPr>
            <p:cNvPr id="151" name="Gerade Verbindung 70">
              <a:extLst>
                <a:ext uri="{FF2B5EF4-FFF2-40B4-BE49-F238E27FC236}">
                  <a16:creationId xmlns:a16="http://schemas.microsoft.com/office/drawing/2014/main" id="{9D82E401-247A-0DF5-7017-DB0A60413081}"/>
                </a:ext>
              </a:extLst>
            </p:cNvPr>
            <p:cNvCxnSpPr/>
            <p:nvPr userDrawn="1"/>
          </p:nvCxnSpPr>
          <p:spPr>
            <a:xfrm>
              <a:off x="5054600" y="7002000"/>
              <a:ext cx="0" cy="216000"/>
            </a:xfrm>
            <a:prstGeom prst="line">
              <a:avLst/>
            </a:prstGeom>
            <a:noFill/>
            <a:ln w="9525" cap="flat" cmpd="sng" algn="ctr">
              <a:solidFill>
                <a:srgbClr val="E97132"/>
              </a:solidFill>
              <a:prstDash val="solid"/>
              <a:miter lim="800000"/>
            </a:ln>
            <a:effectLst/>
          </p:spPr>
        </p:cxnSp>
        <p:cxnSp>
          <p:nvCxnSpPr>
            <p:cNvPr id="152" name="Gerade Verbindung 72">
              <a:extLst>
                <a:ext uri="{FF2B5EF4-FFF2-40B4-BE49-F238E27FC236}">
                  <a16:creationId xmlns:a16="http://schemas.microsoft.com/office/drawing/2014/main" id="{A16BE3C1-62DC-9CA1-B179-F0C91F73D308}"/>
                </a:ext>
              </a:extLst>
            </p:cNvPr>
            <p:cNvCxnSpPr/>
            <p:nvPr userDrawn="1"/>
          </p:nvCxnSpPr>
          <p:spPr>
            <a:xfrm>
              <a:off x="5235575" y="-360000"/>
              <a:ext cx="0" cy="216000"/>
            </a:xfrm>
            <a:prstGeom prst="line">
              <a:avLst/>
            </a:prstGeom>
            <a:noFill/>
            <a:ln w="9525" cap="flat" cmpd="sng" algn="ctr">
              <a:solidFill>
                <a:srgbClr val="E97132"/>
              </a:solidFill>
              <a:prstDash val="solid"/>
              <a:miter lim="800000"/>
            </a:ln>
            <a:effectLst/>
          </p:spPr>
        </p:cxnSp>
        <p:cxnSp>
          <p:nvCxnSpPr>
            <p:cNvPr id="153" name="Gerade Verbindung 73">
              <a:extLst>
                <a:ext uri="{FF2B5EF4-FFF2-40B4-BE49-F238E27FC236}">
                  <a16:creationId xmlns:a16="http://schemas.microsoft.com/office/drawing/2014/main" id="{03A07D7E-F84E-8528-5B5C-B16119C3241B}"/>
                </a:ext>
              </a:extLst>
            </p:cNvPr>
            <p:cNvCxnSpPr/>
            <p:nvPr userDrawn="1"/>
          </p:nvCxnSpPr>
          <p:spPr>
            <a:xfrm>
              <a:off x="5235575" y="7002000"/>
              <a:ext cx="0" cy="216000"/>
            </a:xfrm>
            <a:prstGeom prst="line">
              <a:avLst/>
            </a:prstGeom>
            <a:noFill/>
            <a:ln w="9525" cap="flat" cmpd="sng" algn="ctr">
              <a:solidFill>
                <a:srgbClr val="E97132"/>
              </a:solidFill>
              <a:prstDash val="solid"/>
              <a:miter lim="800000"/>
            </a:ln>
            <a:effectLst/>
          </p:spPr>
        </p:cxnSp>
        <p:cxnSp>
          <p:nvCxnSpPr>
            <p:cNvPr id="154" name="Gerade Verbindung 75">
              <a:extLst>
                <a:ext uri="{FF2B5EF4-FFF2-40B4-BE49-F238E27FC236}">
                  <a16:creationId xmlns:a16="http://schemas.microsoft.com/office/drawing/2014/main" id="{3CCAAD59-82FB-E08D-3BE6-C81CFC2D81B2}"/>
                </a:ext>
              </a:extLst>
            </p:cNvPr>
            <p:cNvCxnSpPr/>
            <p:nvPr userDrawn="1"/>
          </p:nvCxnSpPr>
          <p:spPr>
            <a:xfrm>
              <a:off x="5994400" y="-360000"/>
              <a:ext cx="0" cy="216000"/>
            </a:xfrm>
            <a:prstGeom prst="line">
              <a:avLst/>
            </a:prstGeom>
            <a:noFill/>
            <a:ln w="9525" cap="flat" cmpd="sng" algn="ctr">
              <a:solidFill>
                <a:srgbClr val="E97132"/>
              </a:solidFill>
              <a:prstDash val="solid"/>
              <a:miter lim="800000"/>
            </a:ln>
            <a:effectLst/>
          </p:spPr>
        </p:cxnSp>
        <p:cxnSp>
          <p:nvCxnSpPr>
            <p:cNvPr id="155" name="Gerade Verbindung 76">
              <a:extLst>
                <a:ext uri="{FF2B5EF4-FFF2-40B4-BE49-F238E27FC236}">
                  <a16:creationId xmlns:a16="http://schemas.microsoft.com/office/drawing/2014/main" id="{DCCACD1C-9AE4-A7B3-ACCF-BCD6EC323744}"/>
                </a:ext>
              </a:extLst>
            </p:cNvPr>
            <p:cNvCxnSpPr/>
            <p:nvPr userDrawn="1"/>
          </p:nvCxnSpPr>
          <p:spPr>
            <a:xfrm>
              <a:off x="5994400" y="7002000"/>
              <a:ext cx="0" cy="216000"/>
            </a:xfrm>
            <a:prstGeom prst="line">
              <a:avLst/>
            </a:prstGeom>
            <a:noFill/>
            <a:ln w="9525" cap="flat" cmpd="sng" algn="ctr">
              <a:solidFill>
                <a:srgbClr val="E97132"/>
              </a:solidFill>
              <a:prstDash val="solid"/>
              <a:miter lim="800000"/>
            </a:ln>
            <a:effectLst/>
          </p:spPr>
        </p:cxnSp>
        <p:cxnSp>
          <p:nvCxnSpPr>
            <p:cNvPr id="156" name="Gerade Verbindung 78">
              <a:extLst>
                <a:ext uri="{FF2B5EF4-FFF2-40B4-BE49-F238E27FC236}">
                  <a16:creationId xmlns:a16="http://schemas.microsoft.com/office/drawing/2014/main" id="{8F8A2576-E742-6BF6-B6E6-19E3844224BE}"/>
                </a:ext>
              </a:extLst>
            </p:cNvPr>
            <p:cNvCxnSpPr/>
            <p:nvPr userDrawn="1"/>
          </p:nvCxnSpPr>
          <p:spPr>
            <a:xfrm>
              <a:off x="6175375" y="-360000"/>
              <a:ext cx="0" cy="216000"/>
            </a:xfrm>
            <a:prstGeom prst="line">
              <a:avLst/>
            </a:prstGeom>
            <a:noFill/>
            <a:ln w="9525" cap="flat" cmpd="sng" algn="ctr">
              <a:solidFill>
                <a:srgbClr val="E97132"/>
              </a:solidFill>
              <a:prstDash val="solid"/>
              <a:miter lim="800000"/>
            </a:ln>
            <a:effectLst/>
          </p:spPr>
        </p:cxnSp>
        <p:cxnSp>
          <p:nvCxnSpPr>
            <p:cNvPr id="157" name="Gerade Verbindung 79">
              <a:extLst>
                <a:ext uri="{FF2B5EF4-FFF2-40B4-BE49-F238E27FC236}">
                  <a16:creationId xmlns:a16="http://schemas.microsoft.com/office/drawing/2014/main" id="{1C4970FF-1886-E862-0840-F44BB2E83E9E}"/>
                </a:ext>
              </a:extLst>
            </p:cNvPr>
            <p:cNvCxnSpPr/>
            <p:nvPr userDrawn="1"/>
          </p:nvCxnSpPr>
          <p:spPr>
            <a:xfrm>
              <a:off x="6175375" y="7002000"/>
              <a:ext cx="0" cy="216000"/>
            </a:xfrm>
            <a:prstGeom prst="line">
              <a:avLst/>
            </a:prstGeom>
            <a:noFill/>
            <a:ln w="9525" cap="flat" cmpd="sng" algn="ctr">
              <a:solidFill>
                <a:srgbClr val="E97132"/>
              </a:solidFill>
              <a:prstDash val="solid"/>
              <a:miter lim="800000"/>
            </a:ln>
            <a:effectLst/>
          </p:spPr>
        </p:cxnSp>
        <p:cxnSp>
          <p:nvCxnSpPr>
            <p:cNvPr id="158" name="Gerade Verbindung 81">
              <a:extLst>
                <a:ext uri="{FF2B5EF4-FFF2-40B4-BE49-F238E27FC236}">
                  <a16:creationId xmlns:a16="http://schemas.microsoft.com/office/drawing/2014/main" id="{C7AE624B-5359-3655-7169-C793311E034E}"/>
                </a:ext>
              </a:extLst>
            </p:cNvPr>
            <p:cNvCxnSpPr/>
            <p:nvPr userDrawn="1"/>
          </p:nvCxnSpPr>
          <p:spPr>
            <a:xfrm>
              <a:off x="6934200" y="-360000"/>
              <a:ext cx="0" cy="216000"/>
            </a:xfrm>
            <a:prstGeom prst="line">
              <a:avLst/>
            </a:prstGeom>
            <a:noFill/>
            <a:ln w="9525" cap="flat" cmpd="sng" algn="ctr">
              <a:solidFill>
                <a:srgbClr val="E97132"/>
              </a:solidFill>
              <a:prstDash val="solid"/>
              <a:miter lim="800000"/>
            </a:ln>
            <a:effectLst/>
          </p:spPr>
        </p:cxnSp>
        <p:cxnSp>
          <p:nvCxnSpPr>
            <p:cNvPr id="159" name="Gerade Verbindung 82">
              <a:extLst>
                <a:ext uri="{FF2B5EF4-FFF2-40B4-BE49-F238E27FC236}">
                  <a16:creationId xmlns:a16="http://schemas.microsoft.com/office/drawing/2014/main" id="{352E805C-B6A9-8378-F51A-AF3F13AF6F86}"/>
                </a:ext>
              </a:extLst>
            </p:cNvPr>
            <p:cNvCxnSpPr/>
            <p:nvPr userDrawn="1"/>
          </p:nvCxnSpPr>
          <p:spPr>
            <a:xfrm>
              <a:off x="6934200" y="7002000"/>
              <a:ext cx="0" cy="216000"/>
            </a:xfrm>
            <a:prstGeom prst="line">
              <a:avLst/>
            </a:prstGeom>
            <a:noFill/>
            <a:ln w="9525" cap="flat" cmpd="sng" algn="ctr">
              <a:solidFill>
                <a:srgbClr val="E97132"/>
              </a:solidFill>
              <a:prstDash val="solid"/>
              <a:miter lim="800000"/>
            </a:ln>
            <a:effectLst/>
          </p:spPr>
        </p:cxnSp>
        <p:cxnSp>
          <p:nvCxnSpPr>
            <p:cNvPr id="160" name="Gerade Verbindung 84">
              <a:extLst>
                <a:ext uri="{FF2B5EF4-FFF2-40B4-BE49-F238E27FC236}">
                  <a16:creationId xmlns:a16="http://schemas.microsoft.com/office/drawing/2014/main" id="{24D64561-1F2D-9FCF-D081-98877D1C7E31}"/>
                </a:ext>
              </a:extLst>
            </p:cNvPr>
            <p:cNvCxnSpPr/>
            <p:nvPr userDrawn="1"/>
          </p:nvCxnSpPr>
          <p:spPr>
            <a:xfrm>
              <a:off x="7114826" y="-360000"/>
              <a:ext cx="0" cy="216000"/>
            </a:xfrm>
            <a:prstGeom prst="line">
              <a:avLst/>
            </a:prstGeom>
            <a:noFill/>
            <a:ln w="9525" cap="flat" cmpd="sng" algn="ctr">
              <a:solidFill>
                <a:srgbClr val="E97132"/>
              </a:solidFill>
              <a:prstDash val="solid"/>
              <a:miter lim="800000"/>
            </a:ln>
            <a:effectLst/>
          </p:spPr>
        </p:cxnSp>
        <p:cxnSp>
          <p:nvCxnSpPr>
            <p:cNvPr id="161" name="Gerade Verbindung 85">
              <a:extLst>
                <a:ext uri="{FF2B5EF4-FFF2-40B4-BE49-F238E27FC236}">
                  <a16:creationId xmlns:a16="http://schemas.microsoft.com/office/drawing/2014/main" id="{A7CBF5EB-6E42-E38D-982A-39FACB0AB7D7}"/>
                </a:ext>
              </a:extLst>
            </p:cNvPr>
            <p:cNvCxnSpPr/>
            <p:nvPr userDrawn="1"/>
          </p:nvCxnSpPr>
          <p:spPr>
            <a:xfrm>
              <a:off x="7114826" y="7002000"/>
              <a:ext cx="0" cy="216000"/>
            </a:xfrm>
            <a:prstGeom prst="line">
              <a:avLst/>
            </a:prstGeom>
            <a:noFill/>
            <a:ln w="9525" cap="flat" cmpd="sng" algn="ctr">
              <a:solidFill>
                <a:srgbClr val="E97132"/>
              </a:solidFill>
              <a:prstDash val="solid"/>
              <a:miter lim="800000"/>
            </a:ln>
            <a:effectLst/>
          </p:spPr>
        </p:cxnSp>
        <p:cxnSp>
          <p:nvCxnSpPr>
            <p:cNvPr id="162" name="Gerade Verbindung 87">
              <a:extLst>
                <a:ext uri="{FF2B5EF4-FFF2-40B4-BE49-F238E27FC236}">
                  <a16:creationId xmlns:a16="http://schemas.microsoft.com/office/drawing/2014/main" id="{F4BE4770-E6EF-D163-2527-7B712C62DF74}"/>
                </a:ext>
              </a:extLst>
            </p:cNvPr>
            <p:cNvCxnSpPr/>
            <p:nvPr userDrawn="1"/>
          </p:nvCxnSpPr>
          <p:spPr>
            <a:xfrm>
              <a:off x="7874000" y="-360000"/>
              <a:ext cx="0" cy="216000"/>
            </a:xfrm>
            <a:prstGeom prst="line">
              <a:avLst/>
            </a:prstGeom>
            <a:noFill/>
            <a:ln w="9525" cap="flat" cmpd="sng" algn="ctr">
              <a:solidFill>
                <a:srgbClr val="E97132"/>
              </a:solidFill>
              <a:prstDash val="solid"/>
              <a:miter lim="800000"/>
            </a:ln>
            <a:effectLst/>
          </p:spPr>
        </p:cxnSp>
        <p:cxnSp>
          <p:nvCxnSpPr>
            <p:cNvPr id="163" name="Gerade Verbindung 88">
              <a:extLst>
                <a:ext uri="{FF2B5EF4-FFF2-40B4-BE49-F238E27FC236}">
                  <a16:creationId xmlns:a16="http://schemas.microsoft.com/office/drawing/2014/main" id="{232F9E48-876F-0213-F605-B693F37F3DE0}"/>
                </a:ext>
              </a:extLst>
            </p:cNvPr>
            <p:cNvCxnSpPr/>
            <p:nvPr userDrawn="1"/>
          </p:nvCxnSpPr>
          <p:spPr>
            <a:xfrm>
              <a:off x="7874000" y="7002000"/>
              <a:ext cx="0" cy="216000"/>
            </a:xfrm>
            <a:prstGeom prst="line">
              <a:avLst/>
            </a:prstGeom>
            <a:noFill/>
            <a:ln w="9525" cap="flat" cmpd="sng" algn="ctr">
              <a:solidFill>
                <a:srgbClr val="E97132"/>
              </a:solidFill>
              <a:prstDash val="solid"/>
              <a:miter lim="800000"/>
            </a:ln>
            <a:effectLst/>
          </p:spPr>
        </p:cxnSp>
        <p:cxnSp>
          <p:nvCxnSpPr>
            <p:cNvPr id="164" name="Gerade Verbindung 90">
              <a:extLst>
                <a:ext uri="{FF2B5EF4-FFF2-40B4-BE49-F238E27FC236}">
                  <a16:creationId xmlns:a16="http://schemas.microsoft.com/office/drawing/2014/main" id="{736BBC98-53A7-5877-20C7-74D09A13CAF0}"/>
                </a:ext>
              </a:extLst>
            </p:cNvPr>
            <p:cNvCxnSpPr/>
            <p:nvPr userDrawn="1"/>
          </p:nvCxnSpPr>
          <p:spPr>
            <a:xfrm>
              <a:off x="8054975" y="-360000"/>
              <a:ext cx="0" cy="216000"/>
            </a:xfrm>
            <a:prstGeom prst="line">
              <a:avLst/>
            </a:prstGeom>
            <a:noFill/>
            <a:ln w="9525" cap="flat" cmpd="sng" algn="ctr">
              <a:solidFill>
                <a:srgbClr val="E97132"/>
              </a:solidFill>
              <a:prstDash val="solid"/>
              <a:miter lim="800000"/>
            </a:ln>
            <a:effectLst/>
          </p:spPr>
        </p:cxnSp>
        <p:cxnSp>
          <p:nvCxnSpPr>
            <p:cNvPr id="165" name="Gerade Verbindung 91">
              <a:extLst>
                <a:ext uri="{FF2B5EF4-FFF2-40B4-BE49-F238E27FC236}">
                  <a16:creationId xmlns:a16="http://schemas.microsoft.com/office/drawing/2014/main" id="{FE528410-7426-17B7-8C39-DEF572846D5B}"/>
                </a:ext>
              </a:extLst>
            </p:cNvPr>
            <p:cNvCxnSpPr/>
            <p:nvPr userDrawn="1"/>
          </p:nvCxnSpPr>
          <p:spPr>
            <a:xfrm>
              <a:off x="8054975" y="7002000"/>
              <a:ext cx="0" cy="216000"/>
            </a:xfrm>
            <a:prstGeom prst="line">
              <a:avLst/>
            </a:prstGeom>
            <a:noFill/>
            <a:ln w="9525" cap="flat" cmpd="sng" algn="ctr">
              <a:solidFill>
                <a:srgbClr val="E97132"/>
              </a:solidFill>
              <a:prstDash val="solid"/>
              <a:miter lim="800000"/>
            </a:ln>
            <a:effectLst/>
          </p:spPr>
        </p:cxnSp>
        <p:cxnSp>
          <p:nvCxnSpPr>
            <p:cNvPr id="166" name="Gerade Verbindung 93">
              <a:extLst>
                <a:ext uri="{FF2B5EF4-FFF2-40B4-BE49-F238E27FC236}">
                  <a16:creationId xmlns:a16="http://schemas.microsoft.com/office/drawing/2014/main" id="{C1C8632F-D4E4-AD8D-32DF-67E6A3C897F4}"/>
                </a:ext>
              </a:extLst>
            </p:cNvPr>
            <p:cNvCxnSpPr/>
            <p:nvPr userDrawn="1"/>
          </p:nvCxnSpPr>
          <p:spPr>
            <a:xfrm>
              <a:off x="8813800" y="-360000"/>
              <a:ext cx="0" cy="216000"/>
            </a:xfrm>
            <a:prstGeom prst="line">
              <a:avLst/>
            </a:prstGeom>
            <a:noFill/>
            <a:ln w="9525" cap="flat" cmpd="sng" algn="ctr">
              <a:solidFill>
                <a:srgbClr val="E97132"/>
              </a:solidFill>
              <a:prstDash val="solid"/>
              <a:miter lim="800000"/>
            </a:ln>
            <a:effectLst/>
          </p:spPr>
        </p:cxnSp>
        <p:cxnSp>
          <p:nvCxnSpPr>
            <p:cNvPr id="167" name="Gerade Verbindung 94">
              <a:extLst>
                <a:ext uri="{FF2B5EF4-FFF2-40B4-BE49-F238E27FC236}">
                  <a16:creationId xmlns:a16="http://schemas.microsoft.com/office/drawing/2014/main" id="{6F6A7893-D824-811B-FE57-7412FD3FF67B}"/>
                </a:ext>
              </a:extLst>
            </p:cNvPr>
            <p:cNvCxnSpPr/>
            <p:nvPr userDrawn="1"/>
          </p:nvCxnSpPr>
          <p:spPr>
            <a:xfrm>
              <a:off x="8813800" y="7002000"/>
              <a:ext cx="0" cy="216000"/>
            </a:xfrm>
            <a:prstGeom prst="line">
              <a:avLst/>
            </a:prstGeom>
            <a:noFill/>
            <a:ln w="9525" cap="flat" cmpd="sng" algn="ctr">
              <a:solidFill>
                <a:srgbClr val="E97132"/>
              </a:solidFill>
              <a:prstDash val="solid"/>
              <a:miter lim="800000"/>
            </a:ln>
            <a:effectLst/>
          </p:spPr>
        </p:cxnSp>
        <p:cxnSp>
          <p:nvCxnSpPr>
            <p:cNvPr id="168" name="Gerade Verbindung 96">
              <a:extLst>
                <a:ext uri="{FF2B5EF4-FFF2-40B4-BE49-F238E27FC236}">
                  <a16:creationId xmlns:a16="http://schemas.microsoft.com/office/drawing/2014/main" id="{F3AC9D39-BEF2-B268-957A-645F18164920}"/>
                </a:ext>
              </a:extLst>
            </p:cNvPr>
            <p:cNvCxnSpPr/>
            <p:nvPr userDrawn="1"/>
          </p:nvCxnSpPr>
          <p:spPr>
            <a:xfrm>
              <a:off x="8994775" y="-360000"/>
              <a:ext cx="0" cy="216000"/>
            </a:xfrm>
            <a:prstGeom prst="line">
              <a:avLst/>
            </a:prstGeom>
            <a:noFill/>
            <a:ln w="9525" cap="flat" cmpd="sng" algn="ctr">
              <a:solidFill>
                <a:srgbClr val="E97132"/>
              </a:solidFill>
              <a:prstDash val="solid"/>
              <a:miter lim="800000"/>
            </a:ln>
            <a:effectLst/>
          </p:spPr>
        </p:cxnSp>
        <p:cxnSp>
          <p:nvCxnSpPr>
            <p:cNvPr id="169" name="Gerade Verbindung 97">
              <a:extLst>
                <a:ext uri="{FF2B5EF4-FFF2-40B4-BE49-F238E27FC236}">
                  <a16:creationId xmlns:a16="http://schemas.microsoft.com/office/drawing/2014/main" id="{B7311D5F-F899-7FF5-97AA-CCFC4DBEE37D}"/>
                </a:ext>
              </a:extLst>
            </p:cNvPr>
            <p:cNvCxnSpPr/>
            <p:nvPr userDrawn="1"/>
          </p:nvCxnSpPr>
          <p:spPr>
            <a:xfrm>
              <a:off x="8994775" y="7002000"/>
              <a:ext cx="0" cy="216000"/>
            </a:xfrm>
            <a:prstGeom prst="line">
              <a:avLst/>
            </a:prstGeom>
            <a:noFill/>
            <a:ln w="9525" cap="flat" cmpd="sng" algn="ctr">
              <a:solidFill>
                <a:srgbClr val="E97132"/>
              </a:solidFill>
              <a:prstDash val="solid"/>
              <a:miter lim="800000"/>
            </a:ln>
            <a:effectLst/>
          </p:spPr>
        </p:cxnSp>
        <p:cxnSp>
          <p:nvCxnSpPr>
            <p:cNvPr id="170" name="Gerade Verbindung 99">
              <a:extLst>
                <a:ext uri="{FF2B5EF4-FFF2-40B4-BE49-F238E27FC236}">
                  <a16:creationId xmlns:a16="http://schemas.microsoft.com/office/drawing/2014/main" id="{7823D49A-51CA-5AA6-B2EB-D7B1C029FFCB}"/>
                </a:ext>
              </a:extLst>
            </p:cNvPr>
            <p:cNvCxnSpPr/>
            <p:nvPr userDrawn="1"/>
          </p:nvCxnSpPr>
          <p:spPr>
            <a:xfrm>
              <a:off x="9751003" y="-360000"/>
              <a:ext cx="0" cy="216000"/>
            </a:xfrm>
            <a:prstGeom prst="line">
              <a:avLst/>
            </a:prstGeom>
            <a:noFill/>
            <a:ln w="9525" cap="flat" cmpd="sng" algn="ctr">
              <a:solidFill>
                <a:srgbClr val="E97132"/>
              </a:solidFill>
              <a:prstDash val="solid"/>
              <a:miter lim="800000"/>
            </a:ln>
            <a:effectLst/>
          </p:spPr>
        </p:cxnSp>
        <p:cxnSp>
          <p:nvCxnSpPr>
            <p:cNvPr id="171" name="Gerade Verbindung 100">
              <a:extLst>
                <a:ext uri="{FF2B5EF4-FFF2-40B4-BE49-F238E27FC236}">
                  <a16:creationId xmlns:a16="http://schemas.microsoft.com/office/drawing/2014/main" id="{E0183E98-1E8B-5844-280F-6AF5B7E06638}"/>
                </a:ext>
              </a:extLst>
            </p:cNvPr>
            <p:cNvCxnSpPr/>
            <p:nvPr userDrawn="1"/>
          </p:nvCxnSpPr>
          <p:spPr>
            <a:xfrm>
              <a:off x="9751003" y="7002000"/>
              <a:ext cx="0" cy="216000"/>
            </a:xfrm>
            <a:prstGeom prst="line">
              <a:avLst/>
            </a:prstGeom>
            <a:noFill/>
            <a:ln w="9525" cap="flat" cmpd="sng" algn="ctr">
              <a:solidFill>
                <a:srgbClr val="E97132"/>
              </a:solidFill>
              <a:prstDash val="solid"/>
              <a:miter lim="800000"/>
            </a:ln>
            <a:effectLst/>
          </p:spPr>
        </p:cxnSp>
        <p:cxnSp>
          <p:nvCxnSpPr>
            <p:cNvPr id="172" name="Gerade Verbindung 102">
              <a:extLst>
                <a:ext uri="{FF2B5EF4-FFF2-40B4-BE49-F238E27FC236}">
                  <a16:creationId xmlns:a16="http://schemas.microsoft.com/office/drawing/2014/main" id="{133C0CE9-4A1E-B605-9DE1-A1AE37B785EE}"/>
                </a:ext>
              </a:extLst>
            </p:cNvPr>
            <p:cNvCxnSpPr/>
            <p:nvPr userDrawn="1"/>
          </p:nvCxnSpPr>
          <p:spPr>
            <a:xfrm>
              <a:off x="9928225" y="-360000"/>
              <a:ext cx="0" cy="216000"/>
            </a:xfrm>
            <a:prstGeom prst="line">
              <a:avLst/>
            </a:prstGeom>
            <a:noFill/>
            <a:ln w="9525" cap="flat" cmpd="sng" algn="ctr">
              <a:solidFill>
                <a:srgbClr val="E97132"/>
              </a:solidFill>
              <a:prstDash val="solid"/>
              <a:miter lim="800000"/>
            </a:ln>
            <a:effectLst/>
          </p:spPr>
        </p:cxnSp>
        <p:cxnSp>
          <p:nvCxnSpPr>
            <p:cNvPr id="173" name="Gerade Verbindung 103">
              <a:extLst>
                <a:ext uri="{FF2B5EF4-FFF2-40B4-BE49-F238E27FC236}">
                  <a16:creationId xmlns:a16="http://schemas.microsoft.com/office/drawing/2014/main" id="{8476BBA4-BA52-C1E5-11F8-DE21B05A8FC1}"/>
                </a:ext>
              </a:extLst>
            </p:cNvPr>
            <p:cNvCxnSpPr/>
            <p:nvPr userDrawn="1"/>
          </p:nvCxnSpPr>
          <p:spPr>
            <a:xfrm>
              <a:off x="9928225" y="7002000"/>
              <a:ext cx="0" cy="216000"/>
            </a:xfrm>
            <a:prstGeom prst="line">
              <a:avLst/>
            </a:prstGeom>
            <a:noFill/>
            <a:ln w="9525" cap="flat" cmpd="sng" algn="ctr">
              <a:solidFill>
                <a:srgbClr val="E97132"/>
              </a:solidFill>
              <a:prstDash val="solid"/>
              <a:miter lim="800000"/>
            </a:ln>
            <a:effectLst/>
          </p:spPr>
        </p:cxnSp>
        <p:cxnSp>
          <p:nvCxnSpPr>
            <p:cNvPr id="174" name="Gerade Verbindung 105">
              <a:extLst>
                <a:ext uri="{FF2B5EF4-FFF2-40B4-BE49-F238E27FC236}">
                  <a16:creationId xmlns:a16="http://schemas.microsoft.com/office/drawing/2014/main" id="{7958847E-85E2-8873-8FD8-D9BB5A18028B}"/>
                </a:ext>
              </a:extLst>
            </p:cNvPr>
            <p:cNvCxnSpPr/>
            <p:nvPr userDrawn="1"/>
          </p:nvCxnSpPr>
          <p:spPr>
            <a:xfrm>
              <a:off x="10690225" y="-360000"/>
              <a:ext cx="0" cy="216000"/>
            </a:xfrm>
            <a:prstGeom prst="line">
              <a:avLst/>
            </a:prstGeom>
            <a:noFill/>
            <a:ln w="9525" cap="flat" cmpd="sng" algn="ctr">
              <a:solidFill>
                <a:srgbClr val="E97132"/>
              </a:solidFill>
              <a:prstDash val="solid"/>
              <a:miter lim="800000"/>
            </a:ln>
            <a:effectLst/>
          </p:spPr>
        </p:cxnSp>
        <p:cxnSp>
          <p:nvCxnSpPr>
            <p:cNvPr id="175" name="Gerade Verbindung 106">
              <a:extLst>
                <a:ext uri="{FF2B5EF4-FFF2-40B4-BE49-F238E27FC236}">
                  <a16:creationId xmlns:a16="http://schemas.microsoft.com/office/drawing/2014/main" id="{B30F2065-4349-7466-24BD-860F66C2B529}"/>
                </a:ext>
              </a:extLst>
            </p:cNvPr>
            <p:cNvCxnSpPr/>
            <p:nvPr userDrawn="1"/>
          </p:nvCxnSpPr>
          <p:spPr>
            <a:xfrm>
              <a:off x="10690225" y="7002000"/>
              <a:ext cx="0" cy="216000"/>
            </a:xfrm>
            <a:prstGeom prst="line">
              <a:avLst/>
            </a:prstGeom>
            <a:noFill/>
            <a:ln w="9525" cap="flat" cmpd="sng" algn="ctr">
              <a:solidFill>
                <a:srgbClr val="E97132"/>
              </a:solidFill>
              <a:prstDash val="solid"/>
              <a:miter lim="800000"/>
            </a:ln>
            <a:effectLst/>
          </p:spPr>
        </p:cxnSp>
        <p:cxnSp>
          <p:nvCxnSpPr>
            <p:cNvPr id="176" name="Gerade Verbindung 108">
              <a:extLst>
                <a:ext uri="{FF2B5EF4-FFF2-40B4-BE49-F238E27FC236}">
                  <a16:creationId xmlns:a16="http://schemas.microsoft.com/office/drawing/2014/main" id="{FA8C5DA9-EB38-1F7C-05B1-8EFCEF07A079}"/>
                </a:ext>
              </a:extLst>
            </p:cNvPr>
            <p:cNvCxnSpPr/>
            <p:nvPr userDrawn="1"/>
          </p:nvCxnSpPr>
          <p:spPr>
            <a:xfrm>
              <a:off x="10868025" y="-360000"/>
              <a:ext cx="0" cy="216000"/>
            </a:xfrm>
            <a:prstGeom prst="line">
              <a:avLst/>
            </a:prstGeom>
            <a:noFill/>
            <a:ln w="9525" cap="flat" cmpd="sng" algn="ctr">
              <a:solidFill>
                <a:srgbClr val="E97132"/>
              </a:solidFill>
              <a:prstDash val="solid"/>
              <a:miter lim="800000"/>
            </a:ln>
            <a:effectLst/>
          </p:spPr>
        </p:cxnSp>
        <p:cxnSp>
          <p:nvCxnSpPr>
            <p:cNvPr id="177" name="Gerade Verbindung 109">
              <a:extLst>
                <a:ext uri="{FF2B5EF4-FFF2-40B4-BE49-F238E27FC236}">
                  <a16:creationId xmlns:a16="http://schemas.microsoft.com/office/drawing/2014/main" id="{1566CF64-3EDA-4F50-25D6-B6C4A0A1118A}"/>
                </a:ext>
              </a:extLst>
            </p:cNvPr>
            <p:cNvCxnSpPr/>
            <p:nvPr userDrawn="1"/>
          </p:nvCxnSpPr>
          <p:spPr>
            <a:xfrm>
              <a:off x="10868025" y="7002000"/>
              <a:ext cx="0" cy="216000"/>
            </a:xfrm>
            <a:prstGeom prst="line">
              <a:avLst/>
            </a:prstGeom>
            <a:noFill/>
            <a:ln w="9525" cap="flat" cmpd="sng" algn="ctr">
              <a:solidFill>
                <a:srgbClr val="E97132"/>
              </a:solidFill>
              <a:prstDash val="solid"/>
              <a:miter lim="800000"/>
            </a:ln>
            <a:effectLst/>
          </p:spPr>
        </p:cxnSp>
        <p:cxnSp>
          <p:nvCxnSpPr>
            <p:cNvPr id="178" name="Gerade Verbindung 111">
              <a:extLst>
                <a:ext uri="{FF2B5EF4-FFF2-40B4-BE49-F238E27FC236}">
                  <a16:creationId xmlns:a16="http://schemas.microsoft.com/office/drawing/2014/main" id="{8A7DB6B2-FE39-C8A8-C1DF-D29569072087}"/>
                </a:ext>
              </a:extLst>
            </p:cNvPr>
            <p:cNvCxnSpPr/>
            <p:nvPr userDrawn="1"/>
          </p:nvCxnSpPr>
          <p:spPr>
            <a:xfrm>
              <a:off x="11628438" y="-360000"/>
              <a:ext cx="0" cy="216000"/>
            </a:xfrm>
            <a:prstGeom prst="line">
              <a:avLst/>
            </a:prstGeom>
            <a:noFill/>
            <a:ln w="9525" cap="flat" cmpd="sng" algn="ctr">
              <a:solidFill>
                <a:srgbClr val="E97132"/>
              </a:solidFill>
              <a:prstDash val="solid"/>
              <a:miter lim="800000"/>
            </a:ln>
            <a:effectLst/>
          </p:spPr>
        </p:cxnSp>
        <p:cxnSp>
          <p:nvCxnSpPr>
            <p:cNvPr id="179" name="Gerade Verbindung 112">
              <a:extLst>
                <a:ext uri="{FF2B5EF4-FFF2-40B4-BE49-F238E27FC236}">
                  <a16:creationId xmlns:a16="http://schemas.microsoft.com/office/drawing/2014/main" id="{F40E943F-5B59-A997-589F-6FBBB3438436}"/>
                </a:ext>
              </a:extLst>
            </p:cNvPr>
            <p:cNvCxnSpPr/>
            <p:nvPr userDrawn="1"/>
          </p:nvCxnSpPr>
          <p:spPr>
            <a:xfrm>
              <a:off x="11628438" y="7002000"/>
              <a:ext cx="0" cy="216000"/>
            </a:xfrm>
            <a:prstGeom prst="line">
              <a:avLst/>
            </a:prstGeom>
            <a:noFill/>
            <a:ln w="9525" cap="flat" cmpd="sng" algn="ctr">
              <a:solidFill>
                <a:srgbClr val="E97132"/>
              </a:solidFill>
              <a:prstDash val="solid"/>
              <a:miter lim="800000"/>
            </a:ln>
            <a:effectLst/>
          </p:spPr>
        </p:cxnSp>
        <p:cxnSp>
          <p:nvCxnSpPr>
            <p:cNvPr id="180" name="Gerade Verbindung 114">
              <a:extLst>
                <a:ext uri="{FF2B5EF4-FFF2-40B4-BE49-F238E27FC236}">
                  <a16:creationId xmlns:a16="http://schemas.microsoft.com/office/drawing/2014/main" id="{A070FC6B-8765-4411-4C9E-C5E1153FFF01}"/>
                </a:ext>
              </a:extLst>
            </p:cNvPr>
            <p:cNvCxnSpPr/>
            <p:nvPr userDrawn="1"/>
          </p:nvCxnSpPr>
          <p:spPr>
            <a:xfrm rot="5400000">
              <a:off x="-360000" y="1512000"/>
              <a:ext cx="0" cy="216000"/>
            </a:xfrm>
            <a:prstGeom prst="line">
              <a:avLst/>
            </a:prstGeom>
            <a:noFill/>
            <a:ln w="9525" cap="flat" cmpd="sng" algn="ctr">
              <a:solidFill>
                <a:srgbClr val="E97132"/>
              </a:solidFill>
              <a:prstDash val="solid"/>
              <a:miter lim="800000"/>
            </a:ln>
            <a:effectLst/>
          </p:spPr>
        </p:cxnSp>
        <p:cxnSp>
          <p:nvCxnSpPr>
            <p:cNvPr id="181" name="Gerade Verbindung 116">
              <a:extLst>
                <a:ext uri="{FF2B5EF4-FFF2-40B4-BE49-F238E27FC236}">
                  <a16:creationId xmlns:a16="http://schemas.microsoft.com/office/drawing/2014/main" id="{675AA2B7-AE59-9D62-1A7C-8CAAB4458F09}"/>
                </a:ext>
              </a:extLst>
            </p:cNvPr>
            <p:cNvCxnSpPr/>
            <p:nvPr userDrawn="1"/>
          </p:nvCxnSpPr>
          <p:spPr>
            <a:xfrm rot="5400000">
              <a:off x="-360000" y="6084838"/>
              <a:ext cx="0" cy="216000"/>
            </a:xfrm>
            <a:prstGeom prst="line">
              <a:avLst/>
            </a:prstGeom>
            <a:noFill/>
            <a:ln w="9525" cap="flat" cmpd="sng" algn="ctr">
              <a:solidFill>
                <a:srgbClr val="E97132"/>
              </a:solidFill>
              <a:prstDash val="solid"/>
              <a:miter lim="800000"/>
            </a:ln>
            <a:effectLst/>
          </p:spPr>
        </p:cxnSp>
        <p:cxnSp>
          <p:nvCxnSpPr>
            <p:cNvPr id="182" name="Gerade Verbindung 117">
              <a:extLst>
                <a:ext uri="{FF2B5EF4-FFF2-40B4-BE49-F238E27FC236}">
                  <a16:creationId xmlns:a16="http://schemas.microsoft.com/office/drawing/2014/main" id="{3C03694E-9AF7-D185-D6AC-1B1ED8557A2F}"/>
                </a:ext>
              </a:extLst>
            </p:cNvPr>
            <p:cNvCxnSpPr/>
            <p:nvPr userDrawn="1"/>
          </p:nvCxnSpPr>
          <p:spPr>
            <a:xfrm rot="5400000">
              <a:off x="12423600" y="1512000"/>
              <a:ext cx="0" cy="216000"/>
            </a:xfrm>
            <a:prstGeom prst="line">
              <a:avLst/>
            </a:prstGeom>
            <a:noFill/>
            <a:ln w="9525" cap="flat" cmpd="sng" algn="ctr">
              <a:solidFill>
                <a:srgbClr val="E97132"/>
              </a:solidFill>
              <a:prstDash val="solid"/>
              <a:miter lim="800000"/>
            </a:ln>
            <a:effectLst/>
          </p:spPr>
        </p:cxnSp>
        <p:cxnSp>
          <p:nvCxnSpPr>
            <p:cNvPr id="183" name="Gerade Verbindung 118">
              <a:extLst>
                <a:ext uri="{FF2B5EF4-FFF2-40B4-BE49-F238E27FC236}">
                  <a16:creationId xmlns:a16="http://schemas.microsoft.com/office/drawing/2014/main" id="{BD3AA2BF-3D4E-DE31-60BB-B16525C5CC00}"/>
                </a:ext>
              </a:extLst>
            </p:cNvPr>
            <p:cNvCxnSpPr/>
            <p:nvPr userDrawn="1"/>
          </p:nvCxnSpPr>
          <p:spPr>
            <a:xfrm rot="5400000">
              <a:off x="12423600" y="6084838"/>
              <a:ext cx="0" cy="216000"/>
            </a:xfrm>
            <a:prstGeom prst="line">
              <a:avLst/>
            </a:prstGeom>
            <a:noFill/>
            <a:ln w="9525" cap="flat" cmpd="sng" algn="ctr">
              <a:solidFill>
                <a:srgbClr val="E97132"/>
              </a:solidFill>
              <a:prstDash val="solid"/>
              <a:miter lim="800000"/>
            </a:ln>
            <a:effectLst/>
          </p:spPr>
        </p:cxnSp>
      </p:grpSp>
      <p:sp>
        <p:nvSpPr>
          <p:cNvPr id="194" name="Title Placeholder 193">
            <a:extLst>
              <a:ext uri="{FF2B5EF4-FFF2-40B4-BE49-F238E27FC236}">
                <a16:creationId xmlns:a16="http://schemas.microsoft.com/office/drawing/2014/main" id="{9A04890C-C36C-254A-633A-BF58BB543C58}"/>
              </a:ext>
            </a:extLst>
          </p:cNvPr>
          <p:cNvSpPr>
            <a:spLocks noGrp="1"/>
          </p:cNvSpPr>
          <p:nvPr>
            <p:ph type="title"/>
          </p:nvPr>
        </p:nvSpPr>
        <p:spPr>
          <a:xfrm>
            <a:off x="540000" y="365125"/>
            <a:ext cx="10067865" cy="70167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95" name="Text Placeholder 194">
            <a:extLst>
              <a:ext uri="{FF2B5EF4-FFF2-40B4-BE49-F238E27FC236}">
                <a16:creationId xmlns:a16="http://schemas.microsoft.com/office/drawing/2014/main" id="{D686C37E-A347-EDAF-EA0A-C766BD6C98A3}"/>
              </a:ext>
            </a:extLst>
          </p:cNvPr>
          <p:cNvSpPr>
            <a:spLocks noGrp="1"/>
          </p:cNvSpPr>
          <p:nvPr>
            <p:ph type="body" idx="1"/>
          </p:nvPr>
        </p:nvSpPr>
        <p:spPr>
          <a:xfrm>
            <a:off x="533400" y="1620000"/>
            <a:ext cx="11095038" cy="4556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6" name="Date Placeholder 195">
            <a:extLst>
              <a:ext uri="{FF2B5EF4-FFF2-40B4-BE49-F238E27FC236}">
                <a16:creationId xmlns:a16="http://schemas.microsoft.com/office/drawing/2014/main" id="{D83EADE3-F0AE-CA25-6AEB-C4FC08121F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3E2476-0F7A-42F5-BE74-236DDAFDB531}" type="datetimeFigureOut">
              <a:rPr lang="en-US" smtClean="0"/>
              <a:t>19-Jun-25</a:t>
            </a:fld>
            <a:endParaRPr lang="en-US"/>
          </a:p>
        </p:txBody>
      </p:sp>
      <p:sp>
        <p:nvSpPr>
          <p:cNvPr id="198" name="Slide Number Placeholder 197">
            <a:extLst>
              <a:ext uri="{FF2B5EF4-FFF2-40B4-BE49-F238E27FC236}">
                <a16:creationId xmlns:a16="http://schemas.microsoft.com/office/drawing/2014/main" id="{6880ED00-7BCE-428A-533C-F3ACC9BEB2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60E944-92EF-4F50-939A-662FA230D41F}" type="slidenum">
              <a:rPr lang="en-US" smtClean="0"/>
              <a:t>‹#›</a:t>
            </a:fld>
            <a:endParaRPr lang="en-US"/>
          </a:p>
        </p:txBody>
      </p:sp>
      <p:sp>
        <p:nvSpPr>
          <p:cNvPr id="2" name="Footer Placeholder 1">
            <a:extLst>
              <a:ext uri="{FF2B5EF4-FFF2-40B4-BE49-F238E27FC236}">
                <a16:creationId xmlns:a16="http://schemas.microsoft.com/office/drawing/2014/main" id="{4B18EC26-6B97-28B3-FABE-36C18D26FD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938749840"/>
      </p:ext>
    </p:extLst>
  </p:cSld>
  <p:clrMap bg1="lt1" tx1="dk1" bg2="lt2" tx2="dk2" accent1="accent1" accent2="accent2" accent3="accent3" accent4="accent4" accent5="accent5" accent6="accent6" hlink="hlink" folHlink="folHlink"/>
  <p:sldLayoutIdLst>
    <p:sldLayoutId id="2147483714"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Lst>
  <p:hf hdr="0" dt="0"/>
  <p:txStyles>
    <p:titleStyle>
      <a:lvl1pPr algn="l" defTabSz="914400" rtl="0" eaLnBrk="1" latinLnBrk="0" hangingPunct="1">
        <a:spcBef>
          <a:spcPct val="0"/>
        </a:spcBef>
        <a:buNone/>
        <a:defRPr sz="2800" b="1" kern="1200">
          <a:solidFill>
            <a:srgbClr val="02478E"/>
          </a:solidFill>
          <a:latin typeface="+mj-lt"/>
          <a:ea typeface="+mj-ea"/>
          <a:cs typeface="+mj-cs"/>
        </a:defRPr>
      </a:lvl1pPr>
    </p:titleStyle>
    <p:bodyStyle>
      <a:lvl1pPr marL="0" indent="0" algn="l" defTabSz="914400" rtl="0" eaLnBrk="1" latinLnBrk="0" hangingPunct="1">
        <a:lnSpc>
          <a:spcPct val="100000"/>
        </a:lnSpc>
        <a:spcBef>
          <a:spcPts val="0"/>
        </a:spcBef>
        <a:buFont typeface="Arial" panose="020B0604020202020204" pitchFamily="34" charset="0"/>
        <a:buNone/>
        <a:defRPr sz="2000" b="1" kern="1200">
          <a:solidFill>
            <a:schemeClr val="bg2"/>
          </a:solidFill>
          <a:latin typeface="+mn-lt"/>
          <a:ea typeface="+mn-ea"/>
          <a:cs typeface="+mn-cs"/>
        </a:defRPr>
      </a:lvl1pPr>
      <a:lvl2pPr marL="0" indent="0" algn="l" defTabSz="914400" rtl="0" eaLnBrk="1" latinLnBrk="0" hangingPunct="1">
        <a:lnSpc>
          <a:spcPct val="100000"/>
        </a:lnSpc>
        <a:spcBef>
          <a:spcPts val="0"/>
        </a:spcBef>
        <a:buClr>
          <a:schemeClr val="bg2"/>
        </a:buClr>
        <a:buFont typeface="Arial" panose="020B0604020202020204" pitchFamily="34" charset="0"/>
        <a:buNone/>
        <a:defRPr sz="1800" kern="1200">
          <a:solidFill>
            <a:schemeClr val="bg2"/>
          </a:solidFill>
          <a:latin typeface="+mn-lt"/>
          <a:ea typeface="+mn-ea"/>
          <a:cs typeface="+mn-cs"/>
        </a:defRPr>
      </a:lvl2pPr>
      <a:lvl3pPr marL="216000" indent="-216000" algn="l" defTabSz="914400" rtl="0" eaLnBrk="1" latinLnBrk="0" hangingPunct="1">
        <a:lnSpc>
          <a:spcPct val="100000"/>
        </a:lnSpc>
        <a:spcBef>
          <a:spcPts val="0"/>
        </a:spcBef>
        <a:buClrTx/>
        <a:buFont typeface="Arial" panose="020B0604020202020204" pitchFamily="34" charset="0"/>
        <a:buChar char="•"/>
        <a:defRPr sz="1800" kern="1200">
          <a:solidFill>
            <a:schemeClr val="bg2"/>
          </a:solidFill>
          <a:latin typeface="+mn-lt"/>
          <a:ea typeface="+mn-ea"/>
          <a:cs typeface="+mn-cs"/>
        </a:defRPr>
      </a:lvl3pPr>
      <a:lvl4pPr marL="432000" indent="-216000" algn="l" defTabSz="914400" rtl="0" eaLnBrk="1" latinLnBrk="0" hangingPunct="1">
        <a:lnSpc>
          <a:spcPct val="100000"/>
        </a:lnSpc>
        <a:spcBef>
          <a:spcPts val="0"/>
        </a:spcBef>
        <a:buFont typeface="Arial" panose="020B0604020202020204" pitchFamily="34" charset="0"/>
        <a:buChar char="•"/>
        <a:defRPr sz="1800" kern="1200">
          <a:solidFill>
            <a:schemeClr val="bg2"/>
          </a:solidFill>
          <a:latin typeface="+mn-lt"/>
          <a:ea typeface="+mn-ea"/>
          <a:cs typeface="+mn-cs"/>
        </a:defRPr>
      </a:lvl4pPr>
      <a:lvl5pPr marL="648000" indent="-216000" algn="l" defTabSz="914400" rtl="0" eaLnBrk="1" latinLnBrk="0" hangingPunct="1">
        <a:lnSpc>
          <a:spcPct val="100000"/>
        </a:lnSpc>
        <a:spcBef>
          <a:spcPts val="0"/>
        </a:spcBef>
        <a:buFont typeface="Arial" panose="020B0604020202020204" pitchFamily="34" charset="0"/>
        <a:buChar char="•"/>
        <a:defRPr sz="1800" kern="1200">
          <a:solidFill>
            <a:schemeClr val="bg2"/>
          </a:solidFill>
          <a:latin typeface="+mn-lt"/>
          <a:ea typeface="+mn-ea"/>
          <a:cs typeface="+mn-cs"/>
        </a:defRPr>
      </a:lvl5pPr>
      <a:lvl6pPr marL="864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6pPr>
      <a:lvl7pPr marL="1080000" indent="-216000" algn="l" defTabSz="914400" rtl="0" eaLnBrk="1" latinLnBrk="0" hangingPunct="1">
        <a:spcBef>
          <a:spcPts val="0"/>
        </a:spcBef>
        <a:buFont typeface="Arial" panose="020B0604020202020204" pitchFamily="34" charset="0"/>
        <a:buChar char="•"/>
        <a:defRPr sz="1800" kern="1200">
          <a:solidFill>
            <a:schemeClr val="tx1"/>
          </a:solidFill>
          <a:latin typeface="+mn-lt"/>
          <a:ea typeface="+mn-ea"/>
          <a:cs typeface="+mn-cs"/>
        </a:defRPr>
      </a:lvl7pPr>
      <a:lvl8pPr marL="1296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8pPr>
      <a:lvl9pPr marL="0" indent="0" algn="l" defTabSz="914400" rtl="0" eaLnBrk="1" latinLnBrk="0" hangingPunct="1">
        <a:spcBef>
          <a:spcPts val="1600"/>
        </a:spcBef>
        <a:buFontTx/>
        <a:buNone/>
        <a:defRPr sz="14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 userDrawn="1">
          <p15:clr>
            <a:srgbClr val="F26B43"/>
          </p15:clr>
        </p15:guide>
        <p15:guide id="2" pos="819">
          <p15:clr>
            <a:srgbClr val="F26B43"/>
          </p15:clr>
        </p15:guide>
        <p15:guide id="3" pos="930">
          <p15:clr>
            <a:srgbClr val="F26B43"/>
          </p15:clr>
        </p15:guide>
        <p15:guide id="4" pos="1392" userDrawn="1">
          <p15:clr>
            <a:srgbClr val="F26B43"/>
          </p15:clr>
        </p15:guide>
        <p15:guide id="5" pos="1512" userDrawn="1">
          <p15:clr>
            <a:srgbClr val="F26B43"/>
          </p15:clr>
        </p15:guide>
        <p15:guide id="6" pos="2003">
          <p15:clr>
            <a:srgbClr val="F26B43"/>
          </p15:clr>
        </p15:guide>
        <p15:guide id="7" pos="2117">
          <p15:clr>
            <a:srgbClr val="F26B43"/>
          </p15:clr>
        </p15:guide>
        <p15:guide id="8" pos="2592">
          <p15:clr>
            <a:srgbClr val="F26B43"/>
          </p15:clr>
        </p15:guide>
        <p15:guide id="9" pos="2705">
          <p15:clr>
            <a:srgbClr val="F26B43"/>
          </p15:clr>
        </p15:guide>
        <p15:guide id="10" pos="3185">
          <p15:clr>
            <a:srgbClr val="F26B43"/>
          </p15:clr>
        </p15:guide>
        <p15:guide id="11" pos="3299">
          <p15:clr>
            <a:srgbClr val="F26B43"/>
          </p15:clr>
        </p15:guide>
        <p15:guide id="12" pos="3776">
          <p15:clr>
            <a:srgbClr val="F26B43"/>
          </p15:clr>
        </p15:guide>
        <p15:guide id="13" pos="3890">
          <p15:clr>
            <a:srgbClr val="F26B43"/>
          </p15:clr>
        </p15:guide>
        <p15:guide id="14" pos="4368">
          <p15:clr>
            <a:srgbClr val="F26B43"/>
          </p15:clr>
        </p15:guide>
        <p15:guide id="15" pos="4482">
          <p15:clr>
            <a:srgbClr val="F26B43"/>
          </p15:clr>
        </p15:guide>
        <p15:guide id="16" pos="4959">
          <p15:clr>
            <a:srgbClr val="F26B43"/>
          </p15:clr>
        </p15:guide>
        <p15:guide id="17" pos="5075">
          <p15:clr>
            <a:srgbClr val="F26B43"/>
          </p15:clr>
        </p15:guide>
        <p15:guide id="18" pos="5552">
          <p15:clr>
            <a:srgbClr val="F26B43"/>
          </p15:clr>
        </p15:guide>
        <p15:guide id="19" pos="5666">
          <p15:clr>
            <a:srgbClr val="F26B43"/>
          </p15:clr>
        </p15:guide>
        <p15:guide id="20" pos="6143">
          <p15:clr>
            <a:srgbClr val="F26B43"/>
          </p15:clr>
        </p15:guide>
        <p15:guide id="21" pos="6254">
          <p15:clr>
            <a:srgbClr val="F26B43"/>
          </p15:clr>
        </p15:guide>
        <p15:guide id="22" pos="6734">
          <p15:clr>
            <a:srgbClr val="F26B43"/>
          </p15:clr>
        </p15:guide>
        <p15:guide id="23" pos="6846">
          <p15:clr>
            <a:srgbClr val="F26B43"/>
          </p15:clr>
        </p15:guide>
        <p15:guide id="24" pos="7344" userDrawn="1">
          <p15:clr>
            <a:srgbClr val="F26B43"/>
          </p15:clr>
        </p15:guide>
        <p15:guide id="26" orient="horz" pos="3902">
          <p15:clr>
            <a:srgbClr val="F26B43"/>
          </p15:clr>
        </p15:guide>
        <p15:guide id="27" orient="horz" pos="672" userDrawn="1">
          <p15:clr>
            <a:srgbClr val="F26B43"/>
          </p15:clr>
        </p15:guide>
        <p15:guide id="28" orient="horz" pos="10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slideLayout" Target="../slideLayouts/slideLayout10.xml"/><Relationship Id="rId4" Type="http://schemas.openxmlformats.org/officeDocument/2006/relationships/tags" Target="../tags/tag5.xml"/></Relationships>
</file>

<file path=ppt/slides/_rels/slide2.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tags" Target="../tags/tag18.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tags" Target="../tags/tag17.xml"/><Relationship Id="rId2" Type="http://schemas.openxmlformats.org/officeDocument/2006/relationships/tags" Target="../tags/tag7.xml"/><Relationship Id="rId16"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tags" Target="../tags/tag16.xml"/><Relationship Id="rId5" Type="http://schemas.openxmlformats.org/officeDocument/2006/relationships/tags" Target="../tags/tag10.xml"/><Relationship Id="rId15" Type="http://schemas.openxmlformats.org/officeDocument/2006/relationships/tags" Target="../tags/tag20.xml"/><Relationship Id="rId10" Type="http://schemas.openxmlformats.org/officeDocument/2006/relationships/tags" Target="../tags/tag15.xml"/><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tags" Target="../tags/tag19.xml"/></Relationships>
</file>

<file path=ppt/slides/_rels/slide3.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image" Target="../media/image5.jpe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4.png"/><Relationship Id="rId5" Type="http://schemas.openxmlformats.org/officeDocument/2006/relationships/slideLayout" Target="../slideLayouts/slideLayout1.xml"/><Relationship Id="rId4" Type="http://schemas.openxmlformats.org/officeDocument/2006/relationships/tags" Target="../tags/tag24.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27.xml"/><Relationship Id="rId7"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10" Type="http://schemas.openxmlformats.org/officeDocument/2006/relationships/image" Target="../media/image8.png"/><Relationship Id="rId4" Type="http://schemas.openxmlformats.org/officeDocument/2006/relationships/tags" Target="../tags/tag28.xml"/><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image" Target="../media/image16.svg"/><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image" Target="../media/image15.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slideLayout" Target="../slideLayouts/slideLayout1.xml"/><Relationship Id="rId5" Type="http://schemas.openxmlformats.org/officeDocument/2006/relationships/tags" Target="../tags/tag35.xml"/><Relationship Id="rId10" Type="http://schemas.openxmlformats.org/officeDocument/2006/relationships/tags" Target="../tags/tag40.xml"/><Relationship Id="rId4" Type="http://schemas.openxmlformats.org/officeDocument/2006/relationships/tags" Target="../tags/tag34.xml"/><Relationship Id="rId9" Type="http://schemas.openxmlformats.org/officeDocument/2006/relationships/tags" Target="../tags/tag39.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jpe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hyperlink" Target="https://erauniversity.in/ecstra/" TargetMode="External"/><Relationship Id="rId2" Type="http://schemas.openxmlformats.org/officeDocument/2006/relationships/hyperlink" Target="mailto:ecstra@erauniversity.in" TargetMode="External"/><Relationship Id="rId1" Type="http://schemas.openxmlformats.org/officeDocument/2006/relationships/slideLayout" Target="../slideLayouts/slideLayout1.xml"/><Relationship Id="rId5" Type="http://schemas.openxmlformats.org/officeDocument/2006/relationships/image" Target="../media/image5.jpeg"/><Relationship Id="rId4" Type="http://schemas.openxmlformats.org/officeDocument/2006/relationships/hyperlink" Target="mailto:zawali@erauniversity.in" TargetMode="External"/></Relationships>
</file>

<file path=ppt/slides/_rels/slide9.xml.rels><?xml version="1.0" encoding="UTF-8" standalone="yes"?>
<Relationships xmlns="http://schemas.openxmlformats.org/package/2006/relationships"><Relationship Id="rId3" Type="http://schemas.openxmlformats.org/officeDocument/2006/relationships/tags" Target="../tags/tag43.xml"/><Relationship Id="rId7" Type="http://schemas.openxmlformats.org/officeDocument/2006/relationships/image" Target="../media/image5.jpe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4.png"/><Relationship Id="rId5" Type="http://schemas.openxmlformats.org/officeDocument/2006/relationships/slideLayout" Target="../slideLayouts/slideLayout1.xml"/><Relationship Id="rId4" Type="http://schemas.openxmlformats.org/officeDocument/2006/relationships/tags" Target="../tags/tag44.xml"/></Relationships>
</file>

<file path=ppt/slides/_rels/slide10.xml.rels><?xml version="1.0" encoding="UTF-8" standalone="yes"?>
<Relationships xmlns="http://schemas.openxmlformats.org/package/2006/relationships"><Relationship Id="rId8" Type="http://schemas.openxmlformats.org/officeDocument/2006/relationships/image" Target="../media/image23.jpg"/><Relationship Id="rId3" Type="http://schemas.openxmlformats.org/officeDocument/2006/relationships/tags" Target="../tags/tag47.xml"/><Relationship Id="rId7" Type="http://schemas.openxmlformats.org/officeDocument/2006/relationships/slideLayout" Target="../slideLayouts/slideLayout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9"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8" Type="http://schemas.openxmlformats.org/officeDocument/2006/relationships/image" Target="../media/image26.jpeg"/><Relationship Id="rId13" Type="http://schemas.openxmlformats.org/officeDocument/2006/relationships/image" Target="../media/image13.png"/><Relationship Id="rId3" Type="http://schemas.openxmlformats.org/officeDocument/2006/relationships/tags" Target="../tags/tag53.xml"/><Relationship Id="rId7" Type="http://schemas.openxmlformats.org/officeDocument/2006/relationships/slideLayout" Target="../slideLayouts/slideLayout1.xml"/><Relationship Id="rId12" Type="http://schemas.openxmlformats.org/officeDocument/2006/relationships/image" Target="../media/image12.jpe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image" Target="../media/image11.png"/><Relationship Id="rId5" Type="http://schemas.openxmlformats.org/officeDocument/2006/relationships/tags" Target="../tags/tag55.xml"/><Relationship Id="rId10" Type="http://schemas.openxmlformats.org/officeDocument/2006/relationships/image" Target="../media/image10.png"/><Relationship Id="rId4" Type="http://schemas.openxmlformats.org/officeDocument/2006/relationships/tags" Target="../tags/tag54.xml"/><Relationship Id="rId9" Type="http://schemas.openxmlformats.org/officeDocument/2006/relationships/image" Target="../media/image9.png"/><Relationship Id="rId14"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image" Target="../media/image28.svg"/><Relationship Id="rId18" Type="http://schemas.openxmlformats.org/officeDocument/2006/relationships/image" Target="../media/image33.png"/><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image" Target="../media/image27.png"/><Relationship Id="rId17" Type="http://schemas.openxmlformats.org/officeDocument/2006/relationships/image" Target="../media/image32.svg"/><Relationship Id="rId2" Type="http://schemas.openxmlformats.org/officeDocument/2006/relationships/tags" Target="../tags/tag58.xml"/><Relationship Id="rId16" Type="http://schemas.openxmlformats.org/officeDocument/2006/relationships/image" Target="../media/image31.png"/><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slideLayout" Target="../slideLayouts/slideLayout7.xml"/><Relationship Id="rId5" Type="http://schemas.openxmlformats.org/officeDocument/2006/relationships/tags" Target="../tags/tag61.xml"/><Relationship Id="rId15" Type="http://schemas.openxmlformats.org/officeDocument/2006/relationships/image" Target="../media/image30.svg"/><Relationship Id="rId10" Type="http://schemas.openxmlformats.org/officeDocument/2006/relationships/tags" Target="../tags/tag66.xml"/><Relationship Id="rId19" Type="http://schemas.openxmlformats.org/officeDocument/2006/relationships/image" Target="../media/image34.svg"/><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slideLayout" Target="../slideLayouts/slideLayout1.xml"/><Relationship Id="rId5" Type="http://schemas.openxmlformats.org/officeDocument/2006/relationships/tags" Target="../tags/tag71.xml"/><Relationship Id="rId4" Type="http://schemas.openxmlformats.org/officeDocument/2006/relationships/tags" Target="../tags/tag70.xml"/></Relationships>
</file>

<file path=ppt/slides/_rels/slide1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3BCDBC6-13CA-F04F-3485-634CEA6BCCE7}"/>
              </a:ext>
            </a:extLst>
          </p:cNvPr>
          <p:cNvSpPr/>
          <p:nvPr>
            <p:custDataLst>
              <p:tags r:id="rId1"/>
            </p:custDataLst>
          </p:nvPr>
        </p:nvSpPr>
        <p:spPr>
          <a:xfrm>
            <a:off x="0" y="1607283"/>
            <a:ext cx="12192000" cy="4564917"/>
          </a:xfrm>
          <a:prstGeom prst="rect">
            <a:avLst/>
          </a:prstGeom>
          <a:solidFill>
            <a:srgbClr val="02478E"/>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descr="slideimage">
            <a:extLst>
              <a:ext uri="{FF2B5EF4-FFF2-40B4-BE49-F238E27FC236}">
                <a16:creationId xmlns:a16="http://schemas.microsoft.com/office/drawing/2014/main" id="{30713CAA-833A-BD39-2DA8-5C53155F7C41}"/>
              </a:ext>
            </a:extLst>
          </p:cNvPr>
          <p:cNvPicPr>
            <a:picLocks noChangeAspect="1" noChangeArrowheads="1"/>
          </p:cNvPicPr>
          <p:nvPr/>
        </p:nvPicPr>
        <p:blipFill rotWithShape="1">
          <a:blip r:embed="rId6">
            <a:alphaModFix amt="35000"/>
            <a:extLst>
              <a:ext uri="{28A0092B-C50C-407E-A947-70E740481C1C}">
                <a14:useLocalDpi xmlns:a14="http://schemas.microsoft.com/office/drawing/2010/main" val="0"/>
              </a:ext>
            </a:extLst>
          </a:blip>
          <a:srcRect r="1077"/>
          <a:stretch/>
        </p:blipFill>
        <p:spPr bwMode="auto">
          <a:xfrm>
            <a:off x="6493614" y="2581642"/>
            <a:ext cx="5698386" cy="26162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4490F62-0561-9DA5-D306-B1BF3EC8F160}"/>
              </a:ext>
            </a:extLst>
          </p:cNvPr>
          <p:cNvSpPr txBox="1"/>
          <p:nvPr>
            <p:custDataLst>
              <p:tags r:id="rId2"/>
            </p:custDataLst>
          </p:nvPr>
        </p:nvSpPr>
        <p:spPr>
          <a:xfrm>
            <a:off x="664313" y="2935610"/>
            <a:ext cx="5431687" cy="1569660"/>
          </a:xfrm>
          <a:prstGeom prst="rect">
            <a:avLst/>
          </a:prstGeom>
          <a:noFill/>
          <a:effectLst>
            <a:outerShdw blurRad="63500" sx="102000" sy="102000" algn="ctr" rotWithShape="0">
              <a:prstClr val="black">
                <a:alpha val="40000"/>
              </a:prstClr>
            </a:outerShdw>
          </a:effectLst>
        </p:spPr>
        <p:txBody>
          <a:bodyPr wrap="square">
            <a:spAutoFit/>
          </a:bodyPr>
          <a:lstStyle/>
          <a:p>
            <a:r>
              <a:rPr lang="en-US" sz="3200" b="1" dirty="0">
                <a:solidFill>
                  <a:schemeClr val="bg1">
                    <a:lumMod val="50000"/>
                  </a:schemeClr>
                </a:solidFill>
              </a:rPr>
              <a:t>Empowering Innovation in Healthcare and Medical Education</a:t>
            </a:r>
          </a:p>
        </p:txBody>
      </p:sp>
      <p:sp>
        <p:nvSpPr>
          <p:cNvPr id="10" name="TextBox 9">
            <a:extLst>
              <a:ext uri="{FF2B5EF4-FFF2-40B4-BE49-F238E27FC236}">
                <a16:creationId xmlns:a16="http://schemas.microsoft.com/office/drawing/2014/main" id="{69E92DEB-D6F7-6FD1-362A-37CCB6F0CF8B}"/>
              </a:ext>
            </a:extLst>
          </p:cNvPr>
          <p:cNvSpPr txBox="1"/>
          <p:nvPr>
            <p:custDataLst>
              <p:tags r:id="rId3"/>
            </p:custDataLst>
          </p:nvPr>
        </p:nvSpPr>
        <p:spPr>
          <a:xfrm>
            <a:off x="664313" y="422270"/>
            <a:ext cx="10458958" cy="1132157"/>
          </a:xfrm>
          <a:prstGeom prst="rect">
            <a:avLst/>
          </a:prstGeom>
          <a:noFill/>
          <a:effectLst>
            <a:outerShdw blurRad="63500" sx="102000" sy="102000" algn="ctr" rotWithShape="0">
              <a:prstClr val="black">
                <a:alpha val="40000"/>
              </a:prstClr>
            </a:outerShdw>
          </a:effectLst>
        </p:spPr>
        <p:txBody>
          <a:bodyPr wrap="none" anchor="b">
            <a:noAutofit/>
          </a:bodyPr>
          <a:lstStyle/>
          <a:p>
            <a:r>
              <a:rPr lang="en-US" sz="3800" b="1" dirty="0">
                <a:solidFill>
                  <a:srgbClr val="474747"/>
                </a:solidFill>
              </a:rPr>
              <a:t>Welcome to ECSTRA –</a:t>
            </a:r>
          </a:p>
          <a:p>
            <a:r>
              <a:rPr lang="en-US" sz="3200" b="1" dirty="0">
                <a:solidFill>
                  <a:srgbClr val="EFB435"/>
                </a:solidFill>
              </a:rPr>
              <a:t>Era’s Center for Start-Up Training, Research and Acceleration</a:t>
            </a:r>
          </a:p>
        </p:txBody>
      </p:sp>
      <p:sp>
        <p:nvSpPr>
          <p:cNvPr id="11" name="Text Placeholder 2">
            <a:extLst>
              <a:ext uri="{FF2B5EF4-FFF2-40B4-BE49-F238E27FC236}">
                <a16:creationId xmlns:a16="http://schemas.microsoft.com/office/drawing/2014/main" id="{2F74D049-2331-6BF4-FEA5-3918CB6C1AE6}"/>
              </a:ext>
            </a:extLst>
          </p:cNvPr>
          <p:cNvSpPr txBox="1">
            <a:spLocks/>
          </p:cNvSpPr>
          <p:nvPr>
            <p:custDataLst>
              <p:tags r:id="rId4"/>
            </p:custDataLst>
          </p:nvPr>
        </p:nvSpPr>
        <p:spPr>
          <a:xfrm>
            <a:off x="664313" y="5394012"/>
            <a:ext cx="3581328" cy="541015"/>
          </a:xfrm>
          <a:prstGeom prst="rect">
            <a:avLst/>
          </a:prstGeom>
          <a:effectLst>
            <a:outerShdw blurRad="63500" sx="102000" sy="102000" algn="ctr" rotWithShape="0">
              <a:prstClr val="black">
                <a:alpha val="40000"/>
              </a:prstClr>
            </a:outerShdw>
          </a:effectLst>
        </p:spPr>
        <p:txBody>
          <a:bodyPr anchor="ctr"/>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n-lt"/>
                <a:ea typeface="+mn-ea"/>
                <a:cs typeface="+mn-cs"/>
              </a:defRPr>
            </a:lvl1pPr>
            <a:lvl2pPr marL="0" indent="0" algn="l" defTabSz="914400" rtl="0" eaLnBrk="1" latinLnBrk="0" hangingPunct="1">
              <a:lnSpc>
                <a:spcPct val="100000"/>
              </a:lnSpc>
              <a:spcBef>
                <a:spcPts val="0"/>
              </a:spcBef>
              <a:buClr>
                <a:schemeClr val="bg2"/>
              </a:buClr>
              <a:buFont typeface="Arial" panose="020B0604020202020204" pitchFamily="34" charset="0"/>
              <a:buNone/>
              <a:defRPr sz="1800" kern="1200">
                <a:solidFill>
                  <a:schemeClr val="tx1"/>
                </a:solidFill>
                <a:latin typeface="+mn-lt"/>
                <a:ea typeface="+mn-ea"/>
                <a:cs typeface="+mn-cs"/>
              </a:defRPr>
            </a:lvl2pPr>
            <a:lvl3pPr marL="216000" indent="-21600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3pPr>
            <a:lvl4pPr marL="432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648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864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6pPr>
            <a:lvl7pPr marL="1080000" indent="-216000" algn="l" defTabSz="914400" rtl="0" eaLnBrk="1" latinLnBrk="0" hangingPunct="1">
              <a:spcBef>
                <a:spcPts val="0"/>
              </a:spcBef>
              <a:buFont typeface="Arial" panose="020B0604020202020204" pitchFamily="34" charset="0"/>
              <a:buChar char="•"/>
              <a:defRPr sz="1800" kern="1200">
                <a:solidFill>
                  <a:schemeClr val="tx1"/>
                </a:solidFill>
                <a:latin typeface="+mn-lt"/>
                <a:ea typeface="+mn-ea"/>
                <a:cs typeface="+mn-cs"/>
              </a:defRPr>
            </a:lvl7pPr>
            <a:lvl8pPr marL="1296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8pPr>
            <a:lvl9pPr marL="0" indent="0" algn="l" defTabSz="914400" rtl="0" eaLnBrk="1" latinLnBrk="0" hangingPunct="1">
              <a:spcBef>
                <a:spcPts val="1600"/>
              </a:spcBef>
              <a:buFontTx/>
              <a:buNone/>
              <a:defRPr sz="1400" kern="1200">
                <a:solidFill>
                  <a:schemeClr val="tx1"/>
                </a:solidFill>
                <a:latin typeface="+mn-lt"/>
                <a:ea typeface="+mn-ea"/>
                <a:cs typeface="+mn-cs"/>
              </a:defRPr>
            </a:lvl9pPr>
          </a:lstStyle>
          <a:p>
            <a:r>
              <a:rPr lang="en-US" sz="2000" dirty="0">
                <a:solidFill>
                  <a:schemeClr val="bg1"/>
                </a:solidFill>
              </a:rPr>
              <a:t>Founder &amp; CEO – Zaw Ali Khan</a:t>
            </a:r>
          </a:p>
        </p:txBody>
      </p:sp>
    </p:spTree>
    <p:extLst>
      <p:ext uri="{BB962C8B-B14F-4D97-AF65-F5344CB8AC3E}">
        <p14:creationId xmlns:p14="http://schemas.microsoft.com/office/powerpoint/2010/main" val="4198192866"/>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D8CE2-D73D-C7E8-A6F2-FBDF8E8C2892}"/>
              </a:ext>
            </a:extLst>
          </p:cNvPr>
          <p:cNvSpPr>
            <a:spLocks noGrp="1"/>
          </p:cNvSpPr>
          <p:nvPr>
            <p:ph type="title"/>
          </p:nvPr>
        </p:nvSpPr>
        <p:spPr/>
        <p:txBody>
          <a:bodyPr/>
          <a:lstStyle/>
          <a:p>
            <a:r>
              <a:rPr lang="en-US" dirty="0"/>
              <a:t>Table of contents</a:t>
            </a:r>
          </a:p>
        </p:txBody>
      </p:sp>
      <p:sp>
        <p:nvSpPr>
          <p:cNvPr id="3" name="Slide Number Placeholder 2">
            <a:extLst>
              <a:ext uri="{FF2B5EF4-FFF2-40B4-BE49-F238E27FC236}">
                <a16:creationId xmlns:a16="http://schemas.microsoft.com/office/drawing/2014/main" id="{080E2CB3-C07F-E872-F2A6-6E18E61D16EE}"/>
              </a:ext>
            </a:extLst>
          </p:cNvPr>
          <p:cNvSpPr>
            <a:spLocks noGrp="1"/>
          </p:cNvSpPr>
          <p:nvPr>
            <p:ph type="sldNum" sz="quarter" idx="11"/>
          </p:nvPr>
        </p:nvSpPr>
        <p:spPr/>
        <p:txBody>
          <a:bodyPr/>
          <a:lstStyle/>
          <a:p>
            <a:fld id="{7760E944-92EF-4F50-939A-662FA230D41F}" type="slidenum">
              <a:rPr lang="en-US" smtClean="0"/>
              <a:t>2</a:t>
            </a:fld>
            <a:endParaRPr lang="en-US"/>
          </a:p>
        </p:txBody>
      </p:sp>
      <p:sp>
        <p:nvSpPr>
          <p:cNvPr id="5" name="Rectangle 4">
            <a:extLst>
              <a:ext uri="{FF2B5EF4-FFF2-40B4-BE49-F238E27FC236}">
                <a16:creationId xmlns:a16="http://schemas.microsoft.com/office/drawing/2014/main" id="{A8B939FC-07FA-ECBF-6FBB-740809EDA237}"/>
              </a:ext>
            </a:extLst>
          </p:cNvPr>
          <p:cNvSpPr/>
          <p:nvPr>
            <p:custDataLst>
              <p:tags r:id="rId1"/>
            </p:custDataLst>
          </p:nvPr>
        </p:nvSpPr>
        <p:spPr bwMode="gray">
          <a:xfrm>
            <a:off x="543919" y="1622550"/>
            <a:ext cx="180590" cy="414000"/>
          </a:xfrm>
          <a:prstGeom prst="rect">
            <a:avLst/>
          </a:prstGeom>
          <a:solidFill>
            <a:schemeClr val="tx1">
              <a:lumMod val="20000"/>
              <a:lumOff val="8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5" b="1" dirty="0"/>
          </a:p>
        </p:txBody>
      </p:sp>
      <p:sp>
        <p:nvSpPr>
          <p:cNvPr id="6" name="Rectangle 5">
            <a:extLst>
              <a:ext uri="{FF2B5EF4-FFF2-40B4-BE49-F238E27FC236}">
                <a16:creationId xmlns:a16="http://schemas.microsoft.com/office/drawing/2014/main" id="{30EF692D-819C-3D0A-8DCF-A7427A5DD4DD}"/>
              </a:ext>
            </a:extLst>
          </p:cNvPr>
          <p:cNvSpPr/>
          <p:nvPr>
            <p:custDataLst>
              <p:tags r:id="rId2"/>
            </p:custDataLst>
          </p:nvPr>
        </p:nvSpPr>
        <p:spPr bwMode="gray">
          <a:xfrm>
            <a:off x="1481732" y="1622550"/>
            <a:ext cx="9985759" cy="414000"/>
          </a:xfrm>
          <a:prstGeom prst="rect">
            <a:avLst/>
          </a:prstGeom>
          <a:solidFill>
            <a:srgbClr val="ECECEC"/>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3738" tIns="35934" rIns="107803" bIns="35934" rtlCol="0" anchor="ctr"/>
          <a:lstStyle/>
          <a:p>
            <a:r>
              <a:rPr lang="en-US" sz="1200" dirty="0">
                <a:solidFill>
                  <a:schemeClr val="tx1"/>
                </a:solidFill>
              </a:rPr>
              <a:t>About ECSTRA</a:t>
            </a:r>
          </a:p>
        </p:txBody>
      </p:sp>
      <p:sp>
        <p:nvSpPr>
          <p:cNvPr id="7" name="Rectangle 6">
            <a:extLst>
              <a:ext uri="{FF2B5EF4-FFF2-40B4-BE49-F238E27FC236}">
                <a16:creationId xmlns:a16="http://schemas.microsoft.com/office/drawing/2014/main" id="{C17FF49B-9263-1B74-7CD3-063D028A5324}"/>
              </a:ext>
            </a:extLst>
          </p:cNvPr>
          <p:cNvSpPr/>
          <p:nvPr>
            <p:custDataLst>
              <p:tags r:id="rId3"/>
            </p:custDataLst>
          </p:nvPr>
        </p:nvSpPr>
        <p:spPr bwMode="gray">
          <a:xfrm>
            <a:off x="724509" y="1622550"/>
            <a:ext cx="757222" cy="4140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alibri" panose="020F0502020204030204" pitchFamily="34" charset="0"/>
              </a:rPr>
              <a:t>01</a:t>
            </a:r>
            <a:endParaRPr lang="en-US" sz="2800" b="1" dirty="0">
              <a:solidFill>
                <a:schemeClr val="tx1"/>
              </a:solidFill>
              <a:latin typeface="Calibri" panose="020F0502020204030204" pitchFamily="34" charset="0"/>
            </a:endParaRPr>
          </a:p>
        </p:txBody>
      </p:sp>
      <p:sp>
        <p:nvSpPr>
          <p:cNvPr id="8" name="Rectangle 7">
            <a:extLst>
              <a:ext uri="{FF2B5EF4-FFF2-40B4-BE49-F238E27FC236}">
                <a16:creationId xmlns:a16="http://schemas.microsoft.com/office/drawing/2014/main" id="{A920B1FA-E650-BB10-0D74-29222C1B436A}"/>
              </a:ext>
            </a:extLst>
          </p:cNvPr>
          <p:cNvSpPr/>
          <p:nvPr>
            <p:custDataLst>
              <p:tags r:id="rId4"/>
            </p:custDataLst>
          </p:nvPr>
        </p:nvSpPr>
        <p:spPr bwMode="gray">
          <a:xfrm>
            <a:off x="543919" y="2216532"/>
            <a:ext cx="179948" cy="414000"/>
          </a:xfrm>
          <a:prstGeom prst="rect">
            <a:avLst/>
          </a:prstGeom>
          <a:solidFill>
            <a:schemeClr val="tx1">
              <a:lumMod val="40000"/>
              <a:lumOff val="6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5" b="1" dirty="0"/>
          </a:p>
        </p:txBody>
      </p:sp>
      <p:sp>
        <p:nvSpPr>
          <p:cNvPr id="9" name="Rectangle 8">
            <a:extLst>
              <a:ext uri="{FF2B5EF4-FFF2-40B4-BE49-F238E27FC236}">
                <a16:creationId xmlns:a16="http://schemas.microsoft.com/office/drawing/2014/main" id="{C97F1689-DB3B-8A4B-505C-1CC6EBA37C88}"/>
              </a:ext>
            </a:extLst>
          </p:cNvPr>
          <p:cNvSpPr/>
          <p:nvPr>
            <p:custDataLst>
              <p:tags r:id="rId5"/>
            </p:custDataLst>
          </p:nvPr>
        </p:nvSpPr>
        <p:spPr bwMode="gray">
          <a:xfrm>
            <a:off x="1481732" y="2216532"/>
            <a:ext cx="9985759" cy="414000"/>
          </a:xfrm>
          <a:prstGeom prst="rect">
            <a:avLst/>
          </a:prstGeom>
          <a:solidFill>
            <a:srgbClr val="ECECEC"/>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3738" tIns="35934" rIns="107803" bIns="35934" rtlCol="0" anchor="ctr"/>
          <a:lstStyle/>
          <a:p>
            <a:r>
              <a:rPr lang="en-US" sz="1200" dirty="0">
                <a:solidFill>
                  <a:schemeClr val="tx1"/>
                </a:solidFill>
              </a:rPr>
              <a:t>The ECSTRA Ecosystem</a:t>
            </a:r>
          </a:p>
        </p:txBody>
      </p:sp>
      <p:sp>
        <p:nvSpPr>
          <p:cNvPr id="10" name="Rectangle 9">
            <a:extLst>
              <a:ext uri="{FF2B5EF4-FFF2-40B4-BE49-F238E27FC236}">
                <a16:creationId xmlns:a16="http://schemas.microsoft.com/office/drawing/2014/main" id="{212AE7D7-987E-FBC8-1B76-E62DDD94C404}"/>
              </a:ext>
            </a:extLst>
          </p:cNvPr>
          <p:cNvSpPr/>
          <p:nvPr>
            <p:custDataLst>
              <p:tags r:id="rId6"/>
            </p:custDataLst>
          </p:nvPr>
        </p:nvSpPr>
        <p:spPr bwMode="gray">
          <a:xfrm>
            <a:off x="724509" y="2216532"/>
            <a:ext cx="757222" cy="4140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alibri" panose="020F0502020204030204" pitchFamily="34" charset="0"/>
              </a:rPr>
              <a:t>02</a:t>
            </a:r>
            <a:endParaRPr lang="en-US" sz="2800" b="1" dirty="0">
              <a:solidFill>
                <a:schemeClr val="tx1"/>
              </a:solidFill>
              <a:latin typeface="Calibri" panose="020F0502020204030204" pitchFamily="34" charset="0"/>
            </a:endParaRPr>
          </a:p>
        </p:txBody>
      </p:sp>
      <p:sp>
        <p:nvSpPr>
          <p:cNvPr id="11" name="Rectangle 10">
            <a:extLst>
              <a:ext uri="{FF2B5EF4-FFF2-40B4-BE49-F238E27FC236}">
                <a16:creationId xmlns:a16="http://schemas.microsoft.com/office/drawing/2014/main" id="{F868D1A8-AD5D-0D86-38D9-72621DB3BEED}"/>
              </a:ext>
            </a:extLst>
          </p:cNvPr>
          <p:cNvSpPr/>
          <p:nvPr>
            <p:custDataLst>
              <p:tags r:id="rId7"/>
            </p:custDataLst>
          </p:nvPr>
        </p:nvSpPr>
        <p:spPr bwMode="gray">
          <a:xfrm>
            <a:off x="543919" y="2810514"/>
            <a:ext cx="179948" cy="414000"/>
          </a:xfrm>
          <a:prstGeom prst="rect">
            <a:avLst/>
          </a:prstGeom>
          <a:solidFill>
            <a:schemeClr val="tx1">
              <a:lumMod val="60000"/>
              <a:lumOff val="40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5" b="1" dirty="0"/>
          </a:p>
        </p:txBody>
      </p:sp>
      <p:sp>
        <p:nvSpPr>
          <p:cNvPr id="12" name="Rectangle 11">
            <a:extLst>
              <a:ext uri="{FF2B5EF4-FFF2-40B4-BE49-F238E27FC236}">
                <a16:creationId xmlns:a16="http://schemas.microsoft.com/office/drawing/2014/main" id="{32C72CDB-949E-0298-A8F9-6A1C81EB8F86}"/>
              </a:ext>
            </a:extLst>
          </p:cNvPr>
          <p:cNvSpPr/>
          <p:nvPr>
            <p:custDataLst>
              <p:tags r:id="rId8"/>
            </p:custDataLst>
          </p:nvPr>
        </p:nvSpPr>
        <p:spPr bwMode="gray">
          <a:xfrm>
            <a:off x="1481732" y="2810514"/>
            <a:ext cx="9985759" cy="414000"/>
          </a:xfrm>
          <a:prstGeom prst="rect">
            <a:avLst/>
          </a:prstGeom>
          <a:solidFill>
            <a:srgbClr val="ECECEC"/>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3738" tIns="35934" rIns="107803" bIns="35934" rtlCol="0" anchor="ctr"/>
          <a:lstStyle/>
          <a:p>
            <a:r>
              <a:rPr lang="en-US" sz="1200" dirty="0">
                <a:solidFill>
                  <a:schemeClr val="tx1"/>
                </a:solidFill>
              </a:rPr>
              <a:t>Services we provide</a:t>
            </a:r>
          </a:p>
        </p:txBody>
      </p:sp>
      <p:sp>
        <p:nvSpPr>
          <p:cNvPr id="13" name="Rectangle 12">
            <a:extLst>
              <a:ext uri="{FF2B5EF4-FFF2-40B4-BE49-F238E27FC236}">
                <a16:creationId xmlns:a16="http://schemas.microsoft.com/office/drawing/2014/main" id="{E1D6137E-089D-65C5-5387-3825050E64B1}"/>
              </a:ext>
            </a:extLst>
          </p:cNvPr>
          <p:cNvSpPr/>
          <p:nvPr>
            <p:custDataLst>
              <p:tags r:id="rId9"/>
            </p:custDataLst>
          </p:nvPr>
        </p:nvSpPr>
        <p:spPr bwMode="gray">
          <a:xfrm>
            <a:off x="724509" y="2810514"/>
            <a:ext cx="757222" cy="4140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alibri" panose="020F0502020204030204" pitchFamily="34" charset="0"/>
              </a:rPr>
              <a:t>03</a:t>
            </a:r>
            <a:endParaRPr lang="en-US" sz="2800" b="1" dirty="0">
              <a:solidFill>
                <a:schemeClr val="tx1"/>
              </a:solidFill>
              <a:latin typeface="Calibri" panose="020F0502020204030204" pitchFamily="34" charset="0"/>
            </a:endParaRPr>
          </a:p>
        </p:txBody>
      </p:sp>
      <p:sp>
        <p:nvSpPr>
          <p:cNvPr id="14" name="Rectangle 13">
            <a:extLst>
              <a:ext uri="{FF2B5EF4-FFF2-40B4-BE49-F238E27FC236}">
                <a16:creationId xmlns:a16="http://schemas.microsoft.com/office/drawing/2014/main" id="{0A8FBFBD-0122-74A5-9FB6-5418ADF3A7C7}"/>
              </a:ext>
            </a:extLst>
          </p:cNvPr>
          <p:cNvSpPr/>
          <p:nvPr>
            <p:custDataLst>
              <p:tags r:id="rId10"/>
            </p:custDataLst>
          </p:nvPr>
        </p:nvSpPr>
        <p:spPr bwMode="gray">
          <a:xfrm>
            <a:off x="543919" y="3404496"/>
            <a:ext cx="179948" cy="414000"/>
          </a:xfrm>
          <a:prstGeom prst="rect">
            <a:avLst/>
          </a:prstGeom>
          <a:solidFill>
            <a:schemeClr val="tx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5" b="1" dirty="0"/>
          </a:p>
        </p:txBody>
      </p:sp>
      <p:sp>
        <p:nvSpPr>
          <p:cNvPr id="15" name="Rectangle 14">
            <a:extLst>
              <a:ext uri="{FF2B5EF4-FFF2-40B4-BE49-F238E27FC236}">
                <a16:creationId xmlns:a16="http://schemas.microsoft.com/office/drawing/2014/main" id="{5DCFE169-0E99-E09B-B4A7-A36D7EEDF449}"/>
              </a:ext>
            </a:extLst>
          </p:cNvPr>
          <p:cNvSpPr/>
          <p:nvPr>
            <p:custDataLst>
              <p:tags r:id="rId11"/>
            </p:custDataLst>
          </p:nvPr>
        </p:nvSpPr>
        <p:spPr bwMode="gray">
          <a:xfrm>
            <a:off x="1481732" y="3404496"/>
            <a:ext cx="9985759" cy="414000"/>
          </a:xfrm>
          <a:prstGeom prst="rect">
            <a:avLst/>
          </a:prstGeom>
          <a:solidFill>
            <a:srgbClr val="ECECEC"/>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3738" tIns="35934" rIns="107803" bIns="35934" rtlCol="0" anchor="ctr"/>
          <a:lstStyle/>
          <a:p>
            <a:r>
              <a:rPr lang="en-US" sz="1200" dirty="0">
                <a:solidFill>
                  <a:schemeClr val="tx1"/>
                </a:solidFill>
              </a:rPr>
              <a:t>Our programs &amp; trainings</a:t>
            </a:r>
          </a:p>
        </p:txBody>
      </p:sp>
      <p:sp>
        <p:nvSpPr>
          <p:cNvPr id="16" name="Rectangle 15">
            <a:extLst>
              <a:ext uri="{FF2B5EF4-FFF2-40B4-BE49-F238E27FC236}">
                <a16:creationId xmlns:a16="http://schemas.microsoft.com/office/drawing/2014/main" id="{2DDA5460-92F6-AC7F-6460-EFC6CEEA682C}"/>
              </a:ext>
            </a:extLst>
          </p:cNvPr>
          <p:cNvSpPr/>
          <p:nvPr>
            <p:custDataLst>
              <p:tags r:id="rId12"/>
            </p:custDataLst>
          </p:nvPr>
        </p:nvSpPr>
        <p:spPr bwMode="gray">
          <a:xfrm>
            <a:off x="724509" y="3404496"/>
            <a:ext cx="757222" cy="4140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alibri" panose="020F0502020204030204" pitchFamily="34" charset="0"/>
              </a:rPr>
              <a:t>04</a:t>
            </a:r>
            <a:endParaRPr lang="en-US" sz="2800" b="1" dirty="0">
              <a:solidFill>
                <a:schemeClr val="tx1"/>
              </a:solidFill>
              <a:latin typeface="Calibri" panose="020F0502020204030204" pitchFamily="34" charset="0"/>
            </a:endParaRPr>
          </a:p>
        </p:txBody>
      </p:sp>
      <p:sp>
        <p:nvSpPr>
          <p:cNvPr id="20" name="Rectangle 19">
            <a:extLst>
              <a:ext uri="{FF2B5EF4-FFF2-40B4-BE49-F238E27FC236}">
                <a16:creationId xmlns:a16="http://schemas.microsoft.com/office/drawing/2014/main" id="{45E7AC17-3DD1-95B2-4151-FE830C17BBD9}"/>
              </a:ext>
            </a:extLst>
          </p:cNvPr>
          <p:cNvSpPr/>
          <p:nvPr>
            <p:custDataLst>
              <p:tags r:id="rId13"/>
            </p:custDataLst>
          </p:nvPr>
        </p:nvSpPr>
        <p:spPr bwMode="gray">
          <a:xfrm>
            <a:off x="543919" y="3998478"/>
            <a:ext cx="179948" cy="414000"/>
          </a:xfrm>
          <a:prstGeom prst="rect">
            <a:avLst/>
          </a:prstGeom>
          <a:solidFill>
            <a:schemeClr val="tx1">
              <a:lumMod val="7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95" b="1" dirty="0"/>
          </a:p>
        </p:txBody>
      </p:sp>
      <p:sp>
        <p:nvSpPr>
          <p:cNvPr id="21" name="Rectangle 20">
            <a:extLst>
              <a:ext uri="{FF2B5EF4-FFF2-40B4-BE49-F238E27FC236}">
                <a16:creationId xmlns:a16="http://schemas.microsoft.com/office/drawing/2014/main" id="{EF547748-CA15-F474-7A5C-B25A8ECF4219}"/>
              </a:ext>
            </a:extLst>
          </p:cNvPr>
          <p:cNvSpPr/>
          <p:nvPr>
            <p:custDataLst>
              <p:tags r:id="rId14"/>
            </p:custDataLst>
          </p:nvPr>
        </p:nvSpPr>
        <p:spPr bwMode="gray">
          <a:xfrm>
            <a:off x="1481732" y="3998478"/>
            <a:ext cx="9985759" cy="414000"/>
          </a:xfrm>
          <a:prstGeom prst="rect">
            <a:avLst/>
          </a:prstGeom>
          <a:solidFill>
            <a:srgbClr val="ECECEC"/>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43738" tIns="35934" rIns="107803" bIns="35934" rtlCol="0" anchor="ctr"/>
          <a:lstStyle/>
          <a:p>
            <a:r>
              <a:rPr lang="en-US" sz="1200" dirty="0">
                <a:solidFill>
                  <a:schemeClr val="tx1"/>
                </a:solidFill>
              </a:rPr>
              <a:t>Get Involved / Contact Us</a:t>
            </a:r>
          </a:p>
        </p:txBody>
      </p:sp>
      <p:sp>
        <p:nvSpPr>
          <p:cNvPr id="22" name="Rectangle 21">
            <a:extLst>
              <a:ext uri="{FF2B5EF4-FFF2-40B4-BE49-F238E27FC236}">
                <a16:creationId xmlns:a16="http://schemas.microsoft.com/office/drawing/2014/main" id="{BCE30878-498D-B073-8BD6-6B0366958A36}"/>
              </a:ext>
            </a:extLst>
          </p:cNvPr>
          <p:cNvSpPr/>
          <p:nvPr>
            <p:custDataLst>
              <p:tags r:id="rId15"/>
            </p:custDataLst>
          </p:nvPr>
        </p:nvSpPr>
        <p:spPr bwMode="gray">
          <a:xfrm>
            <a:off x="724509" y="3998478"/>
            <a:ext cx="757222" cy="414000"/>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tx1"/>
                </a:solidFill>
                <a:latin typeface="Calibri" panose="020F0502020204030204" pitchFamily="34" charset="0"/>
              </a:rPr>
              <a:t>05</a:t>
            </a:r>
            <a:endParaRPr lang="en-US" sz="2800" b="1" dirty="0">
              <a:solidFill>
                <a:schemeClr val="tx1"/>
              </a:solidFill>
              <a:latin typeface="Calibri" panose="020F0502020204030204" pitchFamily="34" charset="0"/>
            </a:endParaRPr>
          </a:p>
        </p:txBody>
      </p:sp>
    </p:spTree>
    <p:extLst>
      <p:ext uri="{BB962C8B-B14F-4D97-AF65-F5344CB8AC3E}">
        <p14:creationId xmlns:p14="http://schemas.microsoft.com/office/powerpoint/2010/main" val="280783771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left)">
                                      <p:cBhvr>
                                        <p:cTn id="40" dur="500"/>
                                        <p:tgtEl>
                                          <p:spTgt spid="16"/>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500"/>
                                        <p:tgtEl>
                                          <p:spTgt spid="21"/>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wipe(left)">
                                      <p:cBhvr>
                                        <p:cTn id="4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20" grpId="0" animBg="1"/>
      <p:bldP spid="21"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870B7-85BC-6538-2130-C7242C5D7EEB}"/>
              </a:ext>
            </a:extLst>
          </p:cNvPr>
          <p:cNvSpPr>
            <a:spLocks noGrp="1"/>
          </p:cNvSpPr>
          <p:nvPr>
            <p:ph type="title"/>
          </p:nvPr>
        </p:nvSpPr>
        <p:spPr/>
        <p:txBody>
          <a:bodyPr/>
          <a:lstStyle/>
          <a:p>
            <a:r>
              <a:rPr lang="en-US" dirty="0"/>
              <a:t>Era’s Center for Start-Up Training, Research and Acceleration</a:t>
            </a:r>
          </a:p>
        </p:txBody>
      </p:sp>
      <p:sp>
        <p:nvSpPr>
          <p:cNvPr id="3" name="Slide Number Placeholder 2">
            <a:extLst>
              <a:ext uri="{FF2B5EF4-FFF2-40B4-BE49-F238E27FC236}">
                <a16:creationId xmlns:a16="http://schemas.microsoft.com/office/drawing/2014/main" id="{5664DF56-6728-2AF8-7226-371925513E87}"/>
              </a:ext>
            </a:extLst>
          </p:cNvPr>
          <p:cNvSpPr>
            <a:spLocks noGrp="1"/>
          </p:cNvSpPr>
          <p:nvPr>
            <p:ph type="sldNum" sz="quarter" idx="11"/>
          </p:nvPr>
        </p:nvSpPr>
        <p:spPr/>
        <p:txBody>
          <a:bodyPr/>
          <a:lstStyle/>
          <a:p>
            <a:fld id="{7760E944-92EF-4F50-939A-662FA230D41F}" type="slidenum">
              <a:rPr lang="en-US" smtClean="0"/>
              <a:t>3</a:t>
            </a:fld>
            <a:endParaRPr lang="en-US"/>
          </a:p>
        </p:txBody>
      </p:sp>
      <p:sp>
        <p:nvSpPr>
          <p:cNvPr id="4" name="Footer Placeholder 3">
            <a:extLst>
              <a:ext uri="{FF2B5EF4-FFF2-40B4-BE49-F238E27FC236}">
                <a16:creationId xmlns:a16="http://schemas.microsoft.com/office/drawing/2014/main" id="{E938BBE1-6A4E-5294-DA09-37A7922AD480}"/>
              </a:ext>
            </a:extLst>
          </p:cNvPr>
          <p:cNvSpPr>
            <a:spLocks noGrp="1"/>
          </p:cNvSpPr>
          <p:nvPr>
            <p:ph type="ftr" sz="quarter" idx="12"/>
          </p:nvPr>
        </p:nvSpPr>
        <p:spPr/>
        <p:txBody>
          <a:bodyPr/>
          <a:lstStyle/>
          <a:p>
            <a:endParaRPr lang="en-US"/>
          </a:p>
        </p:txBody>
      </p:sp>
      <p:sp>
        <p:nvSpPr>
          <p:cNvPr id="28" name="Rectangle 27">
            <a:extLst>
              <a:ext uri="{FF2B5EF4-FFF2-40B4-BE49-F238E27FC236}">
                <a16:creationId xmlns:a16="http://schemas.microsoft.com/office/drawing/2014/main" id="{A1745D5A-21DD-3975-8E4E-AD98449AE3D5}"/>
              </a:ext>
            </a:extLst>
          </p:cNvPr>
          <p:cNvSpPr/>
          <p:nvPr/>
        </p:nvSpPr>
        <p:spPr>
          <a:xfrm>
            <a:off x="0" y="2980628"/>
            <a:ext cx="12192000" cy="32137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DD725EC3-5A06-B4D5-421A-B5024F019CA8}"/>
              </a:ext>
            </a:extLst>
          </p:cNvPr>
          <p:cNvGrpSpPr/>
          <p:nvPr/>
        </p:nvGrpSpPr>
        <p:grpSpPr>
          <a:xfrm>
            <a:off x="0" y="1052473"/>
            <a:ext cx="12192000" cy="2046327"/>
            <a:chOff x="0" y="1052473"/>
            <a:chExt cx="12192000" cy="2046327"/>
          </a:xfrm>
        </p:grpSpPr>
        <p:sp>
          <p:nvSpPr>
            <p:cNvPr id="13" name="Rectangle 12">
              <a:extLst>
                <a:ext uri="{FF2B5EF4-FFF2-40B4-BE49-F238E27FC236}">
                  <a16:creationId xmlns:a16="http://schemas.microsoft.com/office/drawing/2014/main" id="{AE3571CB-25B0-B557-9981-469DA0AB010C}"/>
                </a:ext>
              </a:extLst>
            </p:cNvPr>
            <p:cNvSpPr/>
            <p:nvPr/>
          </p:nvSpPr>
          <p:spPr>
            <a:xfrm>
              <a:off x="0" y="1052474"/>
              <a:ext cx="12192000" cy="19281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11" name="Rectangle 10">
              <a:extLst>
                <a:ext uri="{FF2B5EF4-FFF2-40B4-BE49-F238E27FC236}">
                  <a16:creationId xmlns:a16="http://schemas.microsoft.com/office/drawing/2014/main" id="{693857F2-006A-B6A5-BFB7-C58AF0E82F98}"/>
                </a:ext>
              </a:extLst>
            </p:cNvPr>
            <p:cNvSpPr>
              <a:spLocks noChangeAspect="1"/>
            </p:cNvSpPr>
            <p:nvPr/>
          </p:nvSpPr>
          <p:spPr>
            <a:xfrm>
              <a:off x="5237163" y="1052473"/>
              <a:ext cx="6954837" cy="2046327"/>
            </a:xfrm>
            <a:custGeom>
              <a:avLst/>
              <a:gdLst>
                <a:gd name="connsiteX0" fmla="*/ 0 w 6954837"/>
                <a:gd name="connsiteY0" fmla="*/ 0 h 2059403"/>
                <a:gd name="connsiteX1" fmla="*/ 6954837 w 6954837"/>
                <a:gd name="connsiteY1" fmla="*/ 0 h 2059403"/>
                <a:gd name="connsiteX2" fmla="*/ 6954837 w 6954837"/>
                <a:gd name="connsiteY2" fmla="*/ 2059403 h 2059403"/>
                <a:gd name="connsiteX3" fmla="*/ 0 w 6954837"/>
                <a:gd name="connsiteY3" fmla="*/ 2059403 h 2059403"/>
                <a:gd name="connsiteX4" fmla="*/ 0 w 6954837"/>
                <a:gd name="connsiteY4" fmla="*/ 0 h 2059403"/>
                <a:gd name="connsiteX0" fmla="*/ 0 w 6954837"/>
                <a:gd name="connsiteY0" fmla="*/ 0 h 2059430"/>
                <a:gd name="connsiteX1" fmla="*/ 6954837 w 6954837"/>
                <a:gd name="connsiteY1" fmla="*/ 0 h 2059430"/>
                <a:gd name="connsiteX2" fmla="*/ 6954837 w 6954837"/>
                <a:gd name="connsiteY2" fmla="*/ 2059403 h 2059430"/>
                <a:gd name="connsiteX3" fmla="*/ 1417637 w 6954837"/>
                <a:gd name="connsiteY3" fmla="*/ 2059430 h 2059430"/>
                <a:gd name="connsiteX4" fmla="*/ 0 w 6954837"/>
                <a:gd name="connsiteY4" fmla="*/ 0 h 205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4837" h="2059430">
                  <a:moveTo>
                    <a:pt x="0" y="0"/>
                  </a:moveTo>
                  <a:lnTo>
                    <a:pt x="6954837" y="0"/>
                  </a:lnTo>
                  <a:lnTo>
                    <a:pt x="6954837" y="2059403"/>
                  </a:lnTo>
                  <a:lnTo>
                    <a:pt x="1417637" y="2059430"/>
                  </a:lnTo>
                  <a:lnTo>
                    <a:pt x="0" y="0"/>
                  </a:lnTo>
                  <a:close/>
                </a:path>
              </a:pathLst>
            </a:custGeom>
            <a:blipFill dpi="0" rotWithShape="1">
              <a:blip r:embed="rId6">
                <a:alphaModFix amt="85000"/>
              </a:blip>
              <a:srcRect/>
              <a:stretch>
                <a:fillRect l="-2602" t="-8230" r="-1796" b="-7548"/>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5" name="TextBox 4">
              <a:extLst>
                <a:ext uri="{FF2B5EF4-FFF2-40B4-BE49-F238E27FC236}">
                  <a16:creationId xmlns:a16="http://schemas.microsoft.com/office/drawing/2014/main" id="{18DEA2E6-C683-6549-3556-A193D2381D1D}"/>
                </a:ext>
              </a:extLst>
            </p:cNvPr>
            <p:cNvSpPr txBox="1"/>
            <p:nvPr>
              <p:custDataLst>
                <p:tags r:id="rId4"/>
              </p:custDataLst>
            </p:nvPr>
          </p:nvSpPr>
          <p:spPr>
            <a:xfrm>
              <a:off x="516063" y="1523797"/>
              <a:ext cx="4721100" cy="1103680"/>
            </a:xfrm>
            <a:prstGeom prst="rect">
              <a:avLst/>
            </a:prstGeom>
            <a:noFill/>
            <a:ln>
              <a:noFill/>
            </a:ln>
            <a:effectLst/>
          </p:spPr>
          <p:txBody>
            <a:bodyPr wrap="square" rtlCol="0" anchor="ctr">
              <a:noAutofit/>
            </a:bodyPr>
            <a:lstStyle/>
            <a:p>
              <a:pPr defTabSz="400049">
                <a:spcBef>
                  <a:spcPct val="0"/>
                </a:spcBef>
                <a:defRPr/>
              </a:pPr>
              <a:r>
                <a:rPr lang="en-US" sz="2000" b="1" dirty="0">
                  <a:solidFill>
                    <a:srgbClr val="02478E"/>
                  </a:solidFill>
                  <a:latin typeface="+mj-lt"/>
                  <a:ea typeface="SH-Bree-Text Global Light" pitchFamily="2" charset="-128"/>
                  <a:cs typeface="SH-Bree-Text Global Light" pitchFamily="2" charset="-128"/>
                </a:rPr>
                <a:t>Vision:</a:t>
              </a:r>
            </a:p>
            <a:p>
              <a:pPr defTabSz="400049">
                <a:spcBef>
                  <a:spcPct val="0"/>
                </a:spcBef>
                <a:defRPr/>
              </a:pPr>
              <a:r>
                <a:rPr lang="en-US" dirty="0">
                  <a:solidFill>
                    <a:schemeClr val="bg2"/>
                  </a:solidFill>
                  <a:ea typeface="SH-Bree-Text Global Light" pitchFamily="2" charset="-128"/>
                  <a:cs typeface="SH-Bree-Text Global Light" pitchFamily="2" charset="-128"/>
                </a:rPr>
                <a:t>Improve healthcare and education in India and abroad for enhanced quality of care</a:t>
              </a:r>
            </a:p>
          </p:txBody>
        </p:sp>
      </p:grpSp>
      <p:grpSp>
        <p:nvGrpSpPr>
          <p:cNvPr id="29" name="Group 28">
            <a:extLst>
              <a:ext uri="{FF2B5EF4-FFF2-40B4-BE49-F238E27FC236}">
                <a16:creationId xmlns:a16="http://schemas.microsoft.com/office/drawing/2014/main" id="{6771758F-38C3-9262-2E22-A12388C2068D}"/>
              </a:ext>
            </a:extLst>
          </p:cNvPr>
          <p:cNvGrpSpPr/>
          <p:nvPr/>
        </p:nvGrpSpPr>
        <p:grpSpPr>
          <a:xfrm>
            <a:off x="535050" y="4135022"/>
            <a:ext cx="11121899" cy="2059403"/>
            <a:chOff x="576891" y="4135022"/>
            <a:chExt cx="11121899" cy="2059403"/>
          </a:xfrm>
        </p:grpSpPr>
        <p:sp>
          <p:nvSpPr>
            <p:cNvPr id="7" name="TextBox 37">
              <a:extLst>
                <a:ext uri="{FF2B5EF4-FFF2-40B4-BE49-F238E27FC236}">
                  <a16:creationId xmlns:a16="http://schemas.microsoft.com/office/drawing/2014/main" id="{546A6EF1-8171-D61B-B610-C4C1DB21E598}"/>
                </a:ext>
              </a:extLst>
            </p:cNvPr>
            <p:cNvSpPr txBox="1">
              <a:spLocks/>
            </p:cNvSpPr>
            <p:nvPr>
              <p:custDataLst>
                <p:tags r:id="rId2"/>
              </p:custDataLst>
            </p:nvPr>
          </p:nvSpPr>
          <p:spPr bwMode="gray">
            <a:xfrm>
              <a:off x="576891" y="4135022"/>
              <a:ext cx="9312028" cy="2059403"/>
            </a:xfrm>
            <a:prstGeom prst="rect">
              <a:avLst/>
            </a:prstGeom>
            <a:noFill/>
            <a:effectLst>
              <a:outerShdw blurRad="63500" sx="102000" sy="102000" algn="ctr" rotWithShape="0">
                <a:prstClr val="black">
                  <a:alpha val="40000"/>
                </a:prstClr>
              </a:outerShdw>
            </a:effectLst>
          </p:spPr>
          <p:txBody>
            <a:bodyPr wrap="square" lIns="0" tIns="0" rIns="0" bIns="0" rtlCol="0" anchor="ctr">
              <a:noAutofit/>
            </a:bodyPr>
            <a:lstStyle/>
            <a:p>
              <a:pPr algn="ctr" defTabSz="400049">
                <a:spcBef>
                  <a:spcPct val="0"/>
                </a:spcBef>
                <a:defRPr/>
              </a:pPr>
              <a:r>
                <a:rPr lang="en-US" dirty="0">
                  <a:solidFill>
                    <a:srgbClr val="4C4646"/>
                  </a:solidFill>
                  <a:ea typeface="SH-Bree-Text Global Light" pitchFamily="2" charset="-128"/>
                </a:rPr>
                <a:t>“ECSTRA is an incubation center focused on transforming healthcare and medical education through innovation. With a mission to reduce healthcare worker burnout and eliminate medical errors, ECSTRA supports tech-driven startups with mentorship, infrastructure, funding access, and a strong network. Our goal is to build a thriving ecosystem that empowers solutions for better care and learning—both in India and globally.”</a:t>
              </a:r>
            </a:p>
          </p:txBody>
        </p:sp>
        <p:grpSp>
          <p:nvGrpSpPr>
            <p:cNvPr id="14" name="Group 13">
              <a:extLst>
                <a:ext uri="{FF2B5EF4-FFF2-40B4-BE49-F238E27FC236}">
                  <a16:creationId xmlns:a16="http://schemas.microsoft.com/office/drawing/2014/main" id="{9BCF118A-C914-2175-18B7-FAB9C4AC0C15}"/>
                </a:ext>
              </a:extLst>
            </p:cNvPr>
            <p:cNvGrpSpPr>
              <a:grpSpLocks noChangeAspect="1"/>
            </p:cNvGrpSpPr>
            <p:nvPr/>
          </p:nvGrpSpPr>
          <p:grpSpPr>
            <a:xfrm>
              <a:off x="10040848" y="4135022"/>
              <a:ext cx="1657942" cy="1880412"/>
              <a:chOff x="19339939" y="2425482"/>
              <a:chExt cx="3050841" cy="3551085"/>
            </a:xfrm>
            <a:effectLst>
              <a:outerShdw blurRad="63500" sx="102000" sy="102000" algn="ctr" rotWithShape="0">
                <a:prstClr val="black">
                  <a:alpha val="40000"/>
                </a:prstClr>
              </a:outerShdw>
            </a:effectLst>
          </p:grpSpPr>
          <p:sp>
            <p:nvSpPr>
              <p:cNvPr id="15" name="Text Placeholder 2">
                <a:extLst>
                  <a:ext uri="{FF2B5EF4-FFF2-40B4-BE49-F238E27FC236}">
                    <a16:creationId xmlns:a16="http://schemas.microsoft.com/office/drawing/2014/main" id="{25B0135E-C0AE-731D-F31C-DA31A716C030}"/>
                  </a:ext>
                </a:extLst>
              </p:cNvPr>
              <p:cNvSpPr txBox="1">
                <a:spLocks noChangeAspect="1"/>
              </p:cNvSpPr>
              <p:nvPr>
                <p:custDataLst>
                  <p:tags r:id="rId3"/>
                </p:custDataLst>
              </p:nvPr>
            </p:nvSpPr>
            <p:spPr>
              <a:xfrm>
                <a:off x="19339939" y="4917180"/>
                <a:ext cx="3050841" cy="1059387"/>
              </a:xfrm>
              <a:prstGeom prst="rect">
                <a:avLst/>
              </a:prstGeom>
            </p:spPr>
            <p:txBody>
              <a:bodyPr anchor="ctr"/>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n-lt"/>
                    <a:ea typeface="+mn-ea"/>
                    <a:cs typeface="+mn-cs"/>
                  </a:defRPr>
                </a:lvl1pPr>
                <a:lvl2pPr marL="0" indent="0" algn="l" defTabSz="914400" rtl="0" eaLnBrk="1" latinLnBrk="0" hangingPunct="1">
                  <a:lnSpc>
                    <a:spcPct val="100000"/>
                  </a:lnSpc>
                  <a:spcBef>
                    <a:spcPts val="0"/>
                  </a:spcBef>
                  <a:buClr>
                    <a:schemeClr val="bg2"/>
                  </a:buClr>
                  <a:buFont typeface="Arial" panose="020B0604020202020204" pitchFamily="34" charset="0"/>
                  <a:buNone/>
                  <a:defRPr sz="1800" kern="1200">
                    <a:solidFill>
                      <a:schemeClr val="tx1"/>
                    </a:solidFill>
                    <a:latin typeface="+mn-lt"/>
                    <a:ea typeface="+mn-ea"/>
                    <a:cs typeface="+mn-cs"/>
                  </a:defRPr>
                </a:lvl2pPr>
                <a:lvl3pPr marL="216000" indent="-21600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3pPr>
                <a:lvl4pPr marL="432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648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864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6pPr>
                <a:lvl7pPr marL="1080000" indent="-216000" algn="l" defTabSz="914400" rtl="0" eaLnBrk="1" latinLnBrk="0" hangingPunct="1">
                  <a:spcBef>
                    <a:spcPts val="0"/>
                  </a:spcBef>
                  <a:buFont typeface="Arial" panose="020B0604020202020204" pitchFamily="34" charset="0"/>
                  <a:buChar char="•"/>
                  <a:defRPr sz="1800" kern="1200">
                    <a:solidFill>
                      <a:schemeClr val="tx1"/>
                    </a:solidFill>
                    <a:latin typeface="+mn-lt"/>
                    <a:ea typeface="+mn-ea"/>
                    <a:cs typeface="+mn-cs"/>
                  </a:defRPr>
                </a:lvl7pPr>
                <a:lvl8pPr marL="1296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8pPr>
                <a:lvl9pPr marL="0" indent="0" algn="l" defTabSz="914400" rtl="0" eaLnBrk="1" latinLnBrk="0" hangingPunct="1">
                  <a:spcBef>
                    <a:spcPts val="1600"/>
                  </a:spcBef>
                  <a:buFontTx/>
                  <a:buNone/>
                  <a:defRPr sz="1400" kern="1200">
                    <a:solidFill>
                      <a:schemeClr val="tx1"/>
                    </a:solidFill>
                    <a:latin typeface="+mn-lt"/>
                    <a:ea typeface="+mn-ea"/>
                    <a:cs typeface="+mn-cs"/>
                  </a:defRPr>
                </a:lvl9pPr>
              </a:lstStyle>
              <a:p>
                <a:pPr marL="84138" algn="ctr" defTabSz="400049">
                  <a:spcBef>
                    <a:spcPct val="0"/>
                  </a:spcBef>
                  <a:spcAft>
                    <a:spcPct val="35000"/>
                  </a:spcAft>
                  <a:defRPr/>
                </a:pPr>
                <a:r>
                  <a:rPr lang="en-US" sz="1600" dirty="0">
                    <a:solidFill>
                      <a:srgbClr val="4C4646"/>
                    </a:solidFill>
                    <a:latin typeface="+mj-lt"/>
                    <a:ea typeface="SH-Bree-Text Global Light" pitchFamily="2" charset="-128"/>
                  </a:rPr>
                  <a:t>Zaw Ali Khan</a:t>
                </a:r>
              </a:p>
              <a:p>
                <a:pPr marL="84138" algn="ctr" defTabSz="400049">
                  <a:spcBef>
                    <a:spcPct val="0"/>
                  </a:spcBef>
                  <a:spcAft>
                    <a:spcPct val="35000"/>
                  </a:spcAft>
                  <a:defRPr/>
                </a:pPr>
                <a:r>
                  <a:rPr lang="en-US" sz="1600" dirty="0">
                    <a:solidFill>
                      <a:srgbClr val="4C4646"/>
                    </a:solidFill>
                    <a:latin typeface="+mj-lt"/>
                    <a:ea typeface="SH-Bree-Text Global Light" pitchFamily="2" charset="-128"/>
                  </a:rPr>
                  <a:t>Founder &amp; CEO</a:t>
                </a:r>
              </a:p>
            </p:txBody>
          </p:sp>
          <p:pic>
            <p:nvPicPr>
              <p:cNvPr id="16" name="Picture 15">
                <a:extLst>
                  <a:ext uri="{FF2B5EF4-FFF2-40B4-BE49-F238E27FC236}">
                    <a16:creationId xmlns:a16="http://schemas.microsoft.com/office/drawing/2014/main" id="{344B35F3-4883-78A9-62F6-98F96D645C2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619511" y="2425482"/>
                <a:ext cx="2491699" cy="2491698"/>
              </a:xfrm>
              <a:prstGeom prst="ellipse">
                <a:avLst/>
              </a:prstGeom>
            </p:spPr>
          </p:pic>
        </p:grpSp>
      </p:grpSp>
      <p:sp>
        <p:nvSpPr>
          <p:cNvPr id="6" name="TextBox 5">
            <a:extLst>
              <a:ext uri="{FF2B5EF4-FFF2-40B4-BE49-F238E27FC236}">
                <a16:creationId xmlns:a16="http://schemas.microsoft.com/office/drawing/2014/main" id="{104DFD36-D6F9-195E-980F-B71EA911C82F}"/>
              </a:ext>
            </a:extLst>
          </p:cNvPr>
          <p:cNvSpPr txBox="1"/>
          <p:nvPr>
            <p:custDataLst>
              <p:tags r:id="rId1"/>
            </p:custDataLst>
          </p:nvPr>
        </p:nvSpPr>
        <p:spPr>
          <a:xfrm>
            <a:off x="533400" y="3016281"/>
            <a:ext cx="11125200" cy="1201260"/>
          </a:xfrm>
          <a:prstGeom prst="rect">
            <a:avLst/>
          </a:prstGeom>
          <a:noFill/>
          <a:ln>
            <a:noFill/>
          </a:ln>
          <a:effectLst/>
        </p:spPr>
        <p:txBody>
          <a:bodyPr wrap="square" rtlCol="0" anchor="ctr">
            <a:noAutofit/>
          </a:bodyPr>
          <a:lstStyle/>
          <a:p>
            <a:pPr defTabSz="400049">
              <a:spcBef>
                <a:spcPct val="0"/>
              </a:spcBef>
              <a:defRPr/>
            </a:pPr>
            <a:r>
              <a:rPr lang="en-US" sz="2000" b="1" dirty="0">
                <a:latin typeface="+mj-lt"/>
                <a:ea typeface="SH-Bree-Text Global Light" pitchFamily="2" charset="-128"/>
              </a:rPr>
              <a:t>Mission</a:t>
            </a:r>
            <a:r>
              <a:rPr lang="en-US" sz="2000" b="1" dirty="0">
                <a:solidFill>
                  <a:srgbClr val="C1CFDE"/>
                </a:solidFill>
                <a:latin typeface="+mj-lt"/>
                <a:ea typeface="SH-Bree-Text Global Light" pitchFamily="2" charset="-128"/>
              </a:rPr>
              <a:t>:</a:t>
            </a:r>
          </a:p>
          <a:p>
            <a:pPr defTabSz="400049">
              <a:spcBef>
                <a:spcPct val="0"/>
              </a:spcBef>
              <a:defRPr/>
            </a:pPr>
            <a:r>
              <a:rPr lang="en-US" dirty="0">
                <a:solidFill>
                  <a:schemeClr val="bg2"/>
                </a:solidFill>
                <a:ea typeface="SH-Bree-Text Global Light" pitchFamily="2" charset="-128"/>
              </a:rPr>
              <a:t>To Improve healthcare outcomes by equipping patients, healthcare workers and students with solutions that reduce HCW burnout and eliminate medical errors</a:t>
            </a:r>
          </a:p>
        </p:txBody>
      </p:sp>
    </p:spTree>
    <p:extLst>
      <p:ext uri="{BB962C8B-B14F-4D97-AF65-F5344CB8AC3E}">
        <p14:creationId xmlns:p14="http://schemas.microsoft.com/office/powerpoint/2010/main" val="10868212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5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par>
                          <p:cTn id="8" fill="hold">
                            <p:stCondLst>
                              <p:cond delay="1500"/>
                            </p:stCondLst>
                            <p:childTnLst>
                              <p:par>
                                <p:cTn id="9" presetID="22" presetClass="entr" presetSubtype="8" fill="hold"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7C3EB-A37B-BD99-DBB5-923A04E75536}"/>
              </a:ext>
            </a:extLst>
          </p:cNvPr>
          <p:cNvSpPr>
            <a:spLocks noGrp="1"/>
          </p:cNvSpPr>
          <p:nvPr>
            <p:ph type="title"/>
          </p:nvPr>
        </p:nvSpPr>
        <p:spPr/>
        <p:txBody>
          <a:bodyPr>
            <a:noAutofit/>
          </a:bodyPr>
          <a:lstStyle/>
          <a:p>
            <a:r>
              <a:rPr lang="en-US" dirty="0"/>
              <a:t>We have build a thriving ecosystem that empowers solutions for better care and learning</a:t>
            </a:r>
          </a:p>
        </p:txBody>
      </p:sp>
      <p:sp>
        <p:nvSpPr>
          <p:cNvPr id="3" name="Slide Number Placeholder 2">
            <a:extLst>
              <a:ext uri="{FF2B5EF4-FFF2-40B4-BE49-F238E27FC236}">
                <a16:creationId xmlns:a16="http://schemas.microsoft.com/office/drawing/2014/main" id="{301D0601-F4CB-8EB0-76F2-2B90686DB1A0}"/>
              </a:ext>
            </a:extLst>
          </p:cNvPr>
          <p:cNvSpPr>
            <a:spLocks noGrp="1"/>
          </p:cNvSpPr>
          <p:nvPr>
            <p:ph type="sldNum" sz="quarter" idx="11"/>
          </p:nvPr>
        </p:nvSpPr>
        <p:spPr/>
        <p:txBody>
          <a:bodyPr/>
          <a:lstStyle/>
          <a:p>
            <a:fld id="{7760E944-92EF-4F50-939A-662FA230D41F}" type="slidenum">
              <a:rPr lang="en-US" smtClean="0"/>
              <a:t>4</a:t>
            </a:fld>
            <a:endParaRPr lang="en-US" dirty="0"/>
          </a:p>
        </p:txBody>
      </p:sp>
      <p:sp>
        <p:nvSpPr>
          <p:cNvPr id="4" name="Footer Placeholder 3">
            <a:extLst>
              <a:ext uri="{FF2B5EF4-FFF2-40B4-BE49-F238E27FC236}">
                <a16:creationId xmlns:a16="http://schemas.microsoft.com/office/drawing/2014/main" id="{6C48B756-B30B-BF7A-7DD6-3DC91A6FC94A}"/>
              </a:ext>
            </a:extLst>
          </p:cNvPr>
          <p:cNvSpPr>
            <a:spLocks noGrp="1"/>
          </p:cNvSpPr>
          <p:nvPr>
            <p:ph type="ftr" sz="quarter" idx="12"/>
          </p:nvPr>
        </p:nvSpPr>
        <p:spPr/>
        <p:txBody>
          <a:bodyPr/>
          <a:lstStyle/>
          <a:p>
            <a:endParaRPr lang="en-US"/>
          </a:p>
        </p:txBody>
      </p:sp>
      <p:grpSp>
        <p:nvGrpSpPr>
          <p:cNvPr id="36" name="Group 35">
            <a:extLst>
              <a:ext uri="{FF2B5EF4-FFF2-40B4-BE49-F238E27FC236}">
                <a16:creationId xmlns:a16="http://schemas.microsoft.com/office/drawing/2014/main" id="{824CF93A-B953-6F9A-A7A4-92D7CCEBD3D9}"/>
              </a:ext>
            </a:extLst>
          </p:cNvPr>
          <p:cNvGrpSpPr/>
          <p:nvPr/>
        </p:nvGrpSpPr>
        <p:grpSpPr>
          <a:xfrm>
            <a:off x="4297837" y="1663749"/>
            <a:ext cx="3585506" cy="4385084"/>
            <a:chOff x="4297837" y="1663749"/>
            <a:chExt cx="3585506" cy="4385084"/>
          </a:xfrm>
        </p:grpSpPr>
        <p:sp>
          <p:nvSpPr>
            <p:cNvPr id="5" name="Rectangle 3">
              <a:extLst>
                <a:ext uri="{FF2B5EF4-FFF2-40B4-BE49-F238E27FC236}">
                  <a16:creationId xmlns:a16="http://schemas.microsoft.com/office/drawing/2014/main" id="{282965A3-646F-4361-1948-A5E4B6048C83}"/>
                </a:ext>
              </a:extLst>
            </p:cNvPr>
            <p:cNvSpPr>
              <a:spLocks noChangeArrowheads="1"/>
            </p:cNvSpPr>
            <p:nvPr>
              <p:custDataLst>
                <p:tags r:id="rId5"/>
              </p:custDataLst>
            </p:nvPr>
          </p:nvSpPr>
          <p:spPr bwMode="gray">
            <a:xfrm flipH="1">
              <a:off x="4297837" y="3449276"/>
              <a:ext cx="3585506" cy="2599557"/>
            </a:xfrm>
            <a:prstGeom prst="rect">
              <a:avLst/>
            </a:prstGeom>
            <a:solidFill>
              <a:schemeClr val="bg1"/>
            </a:solidFill>
            <a:ln w="9525" algn="ctr">
              <a:noFill/>
              <a:miter lim="800000"/>
              <a:headEnd/>
              <a:tailEnd/>
            </a:ln>
            <a:effectLst/>
          </p:spPr>
          <p:txBody>
            <a:bodyPr lIns="108000" tIns="108000" rIns="108000" bIns="0" anchor="t" anchorCtr="0"/>
            <a:lstStyle/>
            <a:p>
              <a:pPr algn="ctr">
                <a:spcAft>
                  <a:spcPts val="300"/>
                </a:spcAft>
                <a:buClr>
                  <a:srgbClr val="999999"/>
                </a:buClr>
                <a:buSzPct val="75000"/>
              </a:pPr>
              <a:r>
                <a:rPr lang="en-US" b="1" dirty="0">
                  <a:solidFill>
                    <a:srgbClr val="EFB435"/>
                  </a:solidFill>
                </a:rPr>
                <a:t>Technical Infrastructure</a:t>
              </a:r>
            </a:p>
            <a:p>
              <a:pPr>
                <a:spcAft>
                  <a:spcPts val="300"/>
                </a:spcAft>
              </a:pPr>
              <a:endParaRPr lang="en-US" sz="1600" b="1" dirty="0">
                <a:solidFill>
                  <a:srgbClr val="000000"/>
                </a:solidFill>
                <a:latin typeface="Calibri"/>
              </a:endParaRPr>
            </a:p>
            <a:p>
              <a:pPr marL="285750" indent="-285750">
                <a:spcAft>
                  <a:spcPts val="300"/>
                </a:spcAft>
                <a:buFont typeface="Arial" panose="020B0604020202020204" pitchFamily="34" charset="0"/>
                <a:buChar char="•"/>
              </a:pPr>
              <a:r>
                <a:rPr lang="en-US" sz="1600" dirty="0">
                  <a:solidFill>
                    <a:srgbClr val="4C4646"/>
                  </a:solidFill>
                </a:rPr>
                <a:t>Bio-medical workshop</a:t>
              </a:r>
            </a:p>
            <a:p>
              <a:pPr marL="285750" indent="-285750">
                <a:spcAft>
                  <a:spcPts val="300"/>
                </a:spcAft>
                <a:buFont typeface="Arial" panose="020B0604020202020204" pitchFamily="34" charset="0"/>
                <a:buChar char="•"/>
              </a:pPr>
              <a:r>
                <a:rPr lang="en-US" sz="1600" dirty="0">
                  <a:solidFill>
                    <a:srgbClr val="4C4646"/>
                  </a:solidFill>
                </a:rPr>
                <a:t>Eras Medical Devices fabrication facility</a:t>
              </a:r>
            </a:p>
            <a:p>
              <a:pPr marL="285750" indent="-285750">
                <a:spcAft>
                  <a:spcPts val="300"/>
                </a:spcAft>
                <a:buFont typeface="Arial" panose="020B0604020202020204" pitchFamily="34" charset="0"/>
                <a:buChar char="•"/>
              </a:pPr>
              <a:r>
                <a:rPr lang="en-US" sz="1600" dirty="0">
                  <a:solidFill>
                    <a:srgbClr val="4C4646"/>
                  </a:solidFill>
                </a:rPr>
                <a:t>Gaming and Animation Lab</a:t>
              </a:r>
            </a:p>
            <a:p>
              <a:pPr marL="285750" indent="-285750">
                <a:spcAft>
                  <a:spcPts val="300"/>
                </a:spcAft>
                <a:buFont typeface="Arial" panose="020B0604020202020204" pitchFamily="34" charset="0"/>
                <a:buChar char="•"/>
              </a:pPr>
              <a:r>
                <a:rPr lang="en-US" sz="1600" dirty="0">
                  <a:solidFill>
                    <a:srgbClr val="4C4646"/>
                  </a:solidFill>
                </a:rPr>
                <a:t>SHIFT innovation center</a:t>
              </a:r>
            </a:p>
            <a:p>
              <a:pPr marL="285750" indent="-285750">
                <a:spcAft>
                  <a:spcPts val="300"/>
                </a:spcAft>
                <a:buFont typeface="Arial" panose="020B0604020202020204" pitchFamily="34" charset="0"/>
                <a:buChar char="•"/>
              </a:pPr>
              <a:r>
                <a:rPr lang="en-US" sz="1600" dirty="0">
                  <a:solidFill>
                    <a:srgbClr val="4C4646"/>
                  </a:solidFill>
                </a:rPr>
                <a:t>Digital factory for software development</a:t>
              </a:r>
            </a:p>
          </p:txBody>
        </p:sp>
        <p:cxnSp>
          <p:nvCxnSpPr>
            <p:cNvPr id="9" name="Gerade Verbindung 38">
              <a:extLst>
                <a:ext uri="{FF2B5EF4-FFF2-40B4-BE49-F238E27FC236}">
                  <a16:creationId xmlns:a16="http://schemas.microsoft.com/office/drawing/2014/main" id="{A4A297B2-50C8-1063-E341-FE109929F532}"/>
                </a:ext>
              </a:extLst>
            </p:cNvPr>
            <p:cNvCxnSpPr>
              <a:cxnSpLocks/>
            </p:cNvCxnSpPr>
            <p:nvPr>
              <p:custDataLst>
                <p:tags r:id="rId6"/>
              </p:custDataLst>
            </p:nvPr>
          </p:nvCxnSpPr>
          <p:spPr bwMode="gray">
            <a:xfrm>
              <a:off x="4297837" y="3446519"/>
              <a:ext cx="3574576" cy="2757"/>
            </a:xfrm>
            <a:prstGeom prst="line">
              <a:avLst/>
            </a:prstGeom>
            <a:ln w="38100" cap="flat">
              <a:solidFill>
                <a:srgbClr val="EFB435"/>
              </a:solidFill>
              <a:prstDash val="solid"/>
              <a:miter lim="800000"/>
            </a:ln>
          </p:spPr>
          <p:style>
            <a:lnRef idx="1">
              <a:schemeClr val="accent1"/>
            </a:lnRef>
            <a:fillRef idx="0">
              <a:schemeClr val="accent1"/>
            </a:fillRef>
            <a:effectRef idx="0">
              <a:schemeClr val="accent1"/>
            </a:effectRef>
            <a:fontRef idx="minor">
              <a:schemeClr val="tx1"/>
            </a:fontRef>
          </p:style>
        </p:cxnSp>
        <p:pic>
          <p:nvPicPr>
            <p:cNvPr id="29" name="Picture 6" descr="Download Free Infrastructure Icons in PNG &amp; SVG">
              <a:extLst>
                <a:ext uri="{FF2B5EF4-FFF2-40B4-BE49-F238E27FC236}">
                  <a16:creationId xmlns:a16="http://schemas.microsoft.com/office/drawing/2014/main" id="{C3A1A45A-2E46-8C9E-9ECB-7B32A7C07FC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67630" y="1663749"/>
              <a:ext cx="1645920" cy="16459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5" name="Group 34">
            <a:extLst>
              <a:ext uri="{FF2B5EF4-FFF2-40B4-BE49-F238E27FC236}">
                <a16:creationId xmlns:a16="http://schemas.microsoft.com/office/drawing/2014/main" id="{64A5693B-B409-8857-352C-048DF1356A49}"/>
              </a:ext>
            </a:extLst>
          </p:cNvPr>
          <p:cNvGrpSpPr/>
          <p:nvPr/>
        </p:nvGrpSpPr>
        <p:grpSpPr>
          <a:xfrm>
            <a:off x="553237" y="1663749"/>
            <a:ext cx="3561563" cy="4385084"/>
            <a:chOff x="553237" y="1663749"/>
            <a:chExt cx="3561563" cy="4385084"/>
          </a:xfrm>
        </p:grpSpPr>
        <p:sp>
          <p:nvSpPr>
            <p:cNvPr id="6" name="Rectangle 3">
              <a:extLst>
                <a:ext uri="{FF2B5EF4-FFF2-40B4-BE49-F238E27FC236}">
                  <a16:creationId xmlns:a16="http://schemas.microsoft.com/office/drawing/2014/main" id="{58B4D5CB-9FE0-3B53-7FE1-D48024620E70}"/>
                </a:ext>
              </a:extLst>
            </p:cNvPr>
            <p:cNvSpPr>
              <a:spLocks noChangeArrowheads="1"/>
            </p:cNvSpPr>
            <p:nvPr>
              <p:custDataLst>
                <p:tags r:id="rId3"/>
              </p:custDataLst>
            </p:nvPr>
          </p:nvSpPr>
          <p:spPr bwMode="gray">
            <a:xfrm flipH="1">
              <a:off x="553237" y="3449276"/>
              <a:ext cx="3561563" cy="2599557"/>
            </a:xfrm>
            <a:prstGeom prst="rect">
              <a:avLst/>
            </a:prstGeom>
            <a:solidFill>
              <a:schemeClr val="bg1"/>
            </a:solidFill>
            <a:ln w="9525" algn="ctr">
              <a:noFill/>
              <a:miter lim="800000"/>
              <a:headEnd/>
              <a:tailEnd/>
            </a:ln>
            <a:effectLst/>
          </p:spPr>
          <p:txBody>
            <a:bodyPr lIns="108000" tIns="108000" rIns="108000" bIns="0" anchor="t" anchorCtr="0"/>
            <a:lstStyle/>
            <a:p>
              <a:pPr algn="ctr">
                <a:spcAft>
                  <a:spcPts val="300"/>
                </a:spcAft>
              </a:pPr>
              <a:r>
                <a:rPr lang="en-US" b="1" dirty="0">
                  <a:latin typeface="Calibri"/>
                </a:rPr>
                <a:t>Clinical infrastructure</a:t>
              </a:r>
            </a:p>
            <a:p>
              <a:pPr>
                <a:spcAft>
                  <a:spcPts val="300"/>
                </a:spcAft>
              </a:pPr>
              <a:endParaRPr lang="en-US" sz="1600" dirty="0">
                <a:solidFill>
                  <a:srgbClr val="000000"/>
                </a:solidFill>
                <a:latin typeface="Calibri"/>
              </a:endParaRPr>
            </a:p>
            <a:p>
              <a:pPr marL="285750" indent="-285750">
                <a:spcAft>
                  <a:spcPts val="300"/>
                </a:spcAft>
                <a:buFont typeface="Arial" panose="020B0604020202020204" pitchFamily="34" charset="0"/>
                <a:buChar char="•"/>
              </a:pPr>
              <a:r>
                <a:rPr lang="en-US" sz="1600" dirty="0">
                  <a:solidFill>
                    <a:srgbClr val="4C4646"/>
                  </a:solidFill>
                  <a:latin typeface="Calibri"/>
                </a:rPr>
                <a:t>OTs, radiology, emergency, radiotherapy  wellness ward etc. for clinical emersion at Era Lucknow Medical College and Hospital</a:t>
              </a:r>
            </a:p>
            <a:p>
              <a:pPr marL="285750" indent="-285750">
                <a:spcAft>
                  <a:spcPts val="300"/>
                </a:spcAft>
                <a:buFont typeface="Arial" panose="020B0604020202020204" pitchFamily="34" charset="0"/>
                <a:buChar char="•"/>
              </a:pPr>
              <a:r>
                <a:rPr lang="en-US" sz="1600" dirty="0">
                  <a:solidFill>
                    <a:srgbClr val="4C4646"/>
                  </a:solidFill>
                  <a:latin typeface="Calibri"/>
                </a:rPr>
                <a:t>Doctors and healthcare workforce for clinical expertise</a:t>
              </a:r>
            </a:p>
          </p:txBody>
        </p:sp>
        <p:cxnSp>
          <p:nvCxnSpPr>
            <p:cNvPr id="8" name="Gerade Verbindung 37">
              <a:extLst>
                <a:ext uri="{FF2B5EF4-FFF2-40B4-BE49-F238E27FC236}">
                  <a16:creationId xmlns:a16="http://schemas.microsoft.com/office/drawing/2014/main" id="{8206E8CC-5371-40A3-6518-CAE21635A280}"/>
                </a:ext>
              </a:extLst>
            </p:cNvPr>
            <p:cNvCxnSpPr>
              <a:cxnSpLocks/>
            </p:cNvCxnSpPr>
            <p:nvPr>
              <p:custDataLst>
                <p:tags r:id="rId4"/>
              </p:custDataLst>
            </p:nvPr>
          </p:nvCxnSpPr>
          <p:spPr bwMode="gray">
            <a:xfrm>
              <a:off x="553237" y="3446519"/>
              <a:ext cx="3561563" cy="2757"/>
            </a:xfrm>
            <a:prstGeom prst="line">
              <a:avLst/>
            </a:prstGeom>
            <a:ln w="38100" cap="flat">
              <a:solidFill>
                <a:schemeClr val="tx1"/>
              </a:solidFill>
              <a:prstDash val="solid"/>
              <a:miter lim="800000"/>
            </a:ln>
          </p:spPr>
          <p:style>
            <a:lnRef idx="1">
              <a:schemeClr val="accent1"/>
            </a:lnRef>
            <a:fillRef idx="0">
              <a:schemeClr val="accent1"/>
            </a:fillRef>
            <a:effectRef idx="0">
              <a:schemeClr val="accent1"/>
            </a:effectRef>
            <a:fontRef idx="minor">
              <a:schemeClr val="tx1"/>
            </a:fontRef>
          </p:style>
        </p:cxnSp>
        <p:pic>
          <p:nvPicPr>
            <p:cNvPr id="30" name="Picture 2">
              <a:extLst>
                <a:ext uri="{FF2B5EF4-FFF2-40B4-BE49-F238E27FC236}">
                  <a16:creationId xmlns:a16="http://schemas.microsoft.com/office/drawing/2014/main" id="{EBDA65FC-51D7-66ED-6068-2670CB04A05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p:blipFill>
          <p:spPr bwMode="auto">
            <a:xfrm>
              <a:off x="1511058" y="1663749"/>
              <a:ext cx="1645920" cy="164592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7" name="Group 36">
            <a:extLst>
              <a:ext uri="{FF2B5EF4-FFF2-40B4-BE49-F238E27FC236}">
                <a16:creationId xmlns:a16="http://schemas.microsoft.com/office/drawing/2014/main" id="{9EC8CC67-6416-0808-B51B-2A5DDB372603}"/>
              </a:ext>
            </a:extLst>
          </p:cNvPr>
          <p:cNvGrpSpPr/>
          <p:nvPr/>
        </p:nvGrpSpPr>
        <p:grpSpPr>
          <a:xfrm>
            <a:off x="8056563" y="1663749"/>
            <a:ext cx="3585506" cy="4385084"/>
            <a:chOff x="8056563" y="1663749"/>
            <a:chExt cx="3585506" cy="4385084"/>
          </a:xfrm>
        </p:grpSpPr>
        <p:sp>
          <p:nvSpPr>
            <p:cNvPr id="7" name="Rectangle 3">
              <a:extLst>
                <a:ext uri="{FF2B5EF4-FFF2-40B4-BE49-F238E27FC236}">
                  <a16:creationId xmlns:a16="http://schemas.microsoft.com/office/drawing/2014/main" id="{57DDEC0F-B649-2CEB-FF60-7B4C7DC37BD7}"/>
                </a:ext>
              </a:extLst>
            </p:cNvPr>
            <p:cNvSpPr>
              <a:spLocks noChangeArrowheads="1"/>
            </p:cNvSpPr>
            <p:nvPr>
              <p:custDataLst>
                <p:tags r:id="rId1"/>
              </p:custDataLst>
            </p:nvPr>
          </p:nvSpPr>
          <p:spPr bwMode="gray">
            <a:xfrm flipH="1">
              <a:off x="8056563" y="3449276"/>
              <a:ext cx="3585506" cy="2599557"/>
            </a:xfrm>
            <a:prstGeom prst="rect">
              <a:avLst/>
            </a:prstGeom>
            <a:solidFill>
              <a:schemeClr val="bg1"/>
            </a:solidFill>
            <a:ln w="9525" algn="ctr">
              <a:noFill/>
              <a:miter lim="800000"/>
              <a:headEnd/>
              <a:tailEnd/>
            </a:ln>
            <a:effectLst/>
          </p:spPr>
          <p:txBody>
            <a:bodyPr lIns="108000" tIns="108000" rIns="108000" bIns="0" anchor="t" anchorCtr="0"/>
            <a:lstStyle/>
            <a:p>
              <a:pPr algn="ctr">
                <a:spcAft>
                  <a:spcPts val="300"/>
                </a:spcAft>
                <a:buClr>
                  <a:srgbClr val="999999"/>
                </a:buClr>
                <a:buSzPct val="75000"/>
              </a:pPr>
              <a:r>
                <a:rPr lang="en-US" b="1" dirty="0">
                  <a:solidFill>
                    <a:srgbClr val="4C4646"/>
                  </a:solidFill>
                </a:rPr>
                <a:t>Pool of innovators, mentors &amp; investors </a:t>
              </a:r>
              <a:endParaRPr lang="en-US" sz="1600" dirty="0">
                <a:solidFill>
                  <a:srgbClr val="4C4646"/>
                </a:solidFill>
                <a:latin typeface="Calibri"/>
              </a:endParaRPr>
            </a:p>
            <a:p>
              <a:pPr>
                <a:spcAft>
                  <a:spcPts val="300"/>
                </a:spcAft>
              </a:pPr>
              <a:r>
                <a:rPr lang="en-US" sz="1600" dirty="0">
                  <a:solidFill>
                    <a:srgbClr val="4C4646"/>
                  </a:solidFill>
                </a:rPr>
                <a:t>Internal and external experts form diverse backgrounds willing to support healthcare innovations (management, technical)</a:t>
              </a:r>
            </a:p>
          </p:txBody>
        </p:sp>
        <p:cxnSp>
          <p:nvCxnSpPr>
            <p:cNvPr id="10" name="Gerade Verbindung 39">
              <a:extLst>
                <a:ext uri="{FF2B5EF4-FFF2-40B4-BE49-F238E27FC236}">
                  <a16:creationId xmlns:a16="http://schemas.microsoft.com/office/drawing/2014/main" id="{2955C220-42DC-749A-6118-977D8DDE48D3}"/>
                </a:ext>
              </a:extLst>
            </p:cNvPr>
            <p:cNvCxnSpPr>
              <a:cxnSpLocks/>
            </p:cNvCxnSpPr>
            <p:nvPr>
              <p:custDataLst>
                <p:tags r:id="rId2"/>
              </p:custDataLst>
            </p:nvPr>
          </p:nvCxnSpPr>
          <p:spPr bwMode="gray">
            <a:xfrm flipV="1">
              <a:off x="8056563" y="3446519"/>
              <a:ext cx="3585506" cy="2757"/>
            </a:xfrm>
            <a:prstGeom prst="line">
              <a:avLst/>
            </a:prstGeom>
            <a:ln w="38100" cap="flat">
              <a:solidFill>
                <a:srgbClr val="4C4646"/>
              </a:solidFill>
              <a:prstDash val="solid"/>
              <a:miter lim="800000"/>
            </a:ln>
          </p:spPr>
          <p:style>
            <a:lnRef idx="1">
              <a:schemeClr val="accent1"/>
            </a:lnRef>
            <a:fillRef idx="0">
              <a:schemeClr val="accent1"/>
            </a:fillRef>
            <a:effectRef idx="0">
              <a:schemeClr val="accent1"/>
            </a:effectRef>
            <a:fontRef idx="minor">
              <a:schemeClr val="tx1"/>
            </a:fontRef>
          </p:style>
        </p:cxnSp>
        <p:pic>
          <p:nvPicPr>
            <p:cNvPr id="31" name="Picture 8" descr="Mentor Icon PNG Images, Vectors Free Download - Pngtree">
              <a:extLst>
                <a:ext uri="{FF2B5EF4-FFF2-40B4-BE49-F238E27FC236}">
                  <a16:creationId xmlns:a16="http://schemas.microsoft.com/office/drawing/2014/main" id="{5E411208-237E-4A82-9DFB-EDF694E7EC5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26356" y="1663749"/>
              <a:ext cx="1645920" cy="164592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8028022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50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1000"/>
                                        <p:tgtEl>
                                          <p:spTgt spid="35"/>
                                        </p:tgtEl>
                                      </p:cBhvr>
                                    </p:animEffect>
                                  </p:childTnLst>
                                </p:cTn>
                              </p:par>
                            </p:childTnLst>
                          </p:cTn>
                        </p:par>
                        <p:par>
                          <p:cTn id="8" fill="hold">
                            <p:stCondLst>
                              <p:cond delay="1500"/>
                            </p:stCondLst>
                            <p:childTnLst>
                              <p:par>
                                <p:cTn id="9" presetID="22" presetClass="entr" presetSubtype="8"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left)">
                                      <p:cBhvr>
                                        <p:cTn id="11" dur="1000"/>
                                        <p:tgtEl>
                                          <p:spTgt spid="36"/>
                                        </p:tgtEl>
                                      </p:cBhvr>
                                    </p:animEffect>
                                  </p:childTnLst>
                                </p:cTn>
                              </p:par>
                            </p:childTnLst>
                          </p:cTn>
                        </p:par>
                        <p:par>
                          <p:cTn id="12" fill="hold">
                            <p:stCondLst>
                              <p:cond delay="2500"/>
                            </p:stCondLst>
                            <p:childTnLst>
                              <p:par>
                                <p:cTn id="13" presetID="22" presetClass="entr" presetSubtype="8"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5400B-9E96-6562-CB6C-1FEE2005FE6A}"/>
              </a:ext>
            </a:extLst>
          </p:cNvPr>
          <p:cNvSpPr>
            <a:spLocks noGrp="1"/>
          </p:cNvSpPr>
          <p:nvPr>
            <p:ph type="title"/>
          </p:nvPr>
        </p:nvSpPr>
        <p:spPr>
          <a:xfrm>
            <a:off x="540000" y="365125"/>
            <a:ext cx="10249920" cy="701675"/>
          </a:xfrm>
        </p:spPr>
        <p:txBody>
          <a:bodyPr>
            <a:noAutofit/>
          </a:bodyPr>
          <a:lstStyle/>
          <a:p>
            <a:r>
              <a:rPr lang="en-US" sz="2800" b="1" dirty="0">
                <a:solidFill>
                  <a:srgbClr val="02478E"/>
                </a:solidFill>
              </a:rPr>
              <a:t>Empowering innovators with training, clinical exposure and collaborative support for developing impactful healthcare solutions</a:t>
            </a:r>
            <a:endParaRPr lang="en-US" dirty="0"/>
          </a:p>
        </p:txBody>
      </p:sp>
      <p:sp>
        <p:nvSpPr>
          <p:cNvPr id="3" name="Slide Number Placeholder 2">
            <a:extLst>
              <a:ext uri="{FF2B5EF4-FFF2-40B4-BE49-F238E27FC236}">
                <a16:creationId xmlns:a16="http://schemas.microsoft.com/office/drawing/2014/main" id="{A982759E-B89E-D850-4491-DFB86AF43C61}"/>
              </a:ext>
            </a:extLst>
          </p:cNvPr>
          <p:cNvSpPr>
            <a:spLocks noGrp="1"/>
          </p:cNvSpPr>
          <p:nvPr>
            <p:ph type="sldNum" sz="quarter" idx="11"/>
          </p:nvPr>
        </p:nvSpPr>
        <p:spPr/>
        <p:txBody>
          <a:bodyPr/>
          <a:lstStyle/>
          <a:p>
            <a:fld id="{7760E944-92EF-4F50-939A-662FA230D41F}" type="slidenum">
              <a:rPr lang="en-US" smtClean="0"/>
              <a:t>5</a:t>
            </a:fld>
            <a:endParaRPr lang="en-US"/>
          </a:p>
        </p:txBody>
      </p:sp>
      <p:grpSp>
        <p:nvGrpSpPr>
          <p:cNvPr id="11" name="Group 153">
            <a:extLst>
              <a:ext uri="{FF2B5EF4-FFF2-40B4-BE49-F238E27FC236}">
                <a16:creationId xmlns:a16="http://schemas.microsoft.com/office/drawing/2014/main" id="{A257F694-BE6A-12FA-A4E5-39BE487DBFEB}"/>
              </a:ext>
            </a:extLst>
          </p:cNvPr>
          <p:cNvGrpSpPr/>
          <p:nvPr/>
        </p:nvGrpSpPr>
        <p:grpSpPr bwMode="gray">
          <a:xfrm>
            <a:off x="4391341" y="2302190"/>
            <a:ext cx="3381060" cy="3381056"/>
            <a:chOff x="3957778" y="1768616"/>
            <a:chExt cx="4276445" cy="4276442"/>
          </a:xfrm>
        </p:grpSpPr>
        <p:sp>
          <p:nvSpPr>
            <p:cNvPr id="12" name="Arc 5">
              <a:extLst>
                <a:ext uri="{FF2B5EF4-FFF2-40B4-BE49-F238E27FC236}">
                  <a16:creationId xmlns:a16="http://schemas.microsoft.com/office/drawing/2014/main" id="{8F8CBA27-AD31-7C3D-25D6-39191C2FAC17}"/>
                </a:ext>
              </a:extLst>
            </p:cNvPr>
            <p:cNvSpPr/>
            <p:nvPr/>
          </p:nvSpPr>
          <p:spPr bwMode="gray">
            <a:xfrm>
              <a:off x="3957778" y="1768616"/>
              <a:ext cx="4276445" cy="4276442"/>
            </a:xfrm>
            <a:prstGeom prst="arc">
              <a:avLst>
                <a:gd name="adj1" fmla="val 14413990"/>
                <a:gd name="adj2" fmla="val 18110226"/>
              </a:avLst>
            </a:prstGeom>
            <a:noFill/>
            <a:ln w="190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Arc 15">
              <a:extLst>
                <a:ext uri="{FF2B5EF4-FFF2-40B4-BE49-F238E27FC236}">
                  <a16:creationId xmlns:a16="http://schemas.microsoft.com/office/drawing/2014/main" id="{7368F3BC-FC80-3957-EB72-379FA1811B90}"/>
                </a:ext>
              </a:extLst>
            </p:cNvPr>
            <p:cNvSpPr/>
            <p:nvPr/>
          </p:nvSpPr>
          <p:spPr bwMode="gray">
            <a:xfrm>
              <a:off x="3957778" y="1768616"/>
              <a:ext cx="4276445" cy="4276442"/>
            </a:xfrm>
            <a:prstGeom prst="arc">
              <a:avLst>
                <a:gd name="adj1" fmla="val 18118069"/>
                <a:gd name="adj2" fmla="val 21596223"/>
              </a:avLst>
            </a:prstGeom>
            <a:noFill/>
            <a:ln w="190500">
              <a:solidFill>
                <a:srgbClr val="EFB4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Arc 16">
              <a:extLst>
                <a:ext uri="{FF2B5EF4-FFF2-40B4-BE49-F238E27FC236}">
                  <a16:creationId xmlns:a16="http://schemas.microsoft.com/office/drawing/2014/main" id="{51FE73A1-1BB7-8E6F-F878-5444E0CB6B6D}"/>
                </a:ext>
              </a:extLst>
            </p:cNvPr>
            <p:cNvSpPr/>
            <p:nvPr/>
          </p:nvSpPr>
          <p:spPr bwMode="gray">
            <a:xfrm>
              <a:off x="3957778" y="1768616"/>
              <a:ext cx="4276445" cy="4276442"/>
            </a:xfrm>
            <a:prstGeom prst="arc">
              <a:avLst>
                <a:gd name="adj1" fmla="val 7243190"/>
                <a:gd name="adj2" fmla="val 10805400"/>
              </a:avLst>
            </a:prstGeom>
            <a:noFill/>
            <a:ln w="190500">
              <a:solidFill>
                <a:srgbClr val="4C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Arc 17">
              <a:extLst>
                <a:ext uri="{FF2B5EF4-FFF2-40B4-BE49-F238E27FC236}">
                  <a16:creationId xmlns:a16="http://schemas.microsoft.com/office/drawing/2014/main" id="{6EDC32F6-676C-0433-4C06-C06263119CE6}"/>
                </a:ext>
              </a:extLst>
            </p:cNvPr>
            <p:cNvSpPr/>
            <p:nvPr/>
          </p:nvSpPr>
          <p:spPr bwMode="gray">
            <a:xfrm>
              <a:off x="3957778" y="1768616"/>
              <a:ext cx="4276445" cy="4276442"/>
            </a:xfrm>
            <a:prstGeom prst="arc">
              <a:avLst>
                <a:gd name="adj1" fmla="val 10805770"/>
                <a:gd name="adj2" fmla="val 14414734"/>
              </a:avLst>
            </a:prstGeom>
            <a:noFill/>
            <a:ln w="190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Arc 145">
              <a:extLst>
                <a:ext uri="{FF2B5EF4-FFF2-40B4-BE49-F238E27FC236}">
                  <a16:creationId xmlns:a16="http://schemas.microsoft.com/office/drawing/2014/main" id="{696546A7-8129-4890-4BAA-C9FFD7758BB6}"/>
                </a:ext>
              </a:extLst>
            </p:cNvPr>
            <p:cNvSpPr/>
            <p:nvPr/>
          </p:nvSpPr>
          <p:spPr bwMode="gray">
            <a:xfrm>
              <a:off x="3957778" y="1768616"/>
              <a:ext cx="4276445" cy="4276442"/>
            </a:xfrm>
            <a:prstGeom prst="arc">
              <a:avLst>
                <a:gd name="adj1" fmla="val 3363286"/>
                <a:gd name="adj2" fmla="val 7248584"/>
              </a:avLst>
            </a:prstGeom>
            <a:noFill/>
            <a:ln w="190500">
              <a:solidFill>
                <a:srgbClr val="4C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c 146">
              <a:extLst>
                <a:ext uri="{FF2B5EF4-FFF2-40B4-BE49-F238E27FC236}">
                  <a16:creationId xmlns:a16="http://schemas.microsoft.com/office/drawing/2014/main" id="{511834B2-0378-6861-0BD5-230C77E4DCBF}"/>
                </a:ext>
              </a:extLst>
            </p:cNvPr>
            <p:cNvSpPr/>
            <p:nvPr/>
          </p:nvSpPr>
          <p:spPr bwMode="gray">
            <a:xfrm>
              <a:off x="3957778" y="1768616"/>
              <a:ext cx="4276445" cy="4276442"/>
            </a:xfrm>
            <a:prstGeom prst="arc">
              <a:avLst>
                <a:gd name="adj1" fmla="val 21599342"/>
                <a:gd name="adj2" fmla="val 3357614"/>
              </a:avLst>
            </a:prstGeom>
            <a:noFill/>
            <a:ln w="190500">
              <a:solidFill>
                <a:srgbClr val="EFB4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6" name="Group 55">
            <a:extLst>
              <a:ext uri="{FF2B5EF4-FFF2-40B4-BE49-F238E27FC236}">
                <a16:creationId xmlns:a16="http://schemas.microsoft.com/office/drawing/2014/main" id="{BF584FC3-5641-3F99-06E6-8AEDC9A7CB38}"/>
              </a:ext>
            </a:extLst>
          </p:cNvPr>
          <p:cNvGrpSpPr/>
          <p:nvPr/>
        </p:nvGrpSpPr>
        <p:grpSpPr>
          <a:xfrm>
            <a:off x="537620" y="1848853"/>
            <a:ext cx="3577180" cy="758952"/>
            <a:chOff x="537620" y="1848853"/>
            <a:chExt cx="3577180" cy="758952"/>
          </a:xfrm>
        </p:grpSpPr>
        <p:sp>
          <p:nvSpPr>
            <p:cNvPr id="8" name="TextBox 118">
              <a:extLst>
                <a:ext uri="{FF2B5EF4-FFF2-40B4-BE49-F238E27FC236}">
                  <a16:creationId xmlns:a16="http://schemas.microsoft.com/office/drawing/2014/main" id="{024345B1-CB59-F908-844F-5E111C075623}"/>
                </a:ext>
              </a:extLst>
            </p:cNvPr>
            <p:cNvSpPr txBox="1"/>
            <p:nvPr/>
          </p:nvSpPr>
          <p:spPr bwMode="gray">
            <a:xfrm>
              <a:off x="1481137" y="1951330"/>
              <a:ext cx="2633663" cy="553998"/>
            </a:xfrm>
            <a:prstGeom prst="rect">
              <a:avLst/>
            </a:prstGeom>
            <a:noFill/>
          </p:spPr>
          <p:txBody>
            <a:bodyPr wrap="square" lIns="0" tIns="0" rIns="0" bIns="0" rtlCol="0" anchor="t" anchorCtr="0">
              <a:spAutoFit/>
            </a:bodyPr>
            <a:lstStyle/>
            <a:p>
              <a:pPr>
                <a:spcAft>
                  <a:spcPts val="300"/>
                </a:spcAft>
              </a:pPr>
              <a:r>
                <a:rPr lang="en-US" b="1" dirty="0"/>
                <a:t>Innovation Tools and Methodologies</a:t>
              </a:r>
            </a:p>
          </p:txBody>
        </p:sp>
        <p:pic>
          <p:nvPicPr>
            <p:cNvPr id="47" name="Picture 6" descr="Innovation - Free construction and tools icons">
              <a:extLst>
                <a:ext uri="{FF2B5EF4-FFF2-40B4-BE49-F238E27FC236}">
                  <a16:creationId xmlns:a16="http://schemas.microsoft.com/office/drawing/2014/main" id="{782EE6EA-6192-178F-9DD9-B48E56866D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620" y="1848853"/>
              <a:ext cx="758952" cy="758952"/>
            </a:xfrm>
            <a:prstGeom prst="rect">
              <a:avLst/>
            </a:prstGeom>
            <a:solidFill>
              <a:schemeClr val="bg1"/>
            </a:solidFill>
          </p:spPr>
        </p:pic>
      </p:grpSp>
      <p:grpSp>
        <p:nvGrpSpPr>
          <p:cNvPr id="58" name="Group 57">
            <a:extLst>
              <a:ext uri="{FF2B5EF4-FFF2-40B4-BE49-F238E27FC236}">
                <a16:creationId xmlns:a16="http://schemas.microsoft.com/office/drawing/2014/main" id="{F262D545-4110-51D4-FDA8-66F317A3E6F1}"/>
              </a:ext>
            </a:extLst>
          </p:cNvPr>
          <p:cNvGrpSpPr/>
          <p:nvPr/>
        </p:nvGrpSpPr>
        <p:grpSpPr>
          <a:xfrm>
            <a:off x="537620" y="4744383"/>
            <a:ext cx="3577180" cy="758952"/>
            <a:chOff x="537620" y="4744383"/>
            <a:chExt cx="3577180" cy="758952"/>
          </a:xfrm>
        </p:grpSpPr>
        <p:sp>
          <p:nvSpPr>
            <p:cNvPr id="10" name="TextBox 120">
              <a:extLst>
                <a:ext uri="{FF2B5EF4-FFF2-40B4-BE49-F238E27FC236}">
                  <a16:creationId xmlns:a16="http://schemas.microsoft.com/office/drawing/2014/main" id="{80ADF24B-9D72-EDF3-EDB9-BA3632075DB6}"/>
                </a:ext>
              </a:extLst>
            </p:cNvPr>
            <p:cNvSpPr txBox="1"/>
            <p:nvPr/>
          </p:nvSpPr>
          <p:spPr bwMode="gray">
            <a:xfrm>
              <a:off x="1481137" y="4985360"/>
              <a:ext cx="2633663" cy="276999"/>
            </a:xfrm>
            <a:prstGeom prst="rect">
              <a:avLst/>
            </a:prstGeom>
            <a:noFill/>
          </p:spPr>
          <p:txBody>
            <a:bodyPr wrap="square" lIns="0" tIns="0" rIns="0" bIns="0" rtlCol="0" anchor="t" anchorCtr="0">
              <a:spAutoFit/>
            </a:bodyPr>
            <a:lstStyle/>
            <a:p>
              <a:pPr>
                <a:spcAft>
                  <a:spcPts val="300"/>
                </a:spcAft>
              </a:pPr>
              <a:r>
                <a:rPr lang="en-US" b="1" dirty="0"/>
                <a:t>POC Development Support</a:t>
              </a:r>
            </a:p>
          </p:txBody>
        </p:sp>
        <p:pic>
          <p:nvPicPr>
            <p:cNvPr id="48" name="Picture 8" descr="Proof of concept - Free education icons">
              <a:extLst>
                <a:ext uri="{FF2B5EF4-FFF2-40B4-BE49-F238E27FC236}">
                  <a16:creationId xmlns:a16="http://schemas.microsoft.com/office/drawing/2014/main" id="{56FC4910-4BA4-2A6B-5C68-E1D935DAF2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620" y="4744383"/>
              <a:ext cx="758952" cy="758952"/>
            </a:xfrm>
            <a:prstGeom prst="rect">
              <a:avLst/>
            </a:prstGeom>
            <a:solidFill>
              <a:schemeClr val="bg1"/>
            </a:solidFill>
          </p:spPr>
        </p:pic>
      </p:grpSp>
      <p:grpSp>
        <p:nvGrpSpPr>
          <p:cNvPr id="60" name="Group 59">
            <a:extLst>
              <a:ext uri="{FF2B5EF4-FFF2-40B4-BE49-F238E27FC236}">
                <a16:creationId xmlns:a16="http://schemas.microsoft.com/office/drawing/2014/main" id="{2229704C-7D4C-D085-5BA4-8FC98A98F450}"/>
              </a:ext>
            </a:extLst>
          </p:cNvPr>
          <p:cNvGrpSpPr/>
          <p:nvPr/>
        </p:nvGrpSpPr>
        <p:grpSpPr>
          <a:xfrm>
            <a:off x="8054975" y="3260595"/>
            <a:ext cx="3575906" cy="830997"/>
            <a:chOff x="8054975" y="3260595"/>
            <a:chExt cx="3575906" cy="830997"/>
          </a:xfrm>
        </p:grpSpPr>
        <p:sp>
          <p:nvSpPr>
            <p:cNvPr id="6" name="TextBox 30">
              <a:extLst>
                <a:ext uri="{FF2B5EF4-FFF2-40B4-BE49-F238E27FC236}">
                  <a16:creationId xmlns:a16="http://schemas.microsoft.com/office/drawing/2014/main" id="{09FC1235-35A1-8058-E6C9-CE2479379D88}"/>
                </a:ext>
              </a:extLst>
            </p:cNvPr>
            <p:cNvSpPr txBox="1"/>
            <p:nvPr/>
          </p:nvSpPr>
          <p:spPr bwMode="gray">
            <a:xfrm>
              <a:off x="8054975" y="3260595"/>
              <a:ext cx="2633663" cy="830997"/>
            </a:xfrm>
            <a:prstGeom prst="rect">
              <a:avLst/>
            </a:prstGeom>
            <a:noFill/>
          </p:spPr>
          <p:txBody>
            <a:bodyPr wrap="square" lIns="0" tIns="0" rIns="0" bIns="0" rtlCol="0" anchor="t" anchorCtr="0">
              <a:spAutoFit/>
            </a:bodyPr>
            <a:lstStyle/>
            <a:p>
              <a:pPr>
                <a:spcAft>
                  <a:spcPts val="300"/>
                </a:spcAft>
              </a:pPr>
              <a:r>
                <a:rPr lang="en-US" b="1" dirty="0"/>
                <a:t>Mentorship from experts: workshop and training sessions</a:t>
              </a:r>
            </a:p>
          </p:txBody>
        </p:sp>
        <p:pic>
          <p:nvPicPr>
            <p:cNvPr id="49" name="Picture 10" descr="Mentoring - Free business and finance icons">
              <a:extLst>
                <a:ext uri="{FF2B5EF4-FFF2-40B4-BE49-F238E27FC236}">
                  <a16:creationId xmlns:a16="http://schemas.microsoft.com/office/drawing/2014/main" id="{B75D1BE5-382C-748A-6999-DB66E649C8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71929" y="3296617"/>
              <a:ext cx="758952" cy="758952"/>
            </a:xfrm>
            <a:prstGeom prst="rect">
              <a:avLst/>
            </a:prstGeom>
            <a:solidFill>
              <a:schemeClr val="bg1"/>
            </a:solidFill>
          </p:spPr>
        </p:pic>
      </p:grpSp>
      <p:grpSp>
        <p:nvGrpSpPr>
          <p:cNvPr id="61" name="Group 60">
            <a:extLst>
              <a:ext uri="{FF2B5EF4-FFF2-40B4-BE49-F238E27FC236}">
                <a16:creationId xmlns:a16="http://schemas.microsoft.com/office/drawing/2014/main" id="{FE536271-DDE6-6319-E160-AF4342C9556E}"/>
              </a:ext>
            </a:extLst>
          </p:cNvPr>
          <p:cNvGrpSpPr/>
          <p:nvPr/>
        </p:nvGrpSpPr>
        <p:grpSpPr>
          <a:xfrm>
            <a:off x="8054975" y="4708361"/>
            <a:ext cx="3575907" cy="830997"/>
            <a:chOff x="8054975" y="4708361"/>
            <a:chExt cx="3575907" cy="830997"/>
          </a:xfrm>
        </p:grpSpPr>
        <p:sp>
          <p:nvSpPr>
            <p:cNvPr id="7" name="TextBox 111">
              <a:extLst>
                <a:ext uri="{FF2B5EF4-FFF2-40B4-BE49-F238E27FC236}">
                  <a16:creationId xmlns:a16="http://schemas.microsoft.com/office/drawing/2014/main" id="{8FAB3EFD-37AA-99BF-F363-9251E97917E2}"/>
                </a:ext>
              </a:extLst>
            </p:cNvPr>
            <p:cNvSpPr txBox="1"/>
            <p:nvPr/>
          </p:nvSpPr>
          <p:spPr bwMode="gray">
            <a:xfrm>
              <a:off x="8054975" y="4708361"/>
              <a:ext cx="2633663" cy="830997"/>
            </a:xfrm>
            <a:prstGeom prst="rect">
              <a:avLst/>
            </a:prstGeom>
            <a:noFill/>
          </p:spPr>
          <p:txBody>
            <a:bodyPr wrap="square" lIns="0" tIns="0" rIns="0" bIns="0" rtlCol="0" anchor="t" anchorCtr="0">
              <a:spAutoFit/>
            </a:bodyPr>
            <a:lstStyle/>
            <a:p>
              <a:pPr>
                <a:spcAft>
                  <a:spcPts val="300"/>
                </a:spcAft>
              </a:pPr>
              <a:r>
                <a:rPr lang="en-US" b="1" dirty="0"/>
                <a:t>Networking opportunities with healthcare professionals and investors</a:t>
              </a:r>
            </a:p>
          </p:txBody>
        </p:sp>
        <p:pic>
          <p:nvPicPr>
            <p:cNvPr id="50" name="Picture 12" descr="Networking free icons designed by Becris">
              <a:extLst>
                <a:ext uri="{FF2B5EF4-FFF2-40B4-BE49-F238E27FC236}">
                  <a16:creationId xmlns:a16="http://schemas.microsoft.com/office/drawing/2014/main" id="{E47FD060-E8D6-E05A-5B11-E9D6D0594E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71930" y="4744383"/>
              <a:ext cx="758952" cy="758952"/>
            </a:xfrm>
            <a:prstGeom prst="rect">
              <a:avLst/>
            </a:prstGeom>
            <a:solidFill>
              <a:schemeClr val="bg1"/>
            </a:solidFill>
          </p:spPr>
        </p:pic>
      </p:grpSp>
      <p:grpSp>
        <p:nvGrpSpPr>
          <p:cNvPr id="57" name="Group 56">
            <a:extLst>
              <a:ext uri="{FF2B5EF4-FFF2-40B4-BE49-F238E27FC236}">
                <a16:creationId xmlns:a16="http://schemas.microsoft.com/office/drawing/2014/main" id="{FD3A795A-753A-2470-BE5C-D2368283A648}"/>
              </a:ext>
            </a:extLst>
          </p:cNvPr>
          <p:cNvGrpSpPr/>
          <p:nvPr/>
        </p:nvGrpSpPr>
        <p:grpSpPr>
          <a:xfrm>
            <a:off x="537620" y="3296618"/>
            <a:ext cx="3577180" cy="758952"/>
            <a:chOff x="537620" y="3296618"/>
            <a:chExt cx="3577180" cy="758952"/>
          </a:xfrm>
        </p:grpSpPr>
        <p:sp>
          <p:nvSpPr>
            <p:cNvPr id="9" name="TextBox 119">
              <a:extLst>
                <a:ext uri="{FF2B5EF4-FFF2-40B4-BE49-F238E27FC236}">
                  <a16:creationId xmlns:a16="http://schemas.microsoft.com/office/drawing/2014/main" id="{AD24125A-53DD-2AC0-8480-E1A65079ED60}"/>
                </a:ext>
              </a:extLst>
            </p:cNvPr>
            <p:cNvSpPr txBox="1"/>
            <p:nvPr/>
          </p:nvSpPr>
          <p:spPr bwMode="gray">
            <a:xfrm>
              <a:off x="1481137" y="3537595"/>
              <a:ext cx="2633663" cy="276999"/>
            </a:xfrm>
            <a:prstGeom prst="rect">
              <a:avLst/>
            </a:prstGeom>
            <a:noFill/>
          </p:spPr>
          <p:txBody>
            <a:bodyPr wrap="square" lIns="0" tIns="0" rIns="0" bIns="0" rtlCol="0" anchor="t" anchorCtr="0">
              <a:spAutoFit/>
            </a:bodyPr>
            <a:lstStyle/>
            <a:p>
              <a:pPr>
                <a:spcAft>
                  <a:spcPts val="300"/>
                </a:spcAft>
              </a:pPr>
              <a:r>
                <a:rPr lang="en-US" b="1" dirty="0"/>
                <a:t>Clinical Emersion</a:t>
              </a:r>
            </a:p>
          </p:txBody>
        </p:sp>
        <p:pic>
          <p:nvPicPr>
            <p:cNvPr id="51" name="Picture 14" descr="Test - Free healthcare and medical icons">
              <a:extLst>
                <a:ext uri="{FF2B5EF4-FFF2-40B4-BE49-F238E27FC236}">
                  <a16:creationId xmlns:a16="http://schemas.microsoft.com/office/drawing/2014/main" id="{8308D4C9-0964-2D85-6BFB-506B273892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620" y="3296618"/>
              <a:ext cx="758952" cy="758952"/>
            </a:xfrm>
            <a:prstGeom prst="rect">
              <a:avLst/>
            </a:prstGeom>
            <a:solidFill>
              <a:schemeClr val="bg1"/>
            </a:solidFill>
          </p:spPr>
        </p:pic>
      </p:grpSp>
      <p:grpSp>
        <p:nvGrpSpPr>
          <p:cNvPr id="59" name="Group 58">
            <a:extLst>
              <a:ext uri="{FF2B5EF4-FFF2-40B4-BE49-F238E27FC236}">
                <a16:creationId xmlns:a16="http://schemas.microsoft.com/office/drawing/2014/main" id="{E43119D0-0E13-52FA-6275-3A82C0E596C0}"/>
              </a:ext>
            </a:extLst>
          </p:cNvPr>
          <p:cNvGrpSpPr/>
          <p:nvPr/>
        </p:nvGrpSpPr>
        <p:grpSpPr>
          <a:xfrm>
            <a:off x="8054975" y="1848853"/>
            <a:ext cx="3575907" cy="758952"/>
            <a:chOff x="8054975" y="1848853"/>
            <a:chExt cx="3575907" cy="758952"/>
          </a:xfrm>
        </p:grpSpPr>
        <p:sp>
          <p:nvSpPr>
            <p:cNvPr id="5" name="TextBox 24">
              <a:extLst>
                <a:ext uri="{FF2B5EF4-FFF2-40B4-BE49-F238E27FC236}">
                  <a16:creationId xmlns:a16="http://schemas.microsoft.com/office/drawing/2014/main" id="{CC08AA6C-CEC4-A07C-57D2-40FF1A767044}"/>
                </a:ext>
              </a:extLst>
            </p:cNvPr>
            <p:cNvSpPr txBox="1"/>
            <p:nvPr/>
          </p:nvSpPr>
          <p:spPr bwMode="gray">
            <a:xfrm>
              <a:off x="8054975" y="1951330"/>
              <a:ext cx="2633663" cy="553998"/>
            </a:xfrm>
            <a:prstGeom prst="rect">
              <a:avLst/>
            </a:prstGeom>
            <a:noFill/>
          </p:spPr>
          <p:txBody>
            <a:bodyPr wrap="square" lIns="0" tIns="0" rIns="0" bIns="0" rtlCol="0" anchor="t" anchorCtr="0">
              <a:spAutoFit/>
            </a:bodyPr>
            <a:lstStyle/>
            <a:p>
              <a:pPr>
                <a:spcAft>
                  <a:spcPts val="300"/>
                </a:spcAft>
              </a:pPr>
              <a:r>
                <a:rPr lang="en-US" b="1" dirty="0"/>
                <a:t>Funding Guidance and Support</a:t>
              </a:r>
            </a:p>
          </p:txBody>
        </p:sp>
        <p:pic>
          <p:nvPicPr>
            <p:cNvPr id="52" name="Picture 16" descr="Funding Generic Outline Color icon | Freepik">
              <a:extLst>
                <a:ext uri="{FF2B5EF4-FFF2-40B4-BE49-F238E27FC236}">
                  <a16:creationId xmlns:a16="http://schemas.microsoft.com/office/drawing/2014/main" id="{459C1AC1-BF66-481B-8C3E-5FFDB187FC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871930" y="1848853"/>
              <a:ext cx="758952" cy="758952"/>
            </a:xfrm>
            <a:prstGeom prst="rect">
              <a:avLst/>
            </a:prstGeom>
            <a:solidFill>
              <a:schemeClr val="bg1"/>
            </a:solidFill>
          </p:spPr>
        </p:pic>
      </p:grpSp>
      <p:grpSp>
        <p:nvGrpSpPr>
          <p:cNvPr id="53" name="Group 16">
            <a:extLst>
              <a:ext uri="{FF2B5EF4-FFF2-40B4-BE49-F238E27FC236}">
                <a16:creationId xmlns:a16="http://schemas.microsoft.com/office/drawing/2014/main" id="{604B9D61-E44F-AA70-EA7B-B7800C5237AA}"/>
              </a:ext>
            </a:extLst>
          </p:cNvPr>
          <p:cNvGrpSpPr>
            <a:grpSpLocks noChangeAspect="1"/>
          </p:cNvGrpSpPr>
          <p:nvPr/>
        </p:nvGrpSpPr>
        <p:grpSpPr bwMode="gray">
          <a:xfrm>
            <a:off x="5396071" y="3306918"/>
            <a:ext cx="1371600" cy="1371600"/>
            <a:chOff x="2037223" y="1920970"/>
            <a:chExt cx="580103" cy="580103"/>
          </a:xfrm>
        </p:grpSpPr>
        <p:sp>
          <p:nvSpPr>
            <p:cNvPr id="54" name="Rectangle 49">
              <a:extLst>
                <a:ext uri="{FF2B5EF4-FFF2-40B4-BE49-F238E27FC236}">
                  <a16:creationId xmlns:a16="http://schemas.microsoft.com/office/drawing/2014/main" id="{9E680097-8C6F-26D1-39E6-BF29C79006DF}"/>
                </a:ext>
              </a:extLst>
            </p:cNvPr>
            <p:cNvSpPr/>
            <p:nvPr/>
          </p:nvSpPr>
          <p:spPr bwMode="gray">
            <a:xfrm>
              <a:off x="2037223" y="1920970"/>
              <a:ext cx="580103" cy="580103"/>
            </a:xfrm>
            <a:prstGeom prst="rect">
              <a:avLst/>
            </a:prstGeom>
            <a:solidFill>
              <a:schemeClr val="tx1"/>
            </a:solidFill>
            <a:ln>
              <a:solidFill>
                <a:srgbClr val="4C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Freeform 119">
              <a:extLst>
                <a:ext uri="{FF2B5EF4-FFF2-40B4-BE49-F238E27FC236}">
                  <a16:creationId xmlns:a16="http://schemas.microsoft.com/office/drawing/2014/main" id="{DDB12520-5590-6065-EF88-96A4756A8051}"/>
                </a:ext>
              </a:extLst>
            </p:cNvPr>
            <p:cNvSpPr>
              <a:spLocks noEditPoints="1"/>
            </p:cNvSpPr>
            <p:nvPr/>
          </p:nvSpPr>
          <p:spPr bwMode="gray">
            <a:xfrm>
              <a:off x="2209067" y="2046844"/>
              <a:ext cx="236415" cy="328354"/>
            </a:xfrm>
            <a:custGeom>
              <a:avLst/>
              <a:gdLst>
                <a:gd name="T0" fmla="*/ 208 w 233"/>
                <a:gd name="T1" fmla="*/ 100 h 325"/>
                <a:gd name="T2" fmla="*/ 133 w 233"/>
                <a:gd name="T3" fmla="*/ 100 h 325"/>
                <a:gd name="T4" fmla="*/ 133 w 233"/>
                <a:gd name="T5" fmla="*/ 75 h 325"/>
                <a:gd name="T6" fmla="*/ 208 w 233"/>
                <a:gd name="T7" fmla="*/ 75 h 325"/>
                <a:gd name="T8" fmla="*/ 208 w 233"/>
                <a:gd name="T9" fmla="*/ 100 h 325"/>
                <a:gd name="T10" fmla="*/ 208 w 233"/>
                <a:gd name="T11" fmla="*/ 188 h 325"/>
                <a:gd name="T12" fmla="*/ 133 w 233"/>
                <a:gd name="T13" fmla="*/ 188 h 325"/>
                <a:gd name="T14" fmla="*/ 133 w 233"/>
                <a:gd name="T15" fmla="*/ 163 h 325"/>
                <a:gd name="T16" fmla="*/ 208 w 233"/>
                <a:gd name="T17" fmla="*/ 163 h 325"/>
                <a:gd name="T18" fmla="*/ 208 w 233"/>
                <a:gd name="T19" fmla="*/ 188 h 325"/>
                <a:gd name="T20" fmla="*/ 208 w 233"/>
                <a:gd name="T21" fmla="*/ 275 h 325"/>
                <a:gd name="T22" fmla="*/ 133 w 233"/>
                <a:gd name="T23" fmla="*/ 275 h 325"/>
                <a:gd name="T24" fmla="*/ 133 w 233"/>
                <a:gd name="T25" fmla="*/ 250 h 325"/>
                <a:gd name="T26" fmla="*/ 208 w 233"/>
                <a:gd name="T27" fmla="*/ 250 h 325"/>
                <a:gd name="T28" fmla="*/ 208 w 233"/>
                <a:gd name="T29" fmla="*/ 275 h 325"/>
                <a:gd name="T30" fmla="*/ 60 w 233"/>
                <a:gd name="T31" fmla="*/ 125 h 325"/>
                <a:gd name="T32" fmla="*/ 23 w 233"/>
                <a:gd name="T33" fmla="*/ 88 h 325"/>
                <a:gd name="T34" fmla="*/ 42 w 233"/>
                <a:gd name="T35" fmla="*/ 69 h 325"/>
                <a:gd name="T36" fmla="*/ 60 w 233"/>
                <a:gd name="T37" fmla="*/ 88 h 325"/>
                <a:gd name="T38" fmla="*/ 92 w 233"/>
                <a:gd name="T39" fmla="*/ 56 h 325"/>
                <a:gd name="T40" fmla="*/ 110 w 233"/>
                <a:gd name="T41" fmla="*/ 75 h 325"/>
                <a:gd name="T42" fmla="*/ 60 w 233"/>
                <a:gd name="T43" fmla="*/ 125 h 325"/>
                <a:gd name="T44" fmla="*/ 60 w 233"/>
                <a:gd name="T45" fmla="*/ 213 h 325"/>
                <a:gd name="T46" fmla="*/ 23 w 233"/>
                <a:gd name="T47" fmla="*/ 175 h 325"/>
                <a:gd name="T48" fmla="*/ 42 w 233"/>
                <a:gd name="T49" fmla="*/ 156 h 325"/>
                <a:gd name="T50" fmla="*/ 60 w 233"/>
                <a:gd name="T51" fmla="*/ 175 h 325"/>
                <a:gd name="T52" fmla="*/ 92 w 233"/>
                <a:gd name="T53" fmla="*/ 144 h 325"/>
                <a:gd name="T54" fmla="*/ 110 w 233"/>
                <a:gd name="T55" fmla="*/ 163 h 325"/>
                <a:gd name="T56" fmla="*/ 60 w 233"/>
                <a:gd name="T57" fmla="*/ 213 h 325"/>
                <a:gd name="T58" fmla="*/ 60 w 233"/>
                <a:gd name="T59" fmla="*/ 300 h 325"/>
                <a:gd name="T60" fmla="*/ 23 w 233"/>
                <a:gd name="T61" fmla="*/ 263 h 325"/>
                <a:gd name="T62" fmla="*/ 42 w 233"/>
                <a:gd name="T63" fmla="*/ 244 h 325"/>
                <a:gd name="T64" fmla="*/ 60 w 233"/>
                <a:gd name="T65" fmla="*/ 263 h 325"/>
                <a:gd name="T66" fmla="*/ 92 w 233"/>
                <a:gd name="T67" fmla="*/ 231 h 325"/>
                <a:gd name="T68" fmla="*/ 110 w 233"/>
                <a:gd name="T69" fmla="*/ 250 h 325"/>
                <a:gd name="T70" fmla="*/ 60 w 233"/>
                <a:gd name="T71" fmla="*/ 300 h 325"/>
                <a:gd name="T72" fmla="*/ 208 w 233"/>
                <a:gd name="T73" fmla="*/ 0 h 325"/>
                <a:gd name="T74" fmla="*/ 208 w 233"/>
                <a:gd name="T75" fmla="*/ 25 h 325"/>
                <a:gd name="T76" fmla="*/ 25 w 233"/>
                <a:gd name="T77" fmla="*/ 25 h 325"/>
                <a:gd name="T78" fmla="*/ 25 w 233"/>
                <a:gd name="T79" fmla="*/ 0 h 325"/>
                <a:gd name="T80" fmla="*/ 0 w 233"/>
                <a:gd name="T81" fmla="*/ 0 h 325"/>
                <a:gd name="T82" fmla="*/ 0 w 233"/>
                <a:gd name="T83" fmla="*/ 325 h 325"/>
                <a:gd name="T84" fmla="*/ 233 w 233"/>
                <a:gd name="T85" fmla="*/ 325 h 325"/>
                <a:gd name="T86" fmla="*/ 233 w 233"/>
                <a:gd name="T87" fmla="*/ 0 h 325"/>
                <a:gd name="T88" fmla="*/ 208 w 233"/>
                <a:gd name="T89" fmla="*/ 0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33" h="325">
                  <a:moveTo>
                    <a:pt x="208" y="100"/>
                  </a:moveTo>
                  <a:lnTo>
                    <a:pt x="133" y="100"/>
                  </a:lnTo>
                  <a:lnTo>
                    <a:pt x="133" y="75"/>
                  </a:lnTo>
                  <a:lnTo>
                    <a:pt x="208" y="75"/>
                  </a:lnTo>
                  <a:lnTo>
                    <a:pt x="208" y="100"/>
                  </a:lnTo>
                  <a:close/>
                  <a:moveTo>
                    <a:pt x="208" y="188"/>
                  </a:moveTo>
                  <a:lnTo>
                    <a:pt x="133" y="188"/>
                  </a:lnTo>
                  <a:lnTo>
                    <a:pt x="133" y="163"/>
                  </a:lnTo>
                  <a:lnTo>
                    <a:pt x="208" y="163"/>
                  </a:lnTo>
                  <a:lnTo>
                    <a:pt x="208" y="188"/>
                  </a:lnTo>
                  <a:close/>
                  <a:moveTo>
                    <a:pt x="208" y="275"/>
                  </a:moveTo>
                  <a:lnTo>
                    <a:pt x="133" y="275"/>
                  </a:lnTo>
                  <a:lnTo>
                    <a:pt x="133" y="250"/>
                  </a:lnTo>
                  <a:lnTo>
                    <a:pt x="208" y="250"/>
                  </a:lnTo>
                  <a:lnTo>
                    <a:pt x="208" y="275"/>
                  </a:lnTo>
                  <a:close/>
                  <a:moveTo>
                    <a:pt x="60" y="125"/>
                  </a:moveTo>
                  <a:lnTo>
                    <a:pt x="23" y="88"/>
                  </a:lnTo>
                  <a:lnTo>
                    <a:pt x="42" y="69"/>
                  </a:lnTo>
                  <a:lnTo>
                    <a:pt x="60" y="88"/>
                  </a:lnTo>
                  <a:lnTo>
                    <a:pt x="92" y="56"/>
                  </a:lnTo>
                  <a:lnTo>
                    <a:pt x="110" y="75"/>
                  </a:lnTo>
                  <a:lnTo>
                    <a:pt x="60" y="125"/>
                  </a:lnTo>
                  <a:close/>
                  <a:moveTo>
                    <a:pt x="60" y="213"/>
                  </a:moveTo>
                  <a:lnTo>
                    <a:pt x="23" y="175"/>
                  </a:lnTo>
                  <a:lnTo>
                    <a:pt x="42" y="156"/>
                  </a:lnTo>
                  <a:lnTo>
                    <a:pt x="60" y="175"/>
                  </a:lnTo>
                  <a:lnTo>
                    <a:pt x="92" y="144"/>
                  </a:lnTo>
                  <a:lnTo>
                    <a:pt x="110" y="163"/>
                  </a:lnTo>
                  <a:lnTo>
                    <a:pt x="60" y="213"/>
                  </a:lnTo>
                  <a:close/>
                  <a:moveTo>
                    <a:pt x="60" y="300"/>
                  </a:moveTo>
                  <a:lnTo>
                    <a:pt x="23" y="263"/>
                  </a:lnTo>
                  <a:lnTo>
                    <a:pt x="42" y="244"/>
                  </a:lnTo>
                  <a:lnTo>
                    <a:pt x="60" y="263"/>
                  </a:lnTo>
                  <a:lnTo>
                    <a:pt x="92" y="231"/>
                  </a:lnTo>
                  <a:lnTo>
                    <a:pt x="110" y="250"/>
                  </a:lnTo>
                  <a:lnTo>
                    <a:pt x="60" y="300"/>
                  </a:lnTo>
                  <a:close/>
                  <a:moveTo>
                    <a:pt x="208" y="0"/>
                  </a:moveTo>
                  <a:lnTo>
                    <a:pt x="208" y="25"/>
                  </a:lnTo>
                  <a:lnTo>
                    <a:pt x="25" y="25"/>
                  </a:lnTo>
                  <a:lnTo>
                    <a:pt x="25" y="0"/>
                  </a:lnTo>
                  <a:lnTo>
                    <a:pt x="0" y="0"/>
                  </a:lnTo>
                  <a:lnTo>
                    <a:pt x="0" y="325"/>
                  </a:lnTo>
                  <a:lnTo>
                    <a:pt x="233" y="325"/>
                  </a:lnTo>
                  <a:lnTo>
                    <a:pt x="233" y="0"/>
                  </a:lnTo>
                  <a:lnTo>
                    <a:pt x="208" y="0"/>
                  </a:lnTo>
                  <a:close/>
                </a:path>
              </a:pathLst>
            </a:custGeom>
            <a:solidFill>
              <a:schemeClr val="bg1"/>
            </a:solidFill>
            <a:ln>
              <a:solidFill>
                <a:srgbClr val="4C4646"/>
              </a:solid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66780226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left)">
                                      <p:cBhvr>
                                        <p:cTn id="7" dur="500"/>
                                        <p:tgtEl>
                                          <p:spTgt spid="5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wipe(left)">
                                      <p:cBhvr>
                                        <p:cTn id="11" dur="500"/>
                                        <p:tgtEl>
                                          <p:spTgt spid="5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wipe(left)">
                                      <p:cBhvr>
                                        <p:cTn id="15" dur="500"/>
                                        <p:tgtEl>
                                          <p:spTgt spid="58"/>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wipe(left)">
                                      <p:cBhvr>
                                        <p:cTn id="19" dur="500"/>
                                        <p:tgtEl>
                                          <p:spTgt spid="53"/>
                                        </p:tgtEl>
                                      </p:cBhvr>
                                    </p:animEffect>
                                  </p:childTnLst>
                                </p:cTn>
                              </p:par>
                              <p:par>
                                <p:cTn id="20" presetID="22" presetClass="entr" presetSubtype="8"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par>
                          <p:cTn id="23" fill="hold">
                            <p:stCondLst>
                              <p:cond delay="2000"/>
                            </p:stCondLst>
                            <p:childTnLst>
                              <p:par>
                                <p:cTn id="24" presetID="22" presetClass="entr" presetSubtype="8" fill="hold" nodeType="afterEffect">
                                  <p:stCondLst>
                                    <p:cond delay="0"/>
                                  </p:stCondLst>
                                  <p:childTnLst>
                                    <p:set>
                                      <p:cBhvr>
                                        <p:cTn id="25" dur="1" fill="hold">
                                          <p:stCondLst>
                                            <p:cond delay="0"/>
                                          </p:stCondLst>
                                        </p:cTn>
                                        <p:tgtEl>
                                          <p:spTgt spid="59"/>
                                        </p:tgtEl>
                                        <p:attrNameLst>
                                          <p:attrName>style.visibility</p:attrName>
                                        </p:attrNameLst>
                                      </p:cBhvr>
                                      <p:to>
                                        <p:strVal val="visible"/>
                                      </p:to>
                                    </p:set>
                                    <p:animEffect transition="in" filter="wipe(left)">
                                      <p:cBhvr>
                                        <p:cTn id="26" dur="500"/>
                                        <p:tgtEl>
                                          <p:spTgt spid="59"/>
                                        </p:tgtEl>
                                      </p:cBhvr>
                                    </p:animEffect>
                                  </p:childTnLst>
                                </p:cTn>
                              </p:par>
                            </p:childTnLst>
                          </p:cTn>
                        </p:par>
                        <p:par>
                          <p:cTn id="27" fill="hold">
                            <p:stCondLst>
                              <p:cond delay="2500"/>
                            </p:stCondLst>
                            <p:childTnLst>
                              <p:par>
                                <p:cTn id="28" presetID="22" presetClass="entr" presetSubtype="8" fill="hold" nodeType="afterEffect">
                                  <p:stCondLst>
                                    <p:cond delay="0"/>
                                  </p:stCondLst>
                                  <p:childTnLst>
                                    <p:set>
                                      <p:cBhvr>
                                        <p:cTn id="29" dur="1" fill="hold">
                                          <p:stCondLst>
                                            <p:cond delay="0"/>
                                          </p:stCondLst>
                                        </p:cTn>
                                        <p:tgtEl>
                                          <p:spTgt spid="60"/>
                                        </p:tgtEl>
                                        <p:attrNameLst>
                                          <p:attrName>style.visibility</p:attrName>
                                        </p:attrNameLst>
                                      </p:cBhvr>
                                      <p:to>
                                        <p:strVal val="visible"/>
                                      </p:to>
                                    </p:set>
                                    <p:animEffect transition="in" filter="wipe(left)">
                                      <p:cBhvr>
                                        <p:cTn id="30" dur="500"/>
                                        <p:tgtEl>
                                          <p:spTgt spid="60"/>
                                        </p:tgtEl>
                                      </p:cBhvr>
                                    </p:animEffect>
                                  </p:childTnLst>
                                </p:cTn>
                              </p:par>
                            </p:childTnLst>
                          </p:cTn>
                        </p:par>
                        <p:par>
                          <p:cTn id="31" fill="hold">
                            <p:stCondLst>
                              <p:cond delay="3000"/>
                            </p:stCondLst>
                            <p:childTnLst>
                              <p:par>
                                <p:cTn id="32" presetID="22" presetClass="entr" presetSubtype="8" fill="hold" nodeType="afterEffect">
                                  <p:stCondLst>
                                    <p:cond delay="0"/>
                                  </p:stCondLst>
                                  <p:childTnLst>
                                    <p:set>
                                      <p:cBhvr>
                                        <p:cTn id="33" dur="1" fill="hold">
                                          <p:stCondLst>
                                            <p:cond delay="0"/>
                                          </p:stCondLst>
                                        </p:cTn>
                                        <p:tgtEl>
                                          <p:spTgt spid="61"/>
                                        </p:tgtEl>
                                        <p:attrNameLst>
                                          <p:attrName>style.visibility</p:attrName>
                                        </p:attrNameLst>
                                      </p:cBhvr>
                                      <p:to>
                                        <p:strVal val="visible"/>
                                      </p:to>
                                    </p:set>
                                    <p:animEffect transition="in" filter="wipe(left)">
                                      <p:cBhvr>
                                        <p:cTn id="3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D3005-5C3D-EC05-A58D-4F1ACD4026B7}"/>
              </a:ext>
            </a:extLst>
          </p:cNvPr>
          <p:cNvSpPr>
            <a:spLocks noGrp="1"/>
          </p:cNvSpPr>
          <p:nvPr>
            <p:ph type="title"/>
          </p:nvPr>
        </p:nvSpPr>
        <p:spPr/>
        <p:txBody>
          <a:bodyPr/>
          <a:lstStyle/>
          <a:p>
            <a:r>
              <a:rPr lang="en-US" dirty="0"/>
              <a:t>Our programs &amp; trainings</a:t>
            </a:r>
          </a:p>
        </p:txBody>
      </p:sp>
      <p:sp>
        <p:nvSpPr>
          <p:cNvPr id="3" name="Slide Number Placeholder 2">
            <a:extLst>
              <a:ext uri="{FF2B5EF4-FFF2-40B4-BE49-F238E27FC236}">
                <a16:creationId xmlns:a16="http://schemas.microsoft.com/office/drawing/2014/main" id="{AAFFC420-323F-B332-BC3B-B412827882E1}"/>
              </a:ext>
            </a:extLst>
          </p:cNvPr>
          <p:cNvSpPr>
            <a:spLocks noGrp="1"/>
          </p:cNvSpPr>
          <p:nvPr>
            <p:ph type="sldNum" sz="quarter" idx="11"/>
          </p:nvPr>
        </p:nvSpPr>
        <p:spPr/>
        <p:txBody>
          <a:bodyPr/>
          <a:lstStyle/>
          <a:p>
            <a:fld id="{7760E944-92EF-4F50-939A-662FA230D41F}" type="slidenum">
              <a:rPr lang="en-US" smtClean="0"/>
              <a:t>6</a:t>
            </a:fld>
            <a:endParaRPr lang="en-US"/>
          </a:p>
        </p:txBody>
      </p:sp>
      <p:sp>
        <p:nvSpPr>
          <p:cNvPr id="4" name="Footer Placeholder 3">
            <a:extLst>
              <a:ext uri="{FF2B5EF4-FFF2-40B4-BE49-F238E27FC236}">
                <a16:creationId xmlns:a16="http://schemas.microsoft.com/office/drawing/2014/main" id="{18F99BE8-36F3-40D3-F086-753735373921}"/>
              </a:ext>
            </a:extLst>
          </p:cNvPr>
          <p:cNvSpPr>
            <a:spLocks noGrp="1"/>
          </p:cNvSpPr>
          <p:nvPr>
            <p:ph type="ftr" sz="quarter" idx="12"/>
          </p:nvPr>
        </p:nvSpPr>
        <p:spPr/>
        <p:txBody>
          <a:bodyPr/>
          <a:lstStyle/>
          <a:p>
            <a:endParaRPr lang="en-US" dirty="0"/>
          </a:p>
        </p:txBody>
      </p:sp>
      <p:sp>
        <p:nvSpPr>
          <p:cNvPr id="5" name="Rechteck 8">
            <a:extLst>
              <a:ext uri="{FF2B5EF4-FFF2-40B4-BE49-F238E27FC236}">
                <a16:creationId xmlns:a16="http://schemas.microsoft.com/office/drawing/2014/main" id="{72DFA321-67F7-0BC1-1240-48E16478AC86}"/>
              </a:ext>
            </a:extLst>
          </p:cNvPr>
          <p:cNvSpPr>
            <a:spLocks/>
          </p:cNvSpPr>
          <p:nvPr>
            <p:custDataLst>
              <p:tags r:id="rId1"/>
            </p:custDataLst>
          </p:nvPr>
        </p:nvSpPr>
        <p:spPr bwMode="gray">
          <a:xfrm>
            <a:off x="542130" y="2180313"/>
            <a:ext cx="3575436" cy="246221"/>
          </a:xfrm>
          <a:prstGeom prst="rect">
            <a:avLst/>
          </a:prstGeom>
        </p:spPr>
        <p:txBody>
          <a:bodyPr wrap="square" lIns="0" tIns="0" rIns="0" bIns="0">
            <a:spAutoFit/>
          </a:bodyPr>
          <a:lstStyle/>
          <a:p>
            <a:pPr lvl="0">
              <a:defRPr/>
            </a:pPr>
            <a:r>
              <a:rPr lang="en-US" sz="1600" b="1" dirty="0">
                <a:latin typeface="Calibri" panose="020F0502020204030204" pitchFamily="34" charset="0"/>
                <a:cs typeface="Calibri" panose="020F0502020204030204" pitchFamily="34" charset="0"/>
                <a:sym typeface="Calibri" panose="020F0502020204030204" pitchFamily="34" charset="0"/>
              </a:rPr>
              <a:t>Types of programs and Trainings</a:t>
            </a:r>
            <a:endParaRPr kumimoji="0" lang="en-US" sz="1600" b="1" u="none" strike="noStrike" kern="1200" cap="none" spc="0" normalizeH="0" baseline="0" noProof="0" dirty="0">
              <a:ln>
                <a:noFill/>
              </a:ln>
              <a:effectLst/>
              <a:uLnTx/>
              <a:uFillTx/>
              <a:latin typeface="Calibri" panose="020F0502020204030204" pitchFamily="34" charset="0"/>
              <a:cs typeface="Calibri" panose="020F0502020204030204" pitchFamily="34" charset="0"/>
              <a:sym typeface="Calibri" panose="020F0502020204030204" pitchFamily="34" charset="0"/>
            </a:endParaRPr>
          </a:p>
        </p:txBody>
      </p:sp>
      <p:grpSp>
        <p:nvGrpSpPr>
          <p:cNvPr id="6" name="Group 732">
            <a:extLst>
              <a:ext uri="{FF2B5EF4-FFF2-40B4-BE49-F238E27FC236}">
                <a16:creationId xmlns:a16="http://schemas.microsoft.com/office/drawing/2014/main" id="{DA727318-81C7-A3A7-5E97-F3072EC77CAA}"/>
              </a:ext>
            </a:extLst>
          </p:cNvPr>
          <p:cNvGrpSpPr/>
          <p:nvPr/>
        </p:nvGrpSpPr>
        <p:grpSpPr bwMode="gray">
          <a:xfrm>
            <a:off x="540000" y="3600631"/>
            <a:ext cx="3560530" cy="2185461"/>
            <a:chOff x="540000" y="3600631"/>
            <a:chExt cx="3560530" cy="2185461"/>
          </a:xfrm>
        </p:grpSpPr>
        <p:grpSp>
          <p:nvGrpSpPr>
            <p:cNvPr id="7" name="Group 75">
              <a:extLst>
                <a:ext uri="{FF2B5EF4-FFF2-40B4-BE49-F238E27FC236}">
                  <a16:creationId xmlns:a16="http://schemas.microsoft.com/office/drawing/2014/main" id="{812AE43A-DE90-306B-DC0D-013B6977EE29}"/>
                </a:ext>
              </a:extLst>
            </p:cNvPr>
            <p:cNvGrpSpPr/>
            <p:nvPr/>
          </p:nvGrpSpPr>
          <p:grpSpPr bwMode="gray">
            <a:xfrm>
              <a:off x="540000" y="3843901"/>
              <a:ext cx="3560530" cy="1942191"/>
              <a:chOff x="6413165" y="2908587"/>
              <a:chExt cx="4920477" cy="2684012"/>
            </a:xfrm>
          </p:grpSpPr>
          <p:sp>
            <p:nvSpPr>
              <p:cNvPr id="9" name="Graphic 306">
                <a:extLst>
                  <a:ext uri="{FF2B5EF4-FFF2-40B4-BE49-F238E27FC236}">
                    <a16:creationId xmlns:a16="http://schemas.microsoft.com/office/drawing/2014/main" id="{A0DEB9D0-F3B4-45B8-7869-3E1AA6D70759}"/>
                  </a:ext>
                </a:extLst>
              </p:cNvPr>
              <p:cNvSpPr/>
              <p:nvPr/>
            </p:nvSpPr>
            <p:spPr bwMode="gray">
              <a:xfrm>
                <a:off x="8491492" y="5330231"/>
                <a:ext cx="820078" cy="115263"/>
              </a:xfrm>
              <a:custGeom>
                <a:avLst/>
                <a:gdLst>
                  <a:gd name="connsiteX0" fmla="*/ 1161000 w 1160999"/>
                  <a:gd name="connsiteY0" fmla="*/ 81590 h 163180"/>
                  <a:gd name="connsiteX1" fmla="*/ 580500 w 1160999"/>
                  <a:gd name="connsiteY1" fmla="*/ 163181 h 163180"/>
                  <a:gd name="connsiteX2" fmla="*/ 0 w 1160999"/>
                  <a:gd name="connsiteY2" fmla="*/ 81590 h 163180"/>
                  <a:gd name="connsiteX3" fmla="*/ 580500 w 1160999"/>
                  <a:gd name="connsiteY3" fmla="*/ 0 h 163180"/>
                  <a:gd name="connsiteX4" fmla="*/ 1161000 w 1160999"/>
                  <a:gd name="connsiteY4" fmla="*/ 81590 h 1631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0999" h="163180">
                    <a:moveTo>
                      <a:pt x="1161000" y="81590"/>
                    </a:moveTo>
                    <a:cubicBezTo>
                      <a:pt x="1161000" y="126652"/>
                      <a:pt x="901101" y="163181"/>
                      <a:pt x="580500" y="163181"/>
                    </a:cubicBezTo>
                    <a:cubicBezTo>
                      <a:pt x="259899" y="163181"/>
                      <a:pt x="0" y="126652"/>
                      <a:pt x="0" y="81590"/>
                    </a:cubicBezTo>
                    <a:cubicBezTo>
                      <a:pt x="0" y="36529"/>
                      <a:pt x="259899" y="0"/>
                      <a:pt x="580500" y="0"/>
                    </a:cubicBezTo>
                    <a:cubicBezTo>
                      <a:pt x="901101" y="0"/>
                      <a:pt x="1161000" y="36529"/>
                      <a:pt x="1161000" y="81590"/>
                    </a:cubicBezTo>
                    <a:close/>
                  </a:path>
                </a:pathLst>
              </a:custGeom>
              <a:solidFill>
                <a:schemeClr val="bg1">
                  <a:lumMod val="95000"/>
                </a:schemeClr>
              </a:solidFill>
              <a:ln w="2487" cap="flat">
                <a:noFill/>
                <a:prstDash val="solid"/>
                <a:miter/>
              </a:ln>
            </p:spPr>
            <p:txBody>
              <a:bodyPr rtlCol="0" anchor="ctr"/>
              <a:lstStyle/>
              <a:p>
                <a:endParaRPr lang="en-US" dirty="0"/>
              </a:p>
            </p:txBody>
          </p:sp>
          <p:grpSp>
            <p:nvGrpSpPr>
              <p:cNvPr id="10" name="Group 77">
                <a:extLst>
                  <a:ext uri="{FF2B5EF4-FFF2-40B4-BE49-F238E27FC236}">
                    <a16:creationId xmlns:a16="http://schemas.microsoft.com/office/drawing/2014/main" id="{32250CC9-5E7F-F955-BAF2-3EAD78075A28}"/>
                  </a:ext>
                </a:extLst>
              </p:cNvPr>
              <p:cNvGrpSpPr/>
              <p:nvPr/>
            </p:nvGrpSpPr>
            <p:grpSpPr bwMode="gray">
              <a:xfrm>
                <a:off x="6413165" y="2908587"/>
                <a:ext cx="4920477" cy="2684012"/>
                <a:chOff x="4644617" y="2164308"/>
                <a:chExt cx="4920477" cy="2684012"/>
              </a:xfrm>
            </p:grpSpPr>
            <p:grpSp>
              <p:nvGrpSpPr>
                <p:cNvPr id="11" name="Group 78">
                  <a:extLst>
                    <a:ext uri="{FF2B5EF4-FFF2-40B4-BE49-F238E27FC236}">
                      <a16:creationId xmlns:a16="http://schemas.microsoft.com/office/drawing/2014/main" id="{66D3C1C4-AEFF-52BA-3B0D-5BD1ABFFFBCF}"/>
                    </a:ext>
                  </a:extLst>
                </p:cNvPr>
                <p:cNvGrpSpPr/>
                <p:nvPr/>
              </p:nvGrpSpPr>
              <p:grpSpPr bwMode="gray">
                <a:xfrm>
                  <a:off x="4644617" y="2763981"/>
                  <a:ext cx="1301302" cy="2009571"/>
                  <a:chOff x="3934569" y="2831276"/>
                  <a:chExt cx="1301302" cy="2009571"/>
                </a:xfrm>
              </p:grpSpPr>
              <p:sp>
                <p:nvSpPr>
                  <p:cNvPr id="253" name="Grafik 13">
                    <a:extLst>
                      <a:ext uri="{FF2B5EF4-FFF2-40B4-BE49-F238E27FC236}">
                        <a16:creationId xmlns:a16="http://schemas.microsoft.com/office/drawing/2014/main" id="{67D8461B-8703-704B-933A-B3332B49F4F3}"/>
                      </a:ext>
                    </a:extLst>
                  </p:cNvPr>
                  <p:cNvSpPr/>
                  <p:nvPr/>
                </p:nvSpPr>
                <p:spPr bwMode="gray">
                  <a:xfrm>
                    <a:off x="4375270" y="2857571"/>
                    <a:ext cx="262028" cy="262028"/>
                  </a:xfrm>
                  <a:custGeom>
                    <a:avLst/>
                    <a:gdLst>
                      <a:gd name="connsiteX0" fmla="*/ 184756 w 184756"/>
                      <a:gd name="connsiteY0" fmla="*/ 92378 h 184756"/>
                      <a:gd name="connsiteX1" fmla="*/ 92378 w 184756"/>
                      <a:gd name="connsiteY1" fmla="*/ 184756 h 184756"/>
                      <a:gd name="connsiteX2" fmla="*/ 0 w 184756"/>
                      <a:gd name="connsiteY2" fmla="*/ 92378 h 184756"/>
                      <a:gd name="connsiteX3" fmla="*/ 92378 w 184756"/>
                      <a:gd name="connsiteY3" fmla="*/ 0 h 184756"/>
                      <a:gd name="connsiteX4" fmla="*/ 184756 w 184756"/>
                      <a:gd name="connsiteY4" fmla="*/ 92378 h 184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56" h="184756">
                        <a:moveTo>
                          <a:pt x="184756" y="92378"/>
                        </a:moveTo>
                        <a:cubicBezTo>
                          <a:pt x="184756" y="143397"/>
                          <a:pt x="143397" y="184756"/>
                          <a:pt x="92378" y="184756"/>
                        </a:cubicBezTo>
                        <a:cubicBezTo>
                          <a:pt x="41359" y="184756"/>
                          <a:pt x="0" y="143397"/>
                          <a:pt x="0" y="92378"/>
                        </a:cubicBezTo>
                        <a:cubicBezTo>
                          <a:pt x="0" y="41359"/>
                          <a:pt x="41359" y="0"/>
                          <a:pt x="92378" y="0"/>
                        </a:cubicBezTo>
                        <a:cubicBezTo>
                          <a:pt x="143397" y="0"/>
                          <a:pt x="184756" y="41359"/>
                          <a:pt x="184756" y="92378"/>
                        </a:cubicBezTo>
                        <a:close/>
                      </a:path>
                    </a:pathLst>
                  </a:custGeom>
                  <a:solidFill>
                    <a:srgbClr val="F9D9D2"/>
                  </a:solidFill>
                  <a:ln w="3329" cap="flat">
                    <a:noFill/>
                    <a:prstDash val="solid"/>
                    <a:miter/>
                  </a:ln>
                </p:spPr>
                <p:txBody>
                  <a:bodyPr rtlCol="0" anchor="ctr"/>
                  <a:lstStyle/>
                  <a:p>
                    <a:endParaRPr lang="en-US" dirty="0"/>
                  </a:p>
                </p:txBody>
              </p:sp>
              <p:sp>
                <p:nvSpPr>
                  <p:cNvPr id="254" name="Grafik 13">
                    <a:extLst>
                      <a:ext uri="{FF2B5EF4-FFF2-40B4-BE49-F238E27FC236}">
                        <a16:creationId xmlns:a16="http://schemas.microsoft.com/office/drawing/2014/main" id="{84621FCE-B268-100C-8491-7B93A0DCA604}"/>
                      </a:ext>
                    </a:extLst>
                  </p:cNvPr>
                  <p:cNvSpPr/>
                  <p:nvPr/>
                </p:nvSpPr>
                <p:spPr bwMode="gray">
                  <a:xfrm>
                    <a:off x="4401521" y="3150426"/>
                    <a:ext cx="115621" cy="216815"/>
                  </a:xfrm>
                  <a:custGeom>
                    <a:avLst/>
                    <a:gdLst>
                      <a:gd name="connsiteX0" fmla="*/ 68702 w 81524"/>
                      <a:gd name="connsiteY0" fmla="*/ 48139 h 152876"/>
                      <a:gd name="connsiteX1" fmla="*/ 81336 w 81524"/>
                      <a:gd name="connsiteY1" fmla="*/ 93745 h 152876"/>
                      <a:gd name="connsiteX2" fmla="*/ 5427 w 81524"/>
                      <a:gd name="connsiteY2" fmla="*/ 50973 h 152876"/>
                      <a:gd name="connsiteX3" fmla="*/ 2693 w 81524"/>
                      <a:gd name="connsiteY3" fmla="*/ 0 h 152876"/>
                      <a:gd name="connsiteX4" fmla="*/ 68702 w 81524"/>
                      <a:gd name="connsiteY4" fmla="*/ 48139 h 152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524" h="152876">
                        <a:moveTo>
                          <a:pt x="68702" y="48139"/>
                        </a:moveTo>
                        <a:cubicBezTo>
                          <a:pt x="84070" y="83844"/>
                          <a:pt x="81336" y="93745"/>
                          <a:pt x="81336" y="93745"/>
                        </a:cubicBezTo>
                        <a:cubicBezTo>
                          <a:pt x="81336" y="93745"/>
                          <a:pt x="926" y="251865"/>
                          <a:pt x="5427" y="50973"/>
                        </a:cubicBezTo>
                        <a:cubicBezTo>
                          <a:pt x="6060" y="22703"/>
                          <a:pt x="-4908" y="12268"/>
                          <a:pt x="2693" y="0"/>
                        </a:cubicBezTo>
                        <a:cubicBezTo>
                          <a:pt x="20929" y="3934"/>
                          <a:pt x="68702" y="48139"/>
                          <a:pt x="68702" y="48139"/>
                        </a:cubicBezTo>
                        <a:close/>
                      </a:path>
                    </a:pathLst>
                  </a:custGeom>
                  <a:solidFill>
                    <a:srgbClr val="E6E6E6"/>
                  </a:solidFill>
                  <a:ln w="3329" cap="flat">
                    <a:noFill/>
                    <a:prstDash val="solid"/>
                    <a:miter/>
                  </a:ln>
                </p:spPr>
                <p:txBody>
                  <a:bodyPr rtlCol="0" anchor="ctr"/>
                  <a:lstStyle/>
                  <a:p>
                    <a:endParaRPr lang="en-US" dirty="0"/>
                  </a:p>
                </p:txBody>
              </p:sp>
              <p:sp>
                <p:nvSpPr>
                  <p:cNvPr id="255" name="Grafik 13">
                    <a:extLst>
                      <a:ext uri="{FF2B5EF4-FFF2-40B4-BE49-F238E27FC236}">
                        <a16:creationId xmlns:a16="http://schemas.microsoft.com/office/drawing/2014/main" id="{D5BAEC95-83EF-4A5E-6610-142DAC501A36}"/>
                      </a:ext>
                    </a:extLst>
                  </p:cNvPr>
                  <p:cNvSpPr/>
                  <p:nvPr/>
                </p:nvSpPr>
                <p:spPr bwMode="gray">
                  <a:xfrm>
                    <a:off x="4349820" y="3052840"/>
                    <a:ext cx="216700" cy="279131"/>
                  </a:xfrm>
                  <a:custGeom>
                    <a:avLst/>
                    <a:gdLst>
                      <a:gd name="connsiteX0" fmla="*/ 152795 w 152795"/>
                      <a:gd name="connsiteY0" fmla="*/ 94945 h 196815"/>
                      <a:gd name="connsiteX1" fmla="*/ 89454 w 152795"/>
                      <a:gd name="connsiteY1" fmla="*/ 190791 h 196815"/>
                      <a:gd name="connsiteX2" fmla="*/ 3410 w 152795"/>
                      <a:gd name="connsiteY2" fmla="*/ 94112 h 196815"/>
                      <a:gd name="connsiteX3" fmla="*/ 45915 w 152795"/>
                      <a:gd name="connsiteY3" fmla="*/ 0 h 196815"/>
                      <a:gd name="connsiteX4" fmla="*/ 152795 w 152795"/>
                      <a:gd name="connsiteY4" fmla="*/ 94945 h 1968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95" h="196815">
                        <a:moveTo>
                          <a:pt x="152795" y="94945"/>
                        </a:moveTo>
                        <a:cubicBezTo>
                          <a:pt x="148128" y="89645"/>
                          <a:pt x="89454" y="190791"/>
                          <a:pt x="89454" y="190791"/>
                        </a:cubicBezTo>
                        <a:cubicBezTo>
                          <a:pt x="61384" y="219194"/>
                          <a:pt x="-17226" y="140484"/>
                          <a:pt x="3410" y="94112"/>
                        </a:cubicBezTo>
                        <a:cubicBezTo>
                          <a:pt x="25479" y="68509"/>
                          <a:pt x="34381" y="41705"/>
                          <a:pt x="45915" y="0"/>
                        </a:cubicBezTo>
                        <a:cubicBezTo>
                          <a:pt x="46715" y="1234"/>
                          <a:pt x="152795" y="94945"/>
                          <a:pt x="152795" y="94945"/>
                        </a:cubicBezTo>
                        <a:close/>
                      </a:path>
                    </a:pathLst>
                  </a:custGeom>
                  <a:solidFill>
                    <a:srgbClr val="F9D9D2"/>
                  </a:solidFill>
                  <a:ln w="3329" cap="flat">
                    <a:noFill/>
                    <a:prstDash val="solid"/>
                    <a:miter/>
                  </a:ln>
                </p:spPr>
                <p:txBody>
                  <a:bodyPr rtlCol="0" anchor="ctr"/>
                  <a:lstStyle/>
                  <a:p>
                    <a:endParaRPr lang="en-US" dirty="0"/>
                  </a:p>
                </p:txBody>
              </p:sp>
              <p:sp>
                <p:nvSpPr>
                  <p:cNvPr id="256" name="Grafik 13">
                    <a:extLst>
                      <a:ext uri="{FF2B5EF4-FFF2-40B4-BE49-F238E27FC236}">
                        <a16:creationId xmlns:a16="http://schemas.microsoft.com/office/drawing/2014/main" id="{E9F6481B-F281-8D77-F820-617B402D4DFB}"/>
                      </a:ext>
                    </a:extLst>
                  </p:cNvPr>
                  <p:cNvSpPr/>
                  <p:nvPr/>
                </p:nvSpPr>
                <p:spPr bwMode="gray">
                  <a:xfrm>
                    <a:off x="4348992" y="3166739"/>
                    <a:ext cx="217528" cy="165256"/>
                  </a:xfrm>
                  <a:custGeom>
                    <a:avLst/>
                    <a:gdLst>
                      <a:gd name="connsiteX0" fmla="*/ 153380 w 153379"/>
                      <a:gd name="connsiteY0" fmla="*/ 14635 h 116522"/>
                      <a:gd name="connsiteX1" fmla="*/ 90038 w 153379"/>
                      <a:gd name="connsiteY1" fmla="*/ 110480 h 116522"/>
                      <a:gd name="connsiteX2" fmla="*/ 3361 w 153379"/>
                      <a:gd name="connsiteY2" fmla="*/ 14068 h 116522"/>
                      <a:gd name="connsiteX3" fmla="*/ 117975 w 153379"/>
                      <a:gd name="connsiteY3" fmla="*/ 0 h 116522"/>
                      <a:gd name="connsiteX4" fmla="*/ 153380 w 153379"/>
                      <a:gd name="connsiteY4" fmla="*/ 14635 h 1165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379" h="116522">
                        <a:moveTo>
                          <a:pt x="153380" y="14635"/>
                        </a:moveTo>
                        <a:cubicBezTo>
                          <a:pt x="148712" y="9335"/>
                          <a:pt x="90038" y="110480"/>
                          <a:pt x="90038" y="110480"/>
                        </a:cubicBezTo>
                        <a:cubicBezTo>
                          <a:pt x="61968" y="138884"/>
                          <a:pt x="-17175" y="60474"/>
                          <a:pt x="3361" y="14068"/>
                        </a:cubicBezTo>
                        <a:cubicBezTo>
                          <a:pt x="34565" y="-1400"/>
                          <a:pt x="106407" y="41705"/>
                          <a:pt x="117975" y="0"/>
                        </a:cubicBezTo>
                        <a:cubicBezTo>
                          <a:pt x="118775" y="1200"/>
                          <a:pt x="153380" y="14635"/>
                          <a:pt x="153380" y="14635"/>
                        </a:cubicBezTo>
                        <a:close/>
                      </a:path>
                    </a:pathLst>
                  </a:custGeom>
                  <a:solidFill>
                    <a:srgbClr val="F2BBB3"/>
                  </a:solidFill>
                  <a:ln w="3329" cap="flat">
                    <a:noFill/>
                    <a:prstDash val="solid"/>
                    <a:miter/>
                  </a:ln>
                </p:spPr>
                <p:txBody>
                  <a:bodyPr rtlCol="0" anchor="ctr"/>
                  <a:lstStyle/>
                  <a:p>
                    <a:endParaRPr lang="en-US" dirty="0"/>
                  </a:p>
                </p:txBody>
              </p:sp>
              <p:sp>
                <p:nvSpPr>
                  <p:cNvPr id="257" name="Grafik 13">
                    <a:extLst>
                      <a:ext uri="{FF2B5EF4-FFF2-40B4-BE49-F238E27FC236}">
                        <a16:creationId xmlns:a16="http://schemas.microsoft.com/office/drawing/2014/main" id="{352A159B-3B52-61D6-8D6F-C5CA3D94E942}"/>
                      </a:ext>
                    </a:extLst>
                  </p:cNvPr>
                  <p:cNvSpPr/>
                  <p:nvPr/>
                </p:nvSpPr>
                <p:spPr bwMode="gray">
                  <a:xfrm>
                    <a:off x="4481390" y="2939415"/>
                    <a:ext cx="162691" cy="267466"/>
                  </a:xfrm>
                  <a:custGeom>
                    <a:avLst/>
                    <a:gdLst>
                      <a:gd name="connsiteX0" fmla="*/ 109932 w 114713"/>
                      <a:gd name="connsiteY0" fmla="*/ 34670 h 188590"/>
                      <a:gd name="connsiteX1" fmla="*/ 112632 w 114713"/>
                      <a:gd name="connsiteY1" fmla="*/ 98011 h 188590"/>
                      <a:gd name="connsiteX2" fmla="*/ 114666 w 114713"/>
                      <a:gd name="connsiteY2" fmla="*/ 168920 h 188590"/>
                      <a:gd name="connsiteX3" fmla="*/ 80361 w 114713"/>
                      <a:gd name="connsiteY3" fmla="*/ 188123 h 188590"/>
                      <a:gd name="connsiteX4" fmla="*/ 35256 w 114713"/>
                      <a:gd name="connsiteY4" fmla="*/ 168120 h 188590"/>
                      <a:gd name="connsiteX5" fmla="*/ 18 w 114713"/>
                      <a:gd name="connsiteY5" fmla="*/ 98412 h 188590"/>
                      <a:gd name="connsiteX6" fmla="*/ 109932 w 114713"/>
                      <a:gd name="connsiteY6" fmla="*/ 34670 h 188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713" h="188590">
                        <a:moveTo>
                          <a:pt x="109932" y="34670"/>
                        </a:moveTo>
                        <a:cubicBezTo>
                          <a:pt x="109932" y="35904"/>
                          <a:pt x="112432" y="72542"/>
                          <a:pt x="112632" y="98011"/>
                        </a:cubicBezTo>
                        <a:cubicBezTo>
                          <a:pt x="112632" y="120948"/>
                          <a:pt x="114899" y="156285"/>
                          <a:pt x="114666" y="168920"/>
                        </a:cubicBezTo>
                        <a:cubicBezTo>
                          <a:pt x="115999" y="192857"/>
                          <a:pt x="89029" y="188323"/>
                          <a:pt x="80361" y="188123"/>
                        </a:cubicBezTo>
                        <a:cubicBezTo>
                          <a:pt x="73894" y="188123"/>
                          <a:pt x="58925" y="183289"/>
                          <a:pt x="35256" y="168120"/>
                        </a:cubicBezTo>
                        <a:cubicBezTo>
                          <a:pt x="12386" y="153385"/>
                          <a:pt x="-549" y="116480"/>
                          <a:pt x="18" y="98412"/>
                        </a:cubicBezTo>
                        <a:cubicBezTo>
                          <a:pt x="2585" y="15601"/>
                          <a:pt x="79161" y="-39106"/>
                          <a:pt x="109932" y="34670"/>
                        </a:cubicBezTo>
                        <a:close/>
                      </a:path>
                    </a:pathLst>
                  </a:custGeom>
                  <a:solidFill>
                    <a:srgbClr val="F9D9D2"/>
                  </a:solidFill>
                  <a:ln w="3329" cap="flat">
                    <a:noFill/>
                    <a:prstDash val="solid"/>
                    <a:miter/>
                  </a:ln>
                </p:spPr>
                <p:txBody>
                  <a:bodyPr rtlCol="0" anchor="ctr"/>
                  <a:lstStyle/>
                  <a:p>
                    <a:endParaRPr lang="en-US" dirty="0"/>
                  </a:p>
                </p:txBody>
              </p:sp>
              <p:sp>
                <p:nvSpPr>
                  <p:cNvPr id="258" name="Grafik 13">
                    <a:extLst>
                      <a:ext uri="{FF2B5EF4-FFF2-40B4-BE49-F238E27FC236}">
                        <a16:creationId xmlns:a16="http://schemas.microsoft.com/office/drawing/2014/main" id="{66DF5C40-B118-E8A7-CBBE-C51A2D8BA98B}"/>
                      </a:ext>
                    </a:extLst>
                  </p:cNvPr>
                  <p:cNvSpPr/>
                  <p:nvPr/>
                </p:nvSpPr>
                <p:spPr bwMode="gray">
                  <a:xfrm>
                    <a:off x="4499145" y="3028995"/>
                    <a:ext cx="160993" cy="185323"/>
                  </a:xfrm>
                  <a:custGeom>
                    <a:avLst/>
                    <a:gdLst>
                      <a:gd name="connsiteX0" fmla="*/ 108114 w 113516"/>
                      <a:gd name="connsiteY0" fmla="*/ 45683 h 130671"/>
                      <a:gd name="connsiteX1" fmla="*/ 103980 w 113516"/>
                      <a:gd name="connsiteY1" fmla="*/ 69219 h 130671"/>
                      <a:gd name="connsiteX2" fmla="*/ 106047 w 113516"/>
                      <a:gd name="connsiteY2" fmla="*/ 78087 h 130671"/>
                      <a:gd name="connsiteX3" fmla="*/ 113347 w 113516"/>
                      <a:gd name="connsiteY3" fmla="*/ 118292 h 130671"/>
                      <a:gd name="connsiteX4" fmla="*/ 84877 w 113516"/>
                      <a:gd name="connsiteY4" fmla="*/ 130193 h 130671"/>
                      <a:gd name="connsiteX5" fmla="*/ 21536 w 113516"/>
                      <a:gd name="connsiteY5" fmla="*/ 111858 h 130671"/>
                      <a:gd name="connsiteX6" fmla="*/ 333 w 113516"/>
                      <a:gd name="connsiteY6" fmla="*/ 74820 h 130671"/>
                      <a:gd name="connsiteX7" fmla="*/ 0 w 113516"/>
                      <a:gd name="connsiteY7" fmla="*/ 14812 h 130671"/>
                      <a:gd name="connsiteX8" fmla="*/ 20636 w 113516"/>
                      <a:gd name="connsiteY8" fmla="*/ 1477 h 130671"/>
                      <a:gd name="connsiteX9" fmla="*/ 30204 w 113516"/>
                      <a:gd name="connsiteY9" fmla="*/ 49350 h 130671"/>
                      <a:gd name="connsiteX10" fmla="*/ 66875 w 113516"/>
                      <a:gd name="connsiteY10" fmla="*/ 56518 h 130671"/>
                      <a:gd name="connsiteX11" fmla="*/ 86144 w 113516"/>
                      <a:gd name="connsiteY11" fmla="*/ 45983 h 130671"/>
                      <a:gd name="connsiteX12" fmla="*/ 108114 w 113516"/>
                      <a:gd name="connsiteY12" fmla="*/ 45683 h 13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3516" h="130671">
                        <a:moveTo>
                          <a:pt x="108114" y="45683"/>
                        </a:moveTo>
                        <a:cubicBezTo>
                          <a:pt x="115014" y="56151"/>
                          <a:pt x="109180" y="67986"/>
                          <a:pt x="103980" y="69219"/>
                        </a:cubicBezTo>
                        <a:cubicBezTo>
                          <a:pt x="104323" y="72246"/>
                          <a:pt x="105016" y="75220"/>
                          <a:pt x="106047" y="78087"/>
                        </a:cubicBezTo>
                        <a:cubicBezTo>
                          <a:pt x="108414" y="86188"/>
                          <a:pt x="114614" y="106157"/>
                          <a:pt x="113347" y="118292"/>
                        </a:cubicBezTo>
                        <a:cubicBezTo>
                          <a:pt x="112081" y="130427"/>
                          <a:pt x="96679" y="131627"/>
                          <a:pt x="84877" y="130193"/>
                        </a:cubicBezTo>
                        <a:cubicBezTo>
                          <a:pt x="66175" y="128160"/>
                          <a:pt x="46973" y="126560"/>
                          <a:pt x="21536" y="111858"/>
                        </a:cubicBezTo>
                        <a:cubicBezTo>
                          <a:pt x="8021" y="104527"/>
                          <a:pt x="-187" y="90185"/>
                          <a:pt x="333" y="74820"/>
                        </a:cubicBezTo>
                        <a:cubicBezTo>
                          <a:pt x="333" y="52517"/>
                          <a:pt x="0" y="14812"/>
                          <a:pt x="0" y="14812"/>
                        </a:cubicBezTo>
                        <a:cubicBezTo>
                          <a:pt x="0" y="14812"/>
                          <a:pt x="23036" y="-5557"/>
                          <a:pt x="20636" y="1477"/>
                        </a:cubicBezTo>
                        <a:cubicBezTo>
                          <a:pt x="15569" y="16113"/>
                          <a:pt x="20636" y="37815"/>
                          <a:pt x="30204" y="49350"/>
                        </a:cubicBezTo>
                        <a:cubicBezTo>
                          <a:pt x="38238" y="59118"/>
                          <a:pt x="44472" y="69919"/>
                          <a:pt x="66875" y="56518"/>
                        </a:cubicBezTo>
                        <a:cubicBezTo>
                          <a:pt x="73209" y="52717"/>
                          <a:pt x="82444" y="46516"/>
                          <a:pt x="86144" y="45983"/>
                        </a:cubicBezTo>
                        <a:cubicBezTo>
                          <a:pt x="93408" y="44763"/>
                          <a:pt x="100819" y="44663"/>
                          <a:pt x="108114" y="45683"/>
                        </a:cubicBezTo>
                        <a:close/>
                      </a:path>
                    </a:pathLst>
                  </a:custGeom>
                  <a:solidFill>
                    <a:srgbClr val="4B2E1A"/>
                  </a:solidFill>
                  <a:ln w="3329" cap="flat">
                    <a:noFill/>
                    <a:prstDash val="solid"/>
                    <a:miter/>
                  </a:ln>
                </p:spPr>
                <p:txBody>
                  <a:bodyPr rtlCol="0" anchor="ctr"/>
                  <a:lstStyle/>
                  <a:p>
                    <a:endParaRPr lang="en-US" dirty="0"/>
                  </a:p>
                </p:txBody>
              </p:sp>
              <p:sp>
                <p:nvSpPr>
                  <p:cNvPr id="259" name="Grafik 13">
                    <a:extLst>
                      <a:ext uri="{FF2B5EF4-FFF2-40B4-BE49-F238E27FC236}">
                        <a16:creationId xmlns:a16="http://schemas.microsoft.com/office/drawing/2014/main" id="{B5EEB350-93F8-6212-9538-7E6913E31BE4}"/>
                      </a:ext>
                    </a:extLst>
                  </p:cNvPr>
                  <p:cNvSpPr/>
                  <p:nvPr/>
                </p:nvSpPr>
                <p:spPr bwMode="gray">
                  <a:xfrm>
                    <a:off x="4621267" y="2986316"/>
                    <a:ext cx="50686" cy="113432"/>
                  </a:xfrm>
                  <a:custGeom>
                    <a:avLst/>
                    <a:gdLst>
                      <a:gd name="connsiteX0" fmla="*/ 1436 w 35739"/>
                      <a:gd name="connsiteY0" fmla="*/ 64075 h 79981"/>
                      <a:gd name="connsiteX1" fmla="*/ 17838 w 35739"/>
                      <a:gd name="connsiteY1" fmla="*/ 79210 h 79981"/>
                      <a:gd name="connsiteX2" fmla="*/ 31973 w 35739"/>
                      <a:gd name="connsiteY2" fmla="*/ 75443 h 79981"/>
                      <a:gd name="connsiteX3" fmla="*/ 12804 w 35739"/>
                      <a:gd name="connsiteY3" fmla="*/ 13335 h 79981"/>
                      <a:gd name="connsiteX4" fmla="*/ 10637 w 35739"/>
                      <a:gd name="connsiteY4" fmla="*/ 0 h 79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39" h="79981">
                        <a:moveTo>
                          <a:pt x="1436" y="64075"/>
                        </a:moveTo>
                        <a:cubicBezTo>
                          <a:pt x="-1897" y="72342"/>
                          <a:pt x="-564" y="82944"/>
                          <a:pt x="17838" y="79210"/>
                        </a:cubicBezTo>
                        <a:cubicBezTo>
                          <a:pt x="22656" y="78390"/>
                          <a:pt x="27386" y="77126"/>
                          <a:pt x="31973" y="75443"/>
                        </a:cubicBezTo>
                        <a:cubicBezTo>
                          <a:pt x="46109" y="70909"/>
                          <a:pt x="16138" y="38772"/>
                          <a:pt x="12804" y="13335"/>
                        </a:cubicBezTo>
                        <a:cubicBezTo>
                          <a:pt x="11538" y="3667"/>
                          <a:pt x="10637" y="0"/>
                          <a:pt x="10637" y="0"/>
                        </a:cubicBezTo>
                      </a:path>
                    </a:pathLst>
                  </a:custGeom>
                  <a:solidFill>
                    <a:srgbClr val="F9D9D2"/>
                  </a:solidFill>
                  <a:ln w="3329" cap="flat">
                    <a:noFill/>
                    <a:prstDash val="solid"/>
                    <a:miter/>
                  </a:ln>
                </p:spPr>
                <p:txBody>
                  <a:bodyPr rtlCol="0" anchor="ctr"/>
                  <a:lstStyle/>
                  <a:p>
                    <a:endParaRPr lang="en-US" dirty="0"/>
                  </a:p>
                </p:txBody>
              </p:sp>
              <p:sp>
                <p:nvSpPr>
                  <p:cNvPr id="260" name="Grafik 13">
                    <a:extLst>
                      <a:ext uri="{FF2B5EF4-FFF2-40B4-BE49-F238E27FC236}">
                        <a16:creationId xmlns:a16="http://schemas.microsoft.com/office/drawing/2014/main" id="{5D373D85-FECB-B68E-ED4E-D316699809E1}"/>
                      </a:ext>
                    </a:extLst>
                  </p:cNvPr>
                  <p:cNvSpPr/>
                  <p:nvPr/>
                </p:nvSpPr>
                <p:spPr bwMode="gray">
                  <a:xfrm>
                    <a:off x="4575358" y="2982769"/>
                    <a:ext cx="52824" cy="23004"/>
                  </a:xfrm>
                  <a:custGeom>
                    <a:avLst/>
                    <a:gdLst>
                      <a:gd name="connsiteX0" fmla="*/ 169 w 37246"/>
                      <a:gd name="connsiteY0" fmla="*/ 14268 h 16220"/>
                      <a:gd name="connsiteX1" fmla="*/ 32439 w 37246"/>
                      <a:gd name="connsiteY1" fmla="*/ 0 h 16220"/>
                      <a:gd name="connsiteX2" fmla="*/ 36340 w 37246"/>
                      <a:gd name="connsiteY2" fmla="*/ 10968 h 16220"/>
                      <a:gd name="connsiteX3" fmla="*/ 6536 w 37246"/>
                      <a:gd name="connsiteY3" fmla="*/ 15702 h 16220"/>
                      <a:gd name="connsiteX4" fmla="*/ 169 w 37246"/>
                      <a:gd name="connsiteY4" fmla="*/ 14268 h 16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46" h="16220">
                        <a:moveTo>
                          <a:pt x="169" y="14268"/>
                        </a:moveTo>
                        <a:cubicBezTo>
                          <a:pt x="8636" y="5801"/>
                          <a:pt x="28172" y="0"/>
                          <a:pt x="32439" y="0"/>
                        </a:cubicBezTo>
                        <a:cubicBezTo>
                          <a:pt x="36706" y="0"/>
                          <a:pt x="38473" y="8868"/>
                          <a:pt x="36340" y="10968"/>
                        </a:cubicBezTo>
                        <a:cubicBezTo>
                          <a:pt x="34206" y="13068"/>
                          <a:pt x="10170" y="14902"/>
                          <a:pt x="6536" y="15702"/>
                        </a:cubicBezTo>
                        <a:cubicBezTo>
                          <a:pt x="-1632" y="17435"/>
                          <a:pt x="169" y="14268"/>
                          <a:pt x="169" y="14268"/>
                        </a:cubicBezTo>
                        <a:close/>
                      </a:path>
                    </a:pathLst>
                  </a:custGeom>
                  <a:solidFill>
                    <a:srgbClr val="4B2E1A"/>
                  </a:solidFill>
                  <a:ln w="3329" cap="flat">
                    <a:noFill/>
                    <a:prstDash val="solid"/>
                    <a:miter/>
                  </a:ln>
                </p:spPr>
                <p:txBody>
                  <a:bodyPr rtlCol="0" anchor="ctr"/>
                  <a:lstStyle/>
                  <a:p>
                    <a:endParaRPr lang="en-US" dirty="0"/>
                  </a:p>
                </p:txBody>
              </p:sp>
              <p:sp>
                <p:nvSpPr>
                  <p:cNvPr id="261" name="Grafik 13">
                    <a:extLst>
                      <a:ext uri="{FF2B5EF4-FFF2-40B4-BE49-F238E27FC236}">
                        <a16:creationId xmlns:a16="http://schemas.microsoft.com/office/drawing/2014/main" id="{187214A6-6473-DAFA-DC08-64B682355254}"/>
                      </a:ext>
                    </a:extLst>
                  </p:cNvPr>
                  <p:cNvSpPr/>
                  <p:nvPr/>
                </p:nvSpPr>
                <p:spPr bwMode="gray">
                  <a:xfrm rot="16303101">
                    <a:off x="4604225" y="3024989"/>
                    <a:ext cx="21096" cy="12865"/>
                  </a:xfrm>
                  <a:custGeom>
                    <a:avLst/>
                    <a:gdLst>
                      <a:gd name="connsiteX0" fmla="*/ 14875 w 14875"/>
                      <a:gd name="connsiteY0" fmla="*/ 4535 h 9071"/>
                      <a:gd name="connsiteX1" fmla="*/ 7437 w 14875"/>
                      <a:gd name="connsiteY1" fmla="*/ 9071 h 9071"/>
                      <a:gd name="connsiteX2" fmla="*/ 0 w 14875"/>
                      <a:gd name="connsiteY2" fmla="*/ 4535 h 9071"/>
                      <a:gd name="connsiteX3" fmla="*/ 7437 w 14875"/>
                      <a:gd name="connsiteY3" fmla="*/ -1 h 9071"/>
                      <a:gd name="connsiteX4" fmla="*/ 14875 w 14875"/>
                      <a:gd name="connsiteY4" fmla="*/ 4535 h 9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75" h="9071">
                        <a:moveTo>
                          <a:pt x="14875" y="4535"/>
                        </a:moveTo>
                        <a:cubicBezTo>
                          <a:pt x="14875" y="7040"/>
                          <a:pt x="11545" y="9071"/>
                          <a:pt x="7437" y="9071"/>
                        </a:cubicBezTo>
                        <a:cubicBezTo>
                          <a:pt x="3330" y="9071"/>
                          <a:pt x="0" y="7040"/>
                          <a:pt x="0" y="4535"/>
                        </a:cubicBezTo>
                        <a:cubicBezTo>
                          <a:pt x="0" y="2030"/>
                          <a:pt x="3330" y="-1"/>
                          <a:pt x="7437" y="-1"/>
                        </a:cubicBezTo>
                        <a:cubicBezTo>
                          <a:pt x="11545" y="-1"/>
                          <a:pt x="14875" y="2030"/>
                          <a:pt x="14875" y="4535"/>
                        </a:cubicBezTo>
                        <a:close/>
                      </a:path>
                    </a:pathLst>
                  </a:custGeom>
                  <a:solidFill>
                    <a:srgbClr val="4B2E1A"/>
                  </a:solidFill>
                  <a:ln w="3330" cap="flat">
                    <a:noFill/>
                    <a:prstDash val="solid"/>
                    <a:miter/>
                  </a:ln>
                </p:spPr>
                <p:txBody>
                  <a:bodyPr rtlCol="0" anchor="ctr"/>
                  <a:lstStyle/>
                  <a:p>
                    <a:endParaRPr lang="en-US" dirty="0"/>
                  </a:p>
                </p:txBody>
              </p:sp>
              <p:sp>
                <p:nvSpPr>
                  <p:cNvPr id="262" name="Grafik 13">
                    <a:extLst>
                      <a:ext uri="{FF2B5EF4-FFF2-40B4-BE49-F238E27FC236}">
                        <a16:creationId xmlns:a16="http://schemas.microsoft.com/office/drawing/2014/main" id="{90225F28-997C-47F5-9C4F-CF7AAD750EB9}"/>
                      </a:ext>
                    </a:extLst>
                  </p:cNvPr>
                  <p:cNvSpPr/>
                  <p:nvPr/>
                </p:nvSpPr>
                <p:spPr bwMode="gray">
                  <a:xfrm>
                    <a:off x="4592993" y="3017662"/>
                    <a:ext cx="33818" cy="13704"/>
                  </a:xfrm>
                  <a:custGeom>
                    <a:avLst/>
                    <a:gdLst>
                      <a:gd name="connsiteX0" fmla="*/ 103 w 23845"/>
                      <a:gd name="connsiteY0" fmla="*/ 8069 h 9663"/>
                      <a:gd name="connsiteX1" fmla="*/ 19372 w 23845"/>
                      <a:gd name="connsiteY1" fmla="*/ 168 h 9663"/>
                      <a:gd name="connsiteX2" fmla="*/ 22206 w 23845"/>
                      <a:gd name="connsiteY2" fmla="*/ 5802 h 9663"/>
                      <a:gd name="connsiteX3" fmla="*/ 4237 w 23845"/>
                      <a:gd name="connsiteY3" fmla="*/ 9135 h 9663"/>
                      <a:gd name="connsiteX4" fmla="*/ 103 w 23845"/>
                      <a:gd name="connsiteY4" fmla="*/ 8069 h 96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45" h="9663">
                        <a:moveTo>
                          <a:pt x="103" y="8069"/>
                        </a:moveTo>
                        <a:cubicBezTo>
                          <a:pt x="703" y="6935"/>
                          <a:pt x="12205" y="-1266"/>
                          <a:pt x="19372" y="168"/>
                        </a:cubicBezTo>
                        <a:cubicBezTo>
                          <a:pt x="23873" y="1068"/>
                          <a:pt x="25273" y="7102"/>
                          <a:pt x="22206" y="5802"/>
                        </a:cubicBezTo>
                        <a:cubicBezTo>
                          <a:pt x="17605" y="3868"/>
                          <a:pt x="6871" y="7902"/>
                          <a:pt x="4237" y="9135"/>
                        </a:cubicBezTo>
                        <a:cubicBezTo>
                          <a:pt x="1603" y="10369"/>
                          <a:pt x="-497" y="9202"/>
                          <a:pt x="103" y="8069"/>
                        </a:cubicBezTo>
                        <a:close/>
                      </a:path>
                    </a:pathLst>
                  </a:custGeom>
                  <a:solidFill>
                    <a:srgbClr val="4B2E1A"/>
                  </a:solidFill>
                  <a:ln w="3329" cap="flat">
                    <a:noFill/>
                    <a:prstDash val="solid"/>
                    <a:miter/>
                  </a:ln>
                </p:spPr>
                <p:txBody>
                  <a:bodyPr rtlCol="0" anchor="ctr"/>
                  <a:lstStyle/>
                  <a:p>
                    <a:endParaRPr lang="en-US" dirty="0"/>
                  </a:p>
                </p:txBody>
              </p:sp>
              <p:sp>
                <p:nvSpPr>
                  <p:cNvPr id="263" name="Grafik 13">
                    <a:extLst>
                      <a:ext uri="{FF2B5EF4-FFF2-40B4-BE49-F238E27FC236}">
                        <a16:creationId xmlns:a16="http://schemas.microsoft.com/office/drawing/2014/main" id="{D25C96AD-4647-5F74-1CEC-F957E43AA2D6}"/>
                      </a:ext>
                    </a:extLst>
                  </p:cNvPr>
                  <p:cNvSpPr/>
                  <p:nvPr/>
                </p:nvSpPr>
                <p:spPr bwMode="gray">
                  <a:xfrm>
                    <a:off x="4338761" y="3140876"/>
                    <a:ext cx="178114" cy="233801"/>
                  </a:xfrm>
                  <a:custGeom>
                    <a:avLst/>
                    <a:gdLst>
                      <a:gd name="connsiteX0" fmla="*/ 3673 w 125588"/>
                      <a:gd name="connsiteY0" fmla="*/ 27003 h 164853"/>
                      <a:gd name="connsiteX1" fmla="*/ 32344 w 125588"/>
                      <a:gd name="connsiteY1" fmla="*/ 0 h 164853"/>
                      <a:gd name="connsiteX2" fmla="*/ 107453 w 125588"/>
                      <a:gd name="connsiteY2" fmla="*/ 64808 h 164853"/>
                      <a:gd name="connsiteX3" fmla="*/ 125588 w 125588"/>
                      <a:gd name="connsiteY3" fmla="*/ 100479 h 164853"/>
                      <a:gd name="connsiteX4" fmla="*/ 125588 w 125588"/>
                      <a:gd name="connsiteY4" fmla="*/ 164854 h 164853"/>
                      <a:gd name="connsiteX5" fmla="*/ 17208 w 125588"/>
                      <a:gd name="connsiteY5" fmla="*/ 118448 h 164853"/>
                      <a:gd name="connsiteX6" fmla="*/ 3673 w 125588"/>
                      <a:gd name="connsiteY6" fmla="*/ 27003 h 164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5588" h="164853">
                        <a:moveTo>
                          <a:pt x="3673" y="27003"/>
                        </a:moveTo>
                        <a:lnTo>
                          <a:pt x="32344" y="0"/>
                        </a:lnTo>
                        <a:cubicBezTo>
                          <a:pt x="32344" y="0"/>
                          <a:pt x="72949" y="55107"/>
                          <a:pt x="107453" y="64808"/>
                        </a:cubicBezTo>
                        <a:cubicBezTo>
                          <a:pt x="107453" y="64808"/>
                          <a:pt x="111687" y="86577"/>
                          <a:pt x="125588" y="100479"/>
                        </a:cubicBezTo>
                        <a:lnTo>
                          <a:pt x="125588" y="164854"/>
                        </a:lnTo>
                        <a:cubicBezTo>
                          <a:pt x="125588" y="164854"/>
                          <a:pt x="45045" y="151519"/>
                          <a:pt x="17208" y="118448"/>
                        </a:cubicBezTo>
                        <a:cubicBezTo>
                          <a:pt x="-10629" y="85377"/>
                          <a:pt x="3673" y="27003"/>
                          <a:pt x="3673" y="27003"/>
                        </a:cubicBezTo>
                        <a:close/>
                      </a:path>
                    </a:pathLst>
                  </a:custGeom>
                  <a:solidFill>
                    <a:srgbClr val="FFFFFF"/>
                  </a:solidFill>
                  <a:ln w="3329" cap="flat">
                    <a:noFill/>
                    <a:prstDash val="solid"/>
                    <a:miter/>
                  </a:ln>
                </p:spPr>
                <p:txBody>
                  <a:bodyPr rtlCol="0" anchor="ctr"/>
                  <a:lstStyle/>
                  <a:p>
                    <a:endParaRPr lang="en-US" dirty="0"/>
                  </a:p>
                </p:txBody>
              </p:sp>
              <p:sp>
                <p:nvSpPr>
                  <p:cNvPr id="264" name="Grafik 13">
                    <a:extLst>
                      <a:ext uri="{FF2B5EF4-FFF2-40B4-BE49-F238E27FC236}">
                        <a16:creationId xmlns:a16="http://schemas.microsoft.com/office/drawing/2014/main" id="{9F827D19-59E4-14B3-383B-45E55E9088EF}"/>
                      </a:ext>
                    </a:extLst>
                  </p:cNvPr>
                  <p:cNvSpPr/>
                  <p:nvPr/>
                </p:nvSpPr>
                <p:spPr bwMode="gray">
                  <a:xfrm>
                    <a:off x="4332383" y="2831276"/>
                    <a:ext cx="298052" cy="301011"/>
                  </a:xfrm>
                  <a:custGeom>
                    <a:avLst/>
                    <a:gdLst>
                      <a:gd name="connsiteX0" fmla="*/ 144321 w 210156"/>
                      <a:gd name="connsiteY0" fmla="*/ 59613 h 212243"/>
                      <a:gd name="connsiteX1" fmla="*/ 136453 w 210156"/>
                      <a:gd name="connsiteY1" fmla="*/ 148324 h 212243"/>
                      <a:gd name="connsiteX2" fmla="*/ 113917 w 210156"/>
                      <a:gd name="connsiteY2" fmla="*/ 164193 h 212243"/>
                      <a:gd name="connsiteX3" fmla="*/ 92981 w 210156"/>
                      <a:gd name="connsiteY3" fmla="*/ 196830 h 212243"/>
                      <a:gd name="connsiteX4" fmla="*/ 39808 w 210156"/>
                      <a:gd name="connsiteY4" fmla="*/ 211965 h 212243"/>
                      <a:gd name="connsiteX5" fmla="*/ 2770 w 210156"/>
                      <a:gd name="connsiteY5" fmla="*/ 131422 h 212243"/>
                      <a:gd name="connsiteX6" fmla="*/ 145754 w 210156"/>
                      <a:gd name="connsiteY6" fmla="*/ 5839 h 212243"/>
                      <a:gd name="connsiteX7" fmla="*/ 190026 w 210156"/>
                      <a:gd name="connsiteY7" fmla="*/ 52079 h 212243"/>
                      <a:gd name="connsiteX8" fmla="*/ 144321 w 210156"/>
                      <a:gd name="connsiteY8" fmla="*/ 59613 h 21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156" h="212243">
                        <a:moveTo>
                          <a:pt x="144321" y="59613"/>
                        </a:moveTo>
                        <a:cubicBezTo>
                          <a:pt x="153689" y="96284"/>
                          <a:pt x="145087" y="123687"/>
                          <a:pt x="136453" y="148324"/>
                        </a:cubicBezTo>
                        <a:cubicBezTo>
                          <a:pt x="130652" y="155892"/>
                          <a:pt x="124352" y="159125"/>
                          <a:pt x="113917" y="164193"/>
                        </a:cubicBezTo>
                        <a:cubicBezTo>
                          <a:pt x="75712" y="182795"/>
                          <a:pt x="92981" y="196830"/>
                          <a:pt x="92981" y="196830"/>
                        </a:cubicBezTo>
                        <a:cubicBezTo>
                          <a:pt x="92981" y="196830"/>
                          <a:pt x="67644" y="214666"/>
                          <a:pt x="39808" y="211965"/>
                        </a:cubicBezTo>
                        <a:cubicBezTo>
                          <a:pt x="14871" y="208931"/>
                          <a:pt x="5137" y="144690"/>
                          <a:pt x="2770" y="131422"/>
                        </a:cubicBezTo>
                        <a:cubicBezTo>
                          <a:pt x="-21633" y="-4562"/>
                          <a:pt x="122618" y="-9062"/>
                          <a:pt x="145754" y="5839"/>
                        </a:cubicBezTo>
                        <a:cubicBezTo>
                          <a:pt x="207529" y="-16963"/>
                          <a:pt x="230231" y="34943"/>
                          <a:pt x="190026" y="52079"/>
                        </a:cubicBezTo>
                        <a:cubicBezTo>
                          <a:pt x="170824" y="48311"/>
                          <a:pt x="160223" y="48011"/>
                          <a:pt x="144321" y="59613"/>
                        </a:cubicBezTo>
                        <a:close/>
                      </a:path>
                    </a:pathLst>
                  </a:custGeom>
                  <a:solidFill>
                    <a:srgbClr val="8A5942"/>
                  </a:solidFill>
                  <a:ln w="3329" cap="flat">
                    <a:noFill/>
                    <a:prstDash val="solid"/>
                    <a:miter/>
                  </a:ln>
                </p:spPr>
                <p:txBody>
                  <a:bodyPr rtlCol="0" anchor="ctr"/>
                  <a:lstStyle/>
                  <a:p>
                    <a:endParaRPr lang="en-US" dirty="0"/>
                  </a:p>
                </p:txBody>
              </p:sp>
              <p:sp>
                <p:nvSpPr>
                  <p:cNvPr id="265" name="Grafik 13">
                    <a:extLst>
                      <a:ext uri="{FF2B5EF4-FFF2-40B4-BE49-F238E27FC236}">
                        <a16:creationId xmlns:a16="http://schemas.microsoft.com/office/drawing/2014/main" id="{305771C2-342C-E137-0B9D-89FF858F9691}"/>
                      </a:ext>
                    </a:extLst>
                  </p:cNvPr>
                  <p:cNvSpPr/>
                  <p:nvPr/>
                </p:nvSpPr>
                <p:spPr bwMode="gray">
                  <a:xfrm>
                    <a:off x="4463685" y="3232789"/>
                    <a:ext cx="53378" cy="77728"/>
                  </a:xfrm>
                  <a:custGeom>
                    <a:avLst/>
                    <a:gdLst>
                      <a:gd name="connsiteX0" fmla="*/ 0 w 37637"/>
                      <a:gd name="connsiteY0" fmla="*/ 54807 h 54806"/>
                      <a:gd name="connsiteX1" fmla="*/ 19369 w 37637"/>
                      <a:gd name="connsiteY1" fmla="*/ 0 h 54806"/>
                      <a:gd name="connsiteX2" fmla="*/ 37505 w 37637"/>
                      <a:gd name="connsiteY2" fmla="*/ 35671 h 54806"/>
                      <a:gd name="connsiteX3" fmla="*/ 20336 w 37637"/>
                      <a:gd name="connsiteY3" fmla="*/ 32737 h 54806"/>
                      <a:gd name="connsiteX4" fmla="*/ 0 w 37637"/>
                      <a:gd name="connsiteY4" fmla="*/ 54807 h 54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37" h="54806">
                        <a:moveTo>
                          <a:pt x="0" y="54807"/>
                        </a:moveTo>
                        <a:lnTo>
                          <a:pt x="19369" y="0"/>
                        </a:lnTo>
                        <a:cubicBezTo>
                          <a:pt x="22549" y="13142"/>
                          <a:pt x="28760" y="25356"/>
                          <a:pt x="37505" y="35671"/>
                        </a:cubicBezTo>
                        <a:cubicBezTo>
                          <a:pt x="39172" y="37705"/>
                          <a:pt x="24703" y="27137"/>
                          <a:pt x="20336" y="32737"/>
                        </a:cubicBezTo>
                        <a:cubicBezTo>
                          <a:pt x="14015" y="40505"/>
                          <a:pt x="7224" y="47873"/>
                          <a:pt x="0" y="54807"/>
                        </a:cubicBezTo>
                        <a:close/>
                      </a:path>
                    </a:pathLst>
                  </a:custGeom>
                  <a:solidFill>
                    <a:srgbClr val="E6E6E6"/>
                  </a:solidFill>
                  <a:ln w="3329" cap="flat">
                    <a:noFill/>
                    <a:prstDash val="solid"/>
                    <a:miter/>
                  </a:ln>
                </p:spPr>
                <p:txBody>
                  <a:bodyPr rtlCol="0" anchor="ctr"/>
                  <a:lstStyle/>
                  <a:p>
                    <a:endParaRPr lang="en-US" dirty="0"/>
                  </a:p>
                </p:txBody>
              </p:sp>
              <p:sp>
                <p:nvSpPr>
                  <p:cNvPr id="266" name="Grafik 13">
                    <a:extLst>
                      <a:ext uri="{FF2B5EF4-FFF2-40B4-BE49-F238E27FC236}">
                        <a16:creationId xmlns:a16="http://schemas.microsoft.com/office/drawing/2014/main" id="{DDF1BE3E-1709-C115-8160-C72EF0E49A33}"/>
                      </a:ext>
                    </a:extLst>
                  </p:cNvPr>
                  <p:cNvSpPr/>
                  <p:nvPr/>
                </p:nvSpPr>
                <p:spPr bwMode="gray">
                  <a:xfrm>
                    <a:off x="4481416" y="3026079"/>
                    <a:ext cx="99997" cy="4727"/>
                  </a:xfrm>
                  <a:custGeom>
                    <a:avLst/>
                    <a:gdLst>
                      <a:gd name="connsiteX0" fmla="*/ 0 w 70508"/>
                      <a:gd name="connsiteY0" fmla="*/ 0 h 3333"/>
                      <a:gd name="connsiteX1" fmla="*/ 70509 w 70508"/>
                      <a:gd name="connsiteY1" fmla="*/ 0 h 3333"/>
                    </a:gdLst>
                    <a:ahLst/>
                    <a:cxnLst>
                      <a:cxn ang="0">
                        <a:pos x="connsiteX0" y="connsiteY0"/>
                      </a:cxn>
                      <a:cxn ang="0">
                        <a:pos x="connsiteX1" y="connsiteY1"/>
                      </a:cxn>
                    </a:cxnLst>
                    <a:rect l="l" t="t" r="r" b="b"/>
                    <a:pathLst>
                      <a:path w="70508" h="3333">
                        <a:moveTo>
                          <a:pt x="0" y="0"/>
                        </a:moveTo>
                        <a:lnTo>
                          <a:pt x="70509" y="0"/>
                        </a:lnTo>
                      </a:path>
                    </a:pathLst>
                  </a:custGeom>
                  <a:ln w="5727" cap="flat">
                    <a:solidFill>
                      <a:srgbClr val="404040"/>
                    </a:solidFill>
                    <a:prstDash val="solid"/>
                    <a:round/>
                  </a:ln>
                </p:spPr>
                <p:txBody>
                  <a:bodyPr rtlCol="0" anchor="ctr"/>
                  <a:lstStyle/>
                  <a:p>
                    <a:endParaRPr lang="en-US" dirty="0"/>
                  </a:p>
                </p:txBody>
              </p:sp>
              <p:sp>
                <p:nvSpPr>
                  <p:cNvPr id="267" name="Grafik 13">
                    <a:extLst>
                      <a:ext uri="{FF2B5EF4-FFF2-40B4-BE49-F238E27FC236}">
                        <a16:creationId xmlns:a16="http://schemas.microsoft.com/office/drawing/2014/main" id="{38453018-67B3-3467-0B4D-2E2A0D13223D}"/>
                      </a:ext>
                    </a:extLst>
                  </p:cNvPr>
                  <p:cNvSpPr/>
                  <p:nvPr/>
                </p:nvSpPr>
                <p:spPr bwMode="gray">
                  <a:xfrm>
                    <a:off x="4580226" y="3008558"/>
                    <a:ext cx="62492" cy="52224"/>
                  </a:xfrm>
                  <a:custGeom>
                    <a:avLst/>
                    <a:gdLst>
                      <a:gd name="connsiteX0" fmla="*/ 44043 w 44063"/>
                      <a:gd name="connsiteY0" fmla="*/ 7586 h 36823"/>
                      <a:gd name="connsiteX1" fmla="*/ 4 w 44063"/>
                      <a:gd name="connsiteY1" fmla="*/ 11920 h 36823"/>
                      <a:gd name="connsiteX2" fmla="*/ 23774 w 44063"/>
                      <a:gd name="connsiteY2" fmla="*/ 36823 h 36823"/>
                      <a:gd name="connsiteX3" fmla="*/ 44043 w 44063"/>
                      <a:gd name="connsiteY3" fmla="*/ 7586 h 36823"/>
                    </a:gdLst>
                    <a:ahLst/>
                    <a:cxnLst>
                      <a:cxn ang="0">
                        <a:pos x="connsiteX0" y="connsiteY0"/>
                      </a:cxn>
                      <a:cxn ang="0">
                        <a:pos x="connsiteX1" y="connsiteY1"/>
                      </a:cxn>
                      <a:cxn ang="0">
                        <a:pos x="connsiteX2" y="connsiteY2"/>
                      </a:cxn>
                      <a:cxn ang="0">
                        <a:pos x="connsiteX3" y="connsiteY3"/>
                      </a:cxn>
                    </a:cxnLst>
                    <a:rect l="l" t="t" r="r" b="b"/>
                    <a:pathLst>
                      <a:path w="44063" h="36823">
                        <a:moveTo>
                          <a:pt x="44043" y="7586"/>
                        </a:moveTo>
                        <a:cubicBezTo>
                          <a:pt x="44043" y="7586"/>
                          <a:pt x="46443" y="-12083"/>
                          <a:pt x="4" y="11920"/>
                        </a:cubicBezTo>
                        <a:cubicBezTo>
                          <a:pt x="-239" y="25335"/>
                          <a:pt x="10362" y="36443"/>
                          <a:pt x="23774" y="36823"/>
                        </a:cubicBezTo>
                        <a:cubicBezTo>
                          <a:pt x="42543" y="36690"/>
                          <a:pt x="44043" y="7586"/>
                          <a:pt x="44043" y="7586"/>
                        </a:cubicBezTo>
                        <a:close/>
                      </a:path>
                    </a:pathLst>
                  </a:custGeom>
                  <a:noFill/>
                  <a:ln w="5727" cap="sq">
                    <a:solidFill>
                      <a:srgbClr val="404040"/>
                    </a:solidFill>
                    <a:prstDash val="solid"/>
                    <a:miter/>
                  </a:ln>
                </p:spPr>
                <p:txBody>
                  <a:bodyPr rtlCol="0" anchor="ctr"/>
                  <a:lstStyle/>
                  <a:p>
                    <a:endParaRPr lang="en-US" dirty="0"/>
                  </a:p>
                </p:txBody>
              </p:sp>
              <p:sp>
                <p:nvSpPr>
                  <p:cNvPr id="268" name="Grafik 13">
                    <a:extLst>
                      <a:ext uri="{FF2B5EF4-FFF2-40B4-BE49-F238E27FC236}">
                        <a16:creationId xmlns:a16="http://schemas.microsoft.com/office/drawing/2014/main" id="{63342248-0DB6-29D8-972D-E194D70994C9}"/>
                      </a:ext>
                    </a:extLst>
                  </p:cNvPr>
                  <p:cNvSpPr/>
                  <p:nvPr/>
                </p:nvSpPr>
                <p:spPr bwMode="gray">
                  <a:xfrm>
                    <a:off x="4789259" y="4467001"/>
                    <a:ext cx="337582" cy="357819"/>
                  </a:xfrm>
                  <a:custGeom>
                    <a:avLst/>
                    <a:gdLst>
                      <a:gd name="connsiteX0" fmla="*/ 115148 w 238029"/>
                      <a:gd name="connsiteY0" fmla="*/ 150652 h 252298"/>
                      <a:gd name="connsiteX1" fmla="*/ 206359 w 238029"/>
                      <a:gd name="connsiteY1" fmla="*/ 210660 h 252298"/>
                      <a:gd name="connsiteX2" fmla="*/ 238030 w 238029"/>
                      <a:gd name="connsiteY2" fmla="*/ 244830 h 252298"/>
                      <a:gd name="connsiteX3" fmla="*/ 90078 w 238029"/>
                      <a:gd name="connsiteY3" fmla="*/ 252298 h 252298"/>
                      <a:gd name="connsiteX4" fmla="*/ 12702 w 238029"/>
                      <a:gd name="connsiteY4" fmla="*/ 248964 h 252298"/>
                      <a:gd name="connsiteX5" fmla="*/ 0 w 238029"/>
                      <a:gd name="connsiteY5" fmla="*/ 220694 h 252298"/>
                      <a:gd name="connsiteX6" fmla="*/ 32837 w 238029"/>
                      <a:gd name="connsiteY6" fmla="*/ 114881 h 252298"/>
                      <a:gd name="connsiteX7" fmla="*/ 9268 w 238029"/>
                      <a:gd name="connsiteY7" fmla="*/ 0 h 252298"/>
                      <a:gd name="connsiteX8" fmla="*/ 93945 w 238029"/>
                      <a:gd name="connsiteY8" fmla="*/ 2400 h 252298"/>
                      <a:gd name="connsiteX9" fmla="*/ 115148 w 238029"/>
                      <a:gd name="connsiteY9" fmla="*/ 150652 h 252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029" h="252298">
                        <a:moveTo>
                          <a:pt x="115148" y="150652"/>
                        </a:moveTo>
                        <a:cubicBezTo>
                          <a:pt x="117481" y="172255"/>
                          <a:pt x="169921" y="220894"/>
                          <a:pt x="206359" y="210660"/>
                        </a:cubicBezTo>
                        <a:cubicBezTo>
                          <a:pt x="223461" y="205792"/>
                          <a:pt x="238030" y="244830"/>
                          <a:pt x="238030" y="244830"/>
                        </a:cubicBezTo>
                        <a:lnTo>
                          <a:pt x="90078" y="252298"/>
                        </a:lnTo>
                        <a:lnTo>
                          <a:pt x="12702" y="248964"/>
                        </a:lnTo>
                        <a:lnTo>
                          <a:pt x="0" y="220694"/>
                        </a:lnTo>
                        <a:cubicBezTo>
                          <a:pt x="1734" y="185323"/>
                          <a:pt x="42672" y="167354"/>
                          <a:pt x="32837" y="114881"/>
                        </a:cubicBezTo>
                        <a:cubicBezTo>
                          <a:pt x="27770" y="87911"/>
                          <a:pt x="9268" y="0"/>
                          <a:pt x="9268" y="0"/>
                        </a:cubicBezTo>
                        <a:lnTo>
                          <a:pt x="93945" y="2400"/>
                        </a:lnTo>
                        <a:cubicBezTo>
                          <a:pt x="93945" y="2400"/>
                          <a:pt x="111747" y="119082"/>
                          <a:pt x="115148" y="150652"/>
                        </a:cubicBezTo>
                        <a:close/>
                      </a:path>
                    </a:pathLst>
                  </a:custGeom>
                  <a:solidFill>
                    <a:srgbClr val="1E1E1E"/>
                  </a:solidFill>
                  <a:ln w="3329" cap="flat">
                    <a:noFill/>
                    <a:prstDash val="solid"/>
                    <a:miter/>
                  </a:ln>
                </p:spPr>
                <p:txBody>
                  <a:bodyPr rtlCol="0" anchor="ctr"/>
                  <a:lstStyle/>
                  <a:p>
                    <a:endParaRPr lang="en-US" dirty="0"/>
                  </a:p>
                </p:txBody>
              </p:sp>
              <p:sp>
                <p:nvSpPr>
                  <p:cNvPr id="269" name="Grafik 13">
                    <a:extLst>
                      <a:ext uri="{FF2B5EF4-FFF2-40B4-BE49-F238E27FC236}">
                        <a16:creationId xmlns:a16="http://schemas.microsoft.com/office/drawing/2014/main" id="{6BC662A4-2430-BD54-C32C-D5065BCD4DA5}"/>
                      </a:ext>
                    </a:extLst>
                  </p:cNvPr>
                  <p:cNvSpPr/>
                  <p:nvPr/>
                </p:nvSpPr>
                <p:spPr bwMode="gray">
                  <a:xfrm>
                    <a:off x="4796068" y="4684349"/>
                    <a:ext cx="351590" cy="140660"/>
                  </a:xfrm>
                  <a:custGeom>
                    <a:avLst/>
                    <a:gdLst>
                      <a:gd name="connsiteX0" fmla="*/ 123949 w 247906"/>
                      <a:gd name="connsiteY0" fmla="*/ 0 h 99179"/>
                      <a:gd name="connsiteX1" fmla="*/ 106580 w 247906"/>
                      <a:gd name="connsiteY1" fmla="*/ 33604 h 99179"/>
                      <a:gd name="connsiteX2" fmla="*/ 20636 w 247906"/>
                      <a:gd name="connsiteY2" fmla="*/ 6401 h 99179"/>
                      <a:gd name="connsiteX3" fmla="*/ 0 w 247906"/>
                      <a:gd name="connsiteY3" fmla="*/ 74143 h 99179"/>
                      <a:gd name="connsiteX4" fmla="*/ 0 w 247906"/>
                      <a:gd name="connsiteY4" fmla="*/ 99179 h 99179"/>
                      <a:gd name="connsiteX5" fmla="*/ 247631 w 247906"/>
                      <a:gd name="connsiteY5" fmla="*/ 99179 h 99179"/>
                      <a:gd name="connsiteX6" fmla="*/ 208526 w 247906"/>
                      <a:gd name="connsiteY6" fmla="*/ 50806 h 99179"/>
                      <a:gd name="connsiteX7" fmla="*/ 145685 w 247906"/>
                      <a:gd name="connsiteY7" fmla="*/ 29670 h 99179"/>
                      <a:gd name="connsiteX8" fmla="*/ 123949 w 247906"/>
                      <a:gd name="connsiteY8" fmla="*/ 0 h 9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06" h="99179">
                        <a:moveTo>
                          <a:pt x="123949" y="0"/>
                        </a:moveTo>
                        <a:cubicBezTo>
                          <a:pt x="112947" y="3334"/>
                          <a:pt x="106580" y="18836"/>
                          <a:pt x="106580" y="33604"/>
                        </a:cubicBezTo>
                        <a:cubicBezTo>
                          <a:pt x="106580" y="33604"/>
                          <a:pt x="37871" y="41605"/>
                          <a:pt x="20636" y="6401"/>
                        </a:cubicBezTo>
                        <a:cubicBezTo>
                          <a:pt x="3300" y="18936"/>
                          <a:pt x="433" y="51506"/>
                          <a:pt x="0" y="74143"/>
                        </a:cubicBezTo>
                        <a:lnTo>
                          <a:pt x="0" y="99179"/>
                        </a:lnTo>
                        <a:lnTo>
                          <a:pt x="247631" y="99179"/>
                        </a:lnTo>
                        <a:cubicBezTo>
                          <a:pt x="247631" y="99179"/>
                          <a:pt x="253732" y="62975"/>
                          <a:pt x="208526" y="50806"/>
                        </a:cubicBezTo>
                        <a:cubicBezTo>
                          <a:pt x="163320" y="38638"/>
                          <a:pt x="154653" y="35771"/>
                          <a:pt x="145685" y="29670"/>
                        </a:cubicBezTo>
                        <a:cubicBezTo>
                          <a:pt x="136717" y="23570"/>
                          <a:pt x="123949" y="0"/>
                          <a:pt x="123949" y="0"/>
                        </a:cubicBezTo>
                        <a:close/>
                      </a:path>
                    </a:pathLst>
                  </a:custGeom>
                  <a:solidFill>
                    <a:srgbClr val="4C4646"/>
                  </a:solidFill>
                  <a:ln w="3329" cap="flat">
                    <a:noFill/>
                    <a:prstDash val="solid"/>
                    <a:miter/>
                  </a:ln>
                </p:spPr>
                <p:txBody>
                  <a:bodyPr rtlCol="0" anchor="ctr"/>
                  <a:lstStyle/>
                  <a:p>
                    <a:endParaRPr lang="en-US" dirty="0"/>
                  </a:p>
                </p:txBody>
              </p:sp>
              <p:sp>
                <p:nvSpPr>
                  <p:cNvPr id="270" name="Grafik 13">
                    <a:extLst>
                      <a:ext uri="{FF2B5EF4-FFF2-40B4-BE49-F238E27FC236}">
                        <a16:creationId xmlns:a16="http://schemas.microsoft.com/office/drawing/2014/main" id="{D6A6534F-4D9D-D872-BF0D-FDC52F38F4CC}"/>
                      </a:ext>
                    </a:extLst>
                  </p:cNvPr>
                  <p:cNvSpPr/>
                  <p:nvPr/>
                </p:nvSpPr>
                <p:spPr bwMode="gray">
                  <a:xfrm>
                    <a:off x="4796068" y="4789502"/>
                    <a:ext cx="351610" cy="40235"/>
                  </a:xfrm>
                  <a:custGeom>
                    <a:avLst/>
                    <a:gdLst>
                      <a:gd name="connsiteX0" fmla="*/ 0 w 247920"/>
                      <a:gd name="connsiteY0" fmla="*/ 0 h 28370"/>
                      <a:gd name="connsiteX1" fmla="*/ 0 w 247920"/>
                      <a:gd name="connsiteY1" fmla="*/ 28370 h 28370"/>
                      <a:gd name="connsiteX2" fmla="*/ 247631 w 247920"/>
                      <a:gd name="connsiteY2" fmla="*/ 28370 h 28370"/>
                      <a:gd name="connsiteX3" fmla="*/ 243230 w 247920"/>
                      <a:gd name="connsiteY3" fmla="*/ 1467 h 28370"/>
                    </a:gdLst>
                    <a:ahLst/>
                    <a:cxnLst>
                      <a:cxn ang="0">
                        <a:pos x="connsiteX0" y="connsiteY0"/>
                      </a:cxn>
                      <a:cxn ang="0">
                        <a:pos x="connsiteX1" y="connsiteY1"/>
                      </a:cxn>
                      <a:cxn ang="0">
                        <a:pos x="connsiteX2" y="connsiteY2"/>
                      </a:cxn>
                      <a:cxn ang="0">
                        <a:pos x="connsiteX3" y="connsiteY3"/>
                      </a:cxn>
                    </a:cxnLst>
                    <a:rect l="l" t="t" r="r" b="b"/>
                    <a:pathLst>
                      <a:path w="247920" h="28370">
                        <a:moveTo>
                          <a:pt x="0" y="0"/>
                        </a:moveTo>
                        <a:lnTo>
                          <a:pt x="0" y="28370"/>
                        </a:lnTo>
                        <a:lnTo>
                          <a:pt x="247631" y="28370"/>
                        </a:lnTo>
                        <a:cubicBezTo>
                          <a:pt x="248611" y="19169"/>
                          <a:pt x="247091" y="9875"/>
                          <a:pt x="243230" y="1467"/>
                        </a:cubicBezTo>
                        <a:close/>
                      </a:path>
                    </a:pathLst>
                  </a:custGeom>
                  <a:solidFill>
                    <a:srgbClr val="BFBFBF"/>
                  </a:solidFill>
                  <a:ln w="3329" cap="flat">
                    <a:noFill/>
                    <a:prstDash val="solid"/>
                    <a:miter/>
                  </a:ln>
                </p:spPr>
                <p:txBody>
                  <a:bodyPr rtlCol="0" anchor="ctr"/>
                  <a:lstStyle/>
                  <a:p>
                    <a:endParaRPr lang="en-US" dirty="0"/>
                  </a:p>
                </p:txBody>
              </p:sp>
              <p:sp>
                <p:nvSpPr>
                  <p:cNvPr id="271" name="Grafik 13">
                    <a:extLst>
                      <a:ext uri="{FF2B5EF4-FFF2-40B4-BE49-F238E27FC236}">
                        <a16:creationId xmlns:a16="http://schemas.microsoft.com/office/drawing/2014/main" id="{155C4BC7-6C24-33D1-DFA8-CDC2FEA6F44C}"/>
                      </a:ext>
                    </a:extLst>
                  </p:cNvPr>
                  <p:cNvSpPr/>
                  <p:nvPr/>
                </p:nvSpPr>
                <p:spPr bwMode="gray">
                  <a:xfrm>
                    <a:off x="4583258" y="4467048"/>
                    <a:ext cx="328174" cy="357582"/>
                  </a:xfrm>
                  <a:custGeom>
                    <a:avLst/>
                    <a:gdLst>
                      <a:gd name="connsiteX0" fmla="*/ 115114 w 231395"/>
                      <a:gd name="connsiteY0" fmla="*/ 150619 h 252131"/>
                      <a:gd name="connsiteX1" fmla="*/ 199725 w 231395"/>
                      <a:gd name="connsiteY1" fmla="*/ 213293 h 252131"/>
                      <a:gd name="connsiteX2" fmla="*/ 231396 w 231395"/>
                      <a:gd name="connsiteY2" fmla="*/ 247464 h 252131"/>
                      <a:gd name="connsiteX3" fmla="*/ 90078 w 231395"/>
                      <a:gd name="connsiteY3" fmla="*/ 252131 h 252131"/>
                      <a:gd name="connsiteX4" fmla="*/ 12702 w 231395"/>
                      <a:gd name="connsiteY4" fmla="*/ 248798 h 252131"/>
                      <a:gd name="connsiteX5" fmla="*/ 0 w 231395"/>
                      <a:gd name="connsiteY5" fmla="*/ 220527 h 252131"/>
                      <a:gd name="connsiteX6" fmla="*/ 37871 w 231395"/>
                      <a:gd name="connsiteY6" fmla="*/ 126682 h 252131"/>
                      <a:gd name="connsiteX7" fmla="*/ 48639 w 231395"/>
                      <a:gd name="connsiteY7" fmla="*/ 0 h 252131"/>
                      <a:gd name="connsiteX8" fmla="*/ 146485 w 231395"/>
                      <a:gd name="connsiteY8" fmla="*/ 3334 h 252131"/>
                      <a:gd name="connsiteX9" fmla="*/ 115114 w 231395"/>
                      <a:gd name="connsiteY9" fmla="*/ 150619 h 252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395" h="252131">
                        <a:moveTo>
                          <a:pt x="115114" y="150619"/>
                        </a:moveTo>
                        <a:cubicBezTo>
                          <a:pt x="117448" y="172221"/>
                          <a:pt x="163287" y="223695"/>
                          <a:pt x="199725" y="213293"/>
                        </a:cubicBezTo>
                        <a:cubicBezTo>
                          <a:pt x="216827" y="208426"/>
                          <a:pt x="231396" y="247464"/>
                          <a:pt x="231396" y="247464"/>
                        </a:cubicBezTo>
                        <a:lnTo>
                          <a:pt x="90078" y="252131"/>
                        </a:lnTo>
                        <a:lnTo>
                          <a:pt x="12702" y="248798"/>
                        </a:lnTo>
                        <a:lnTo>
                          <a:pt x="0" y="220527"/>
                        </a:lnTo>
                        <a:cubicBezTo>
                          <a:pt x="1734" y="185156"/>
                          <a:pt x="32971" y="151752"/>
                          <a:pt x="37871" y="126682"/>
                        </a:cubicBezTo>
                        <a:cubicBezTo>
                          <a:pt x="43139" y="99779"/>
                          <a:pt x="48639" y="0"/>
                          <a:pt x="48639" y="0"/>
                        </a:cubicBezTo>
                        <a:lnTo>
                          <a:pt x="146485" y="3334"/>
                        </a:lnTo>
                        <a:cubicBezTo>
                          <a:pt x="146485" y="3334"/>
                          <a:pt x="111714" y="119048"/>
                          <a:pt x="115114" y="150619"/>
                        </a:cubicBezTo>
                        <a:close/>
                      </a:path>
                    </a:pathLst>
                  </a:custGeom>
                  <a:solidFill>
                    <a:srgbClr val="1E1E1E"/>
                  </a:solidFill>
                  <a:ln w="3329" cap="flat">
                    <a:noFill/>
                    <a:prstDash val="solid"/>
                    <a:miter/>
                  </a:ln>
                </p:spPr>
                <p:txBody>
                  <a:bodyPr rtlCol="0" anchor="ctr"/>
                  <a:lstStyle/>
                  <a:p>
                    <a:endParaRPr lang="en-US" dirty="0"/>
                  </a:p>
                </p:txBody>
              </p:sp>
              <p:sp>
                <p:nvSpPr>
                  <p:cNvPr id="272" name="Grafik 13">
                    <a:extLst>
                      <a:ext uri="{FF2B5EF4-FFF2-40B4-BE49-F238E27FC236}">
                        <a16:creationId xmlns:a16="http://schemas.microsoft.com/office/drawing/2014/main" id="{FF18E2DE-98E8-AE5A-7E2A-94B84BBC4BC0}"/>
                      </a:ext>
                    </a:extLst>
                  </p:cNvPr>
                  <p:cNvSpPr/>
                  <p:nvPr/>
                </p:nvSpPr>
                <p:spPr bwMode="gray">
                  <a:xfrm>
                    <a:off x="4572146" y="4684349"/>
                    <a:ext cx="351590" cy="140660"/>
                  </a:xfrm>
                  <a:custGeom>
                    <a:avLst/>
                    <a:gdLst>
                      <a:gd name="connsiteX0" fmla="*/ 123982 w 247906"/>
                      <a:gd name="connsiteY0" fmla="*/ 0 h 99179"/>
                      <a:gd name="connsiteX1" fmla="*/ 106580 w 247906"/>
                      <a:gd name="connsiteY1" fmla="*/ 33604 h 99179"/>
                      <a:gd name="connsiteX2" fmla="*/ 26970 w 247906"/>
                      <a:gd name="connsiteY2" fmla="*/ 5701 h 99179"/>
                      <a:gd name="connsiteX3" fmla="*/ 0 w 247906"/>
                      <a:gd name="connsiteY3" fmla="*/ 74143 h 99179"/>
                      <a:gd name="connsiteX4" fmla="*/ 0 w 247906"/>
                      <a:gd name="connsiteY4" fmla="*/ 99179 h 99179"/>
                      <a:gd name="connsiteX5" fmla="*/ 247631 w 247906"/>
                      <a:gd name="connsiteY5" fmla="*/ 99179 h 99179"/>
                      <a:gd name="connsiteX6" fmla="*/ 208559 w 247906"/>
                      <a:gd name="connsiteY6" fmla="*/ 50806 h 99179"/>
                      <a:gd name="connsiteX7" fmla="*/ 145685 w 247906"/>
                      <a:gd name="connsiteY7" fmla="*/ 29670 h 99179"/>
                      <a:gd name="connsiteX8" fmla="*/ 123982 w 247906"/>
                      <a:gd name="connsiteY8" fmla="*/ 0 h 9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906" h="99179">
                        <a:moveTo>
                          <a:pt x="123982" y="0"/>
                        </a:moveTo>
                        <a:cubicBezTo>
                          <a:pt x="112981" y="3334"/>
                          <a:pt x="106580" y="18836"/>
                          <a:pt x="106580" y="33604"/>
                        </a:cubicBezTo>
                        <a:cubicBezTo>
                          <a:pt x="106580" y="33604"/>
                          <a:pt x="46906" y="39372"/>
                          <a:pt x="26970" y="5701"/>
                        </a:cubicBezTo>
                        <a:cubicBezTo>
                          <a:pt x="4334" y="19902"/>
                          <a:pt x="300" y="51506"/>
                          <a:pt x="0" y="74143"/>
                        </a:cubicBezTo>
                        <a:lnTo>
                          <a:pt x="0" y="99179"/>
                        </a:lnTo>
                        <a:lnTo>
                          <a:pt x="247631" y="99179"/>
                        </a:lnTo>
                        <a:cubicBezTo>
                          <a:pt x="247631" y="99179"/>
                          <a:pt x="253732" y="62975"/>
                          <a:pt x="208559" y="50806"/>
                        </a:cubicBezTo>
                        <a:cubicBezTo>
                          <a:pt x="163387" y="38638"/>
                          <a:pt x="154686" y="35771"/>
                          <a:pt x="145685" y="29670"/>
                        </a:cubicBezTo>
                        <a:cubicBezTo>
                          <a:pt x="136684" y="23570"/>
                          <a:pt x="123982" y="0"/>
                          <a:pt x="123982" y="0"/>
                        </a:cubicBezTo>
                        <a:close/>
                      </a:path>
                    </a:pathLst>
                  </a:custGeom>
                  <a:solidFill>
                    <a:srgbClr val="4C4646"/>
                  </a:solidFill>
                  <a:ln w="3329" cap="flat">
                    <a:noFill/>
                    <a:prstDash val="solid"/>
                    <a:miter/>
                  </a:ln>
                </p:spPr>
                <p:txBody>
                  <a:bodyPr rtlCol="0" anchor="ctr"/>
                  <a:lstStyle/>
                  <a:p>
                    <a:endParaRPr lang="en-US" dirty="0"/>
                  </a:p>
                </p:txBody>
              </p:sp>
              <p:sp>
                <p:nvSpPr>
                  <p:cNvPr id="273" name="Grafik 13">
                    <a:extLst>
                      <a:ext uri="{FF2B5EF4-FFF2-40B4-BE49-F238E27FC236}">
                        <a16:creationId xmlns:a16="http://schemas.microsoft.com/office/drawing/2014/main" id="{1BB94BB4-2FF9-1126-0E61-F470C5FA77EF}"/>
                      </a:ext>
                    </a:extLst>
                  </p:cNvPr>
                  <p:cNvSpPr/>
                  <p:nvPr/>
                </p:nvSpPr>
                <p:spPr bwMode="gray">
                  <a:xfrm>
                    <a:off x="4571958" y="4789502"/>
                    <a:ext cx="351614" cy="40235"/>
                  </a:xfrm>
                  <a:custGeom>
                    <a:avLst/>
                    <a:gdLst>
                      <a:gd name="connsiteX0" fmla="*/ 0 w 247923"/>
                      <a:gd name="connsiteY0" fmla="*/ 0 h 28370"/>
                      <a:gd name="connsiteX1" fmla="*/ 0 w 247923"/>
                      <a:gd name="connsiteY1" fmla="*/ 28370 h 28370"/>
                      <a:gd name="connsiteX2" fmla="*/ 247631 w 247923"/>
                      <a:gd name="connsiteY2" fmla="*/ 28370 h 28370"/>
                      <a:gd name="connsiteX3" fmla="*/ 243264 w 247923"/>
                      <a:gd name="connsiteY3" fmla="*/ 1467 h 28370"/>
                    </a:gdLst>
                    <a:ahLst/>
                    <a:cxnLst>
                      <a:cxn ang="0">
                        <a:pos x="connsiteX0" y="connsiteY0"/>
                      </a:cxn>
                      <a:cxn ang="0">
                        <a:pos x="connsiteX1" y="connsiteY1"/>
                      </a:cxn>
                      <a:cxn ang="0">
                        <a:pos x="connsiteX2" y="connsiteY2"/>
                      </a:cxn>
                      <a:cxn ang="0">
                        <a:pos x="connsiteX3" y="connsiteY3"/>
                      </a:cxn>
                    </a:cxnLst>
                    <a:rect l="l" t="t" r="r" b="b"/>
                    <a:pathLst>
                      <a:path w="247923" h="28370">
                        <a:moveTo>
                          <a:pt x="0" y="0"/>
                        </a:moveTo>
                        <a:lnTo>
                          <a:pt x="0" y="28370"/>
                        </a:lnTo>
                        <a:lnTo>
                          <a:pt x="247631" y="28370"/>
                        </a:lnTo>
                        <a:cubicBezTo>
                          <a:pt x="248614" y="19173"/>
                          <a:pt x="247104" y="9881"/>
                          <a:pt x="243264" y="1467"/>
                        </a:cubicBezTo>
                        <a:close/>
                      </a:path>
                    </a:pathLst>
                  </a:custGeom>
                  <a:solidFill>
                    <a:srgbClr val="FFFFFF"/>
                  </a:solidFill>
                  <a:ln w="3329" cap="flat">
                    <a:noFill/>
                    <a:prstDash val="solid"/>
                    <a:miter/>
                  </a:ln>
                </p:spPr>
                <p:txBody>
                  <a:bodyPr rtlCol="0" anchor="ctr"/>
                  <a:lstStyle/>
                  <a:p>
                    <a:endParaRPr lang="en-US" dirty="0"/>
                  </a:p>
                </p:txBody>
              </p:sp>
              <p:sp>
                <p:nvSpPr>
                  <p:cNvPr id="274" name="Grafik 13">
                    <a:extLst>
                      <a:ext uri="{FF2B5EF4-FFF2-40B4-BE49-F238E27FC236}">
                        <a16:creationId xmlns:a16="http://schemas.microsoft.com/office/drawing/2014/main" id="{0E890D26-0803-B89C-C4ED-960C20134E4D}"/>
                      </a:ext>
                    </a:extLst>
                  </p:cNvPr>
                  <p:cNvSpPr/>
                  <p:nvPr/>
                </p:nvSpPr>
                <p:spPr bwMode="gray">
                  <a:xfrm>
                    <a:off x="4719189" y="3967293"/>
                    <a:ext cx="215314" cy="215314"/>
                  </a:xfrm>
                  <a:custGeom>
                    <a:avLst/>
                    <a:gdLst>
                      <a:gd name="connsiteX0" fmla="*/ 151819 w 151818"/>
                      <a:gd name="connsiteY0" fmla="*/ 75909 h 151818"/>
                      <a:gd name="connsiteX1" fmla="*/ 75909 w 151818"/>
                      <a:gd name="connsiteY1" fmla="*/ 151819 h 151818"/>
                      <a:gd name="connsiteX2" fmla="*/ 0 w 151818"/>
                      <a:gd name="connsiteY2" fmla="*/ 75909 h 151818"/>
                      <a:gd name="connsiteX3" fmla="*/ 75909 w 151818"/>
                      <a:gd name="connsiteY3" fmla="*/ 0 h 151818"/>
                      <a:gd name="connsiteX4" fmla="*/ 151819 w 151818"/>
                      <a:gd name="connsiteY4" fmla="*/ 75909 h 151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818" h="151818">
                        <a:moveTo>
                          <a:pt x="151819" y="75909"/>
                        </a:moveTo>
                        <a:cubicBezTo>
                          <a:pt x="151819" y="117833"/>
                          <a:pt x="117833" y="151819"/>
                          <a:pt x="75909" y="151819"/>
                        </a:cubicBezTo>
                        <a:cubicBezTo>
                          <a:pt x="33986" y="151819"/>
                          <a:pt x="0" y="117833"/>
                          <a:pt x="0" y="75909"/>
                        </a:cubicBezTo>
                        <a:cubicBezTo>
                          <a:pt x="0" y="33986"/>
                          <a:pt x="33986" y="0"/>
                          <a:pt x="75909" y="0"/>
                        </a:cubicBezTo>
                        <a:cubicBezTo>
                          <a:pt x="117833" y="0"/>
                          <a:pt x="151819" y="33986"/>
                          <a:pt x="151819" y="75909"/>
                        </a:cubicBezTo>
                        <a:close/>
                      </a:path>
                    </a:pathLst>
                  </a:custGeom>
                  <a:solidFill>
                    <a:srgbClr val="404040"/>
                  </a:solidFill>
                  <a:ln w="3329" cap="flat">
                    <a:noFill/>
                    <a:prstDash val="solid"/>
                    <a:miter/>
                  </a:ln>
                </p:spPr>
                <p:txBody>
                  <a:bodyPr rtlCol="0" anchor="ctr"/>
                  <a:lstStyle/>
                  <a:p>
                    <a:endParaRPr lang="en-US" dirty="0"/>
                  </a:p>
                </p:txBody>
              </p:sp>
              <p:sp>
                <p:nvSpPr>
                  <p:cNvPr id="275" name="Grafik 13">
                    <a:extLst>
                      <a:ext uri="{FF2B5EF4-FFF2-40B4-BE49-F238E27FC236}">
                        <a16:creationId xmlns:a16="http://schemas.microsoft.com/office/drawing/2014/main" id="{8BCEBA99-E15B-7D4C-B5EB-FF5438FF6999}"/>
                      </a:ext>
                    </a:extLst>
                  </p:cNvPr>
                  <p:cNvSpPr/>
                  <p:nvPr/>
                </p:nvSpPr>
                <p:spPr bwMode="gray">
                  <a:xfrm>
                    <a:off x="4717346" y="4054761"/>
                    <a:ext cx="295171" cy="554506"/>
                  </a:xfrm>
                  <a:custGeom>
                    <a:avLst/>
                    <a:gdLst>
                      <a:gd name="connsiteX0" fmla="*/ 39605 w 208125"/>
                      <a:gd name="connsiteY0" fmla="*/ 390982 h 390982"/>
                      <a:gd name="connsiteX1" fmla="*/ 208126 w 208125"/>
                      <a:gd name="connsiteY1" fmla="*/ 368079 h 390982"/>
                      <a:gd name="connsiteX2" fmla="*/ 151786 w 208125"/>
                      <a:gd name="connsiteY2" fmla="*/ 0 h 390982"/>
                      <a:gd name="connsiteX3" fmla="*/ 0 w 208125"/>
                      <a:gd name="connsiteY3" fmla="*/ 14202 h 390982"/>
                      <a:gd name="connsiteX4" fmla="*/ 39605 w 208125"/>
                      <a:gd name="connsiteY4" fmla="*/ 390982 h 390982"/>
                      <a:gd name="connsiteX5" fmla="*/ 39605 w 208125"/>
                      <a:gd name="connsiteY5" fmla="*/ 390982 h 390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8125" h="390982">
                        <a:moveTo>
                          <a:pt x="39605" y="390982"/>
                        </a:moveTo>
                        <a:lnTo>
                          <a:pt x="208126" y="368079"/>
                        </a:lnTo>
                        <a:lnTo>
                          <a:pt x="151786" y="0"/>
                        </a:lnTo>
                        <a:lnTo>
                          <a:pt x="0" y="14202"/>
                        </a:lnTo>
                        <a:lnTo>
                          <a:pt x="39605" y="390982"/>
                        </a:lnTo>
                        <a:lnTo>
                          <a:pt x="39605" y="390982"/>
                        </a:lnTo>
                        <a:close/>
                      </a:path>
                    </a:pathLst>
                  </a:custGeom>
                  <a:solidFill>
                    <a:srgbClr val="404040"/>
                  </a:solidFill>
                  <a:ln w="3329" cap="flat">
                    <a:noFill/>
                    <a:prstDash val="solid"/>
                    <a:miter/>
                  </a:ln>
                </p:spPr>
                <p:txBody>
                  <a:bodyPr rtlCol="0" anchor="ctr"/>
                  <a:lstStyle/>
                  <a:p>
                    <a:endParaRPr lang="en-US" dirty="0"/>
                  </a:p>
                </p:txBody>
              </p:sp>
              <p:sp>
                <p:nvSpPr>
                  <p:cNvPr id="276" name="Grafik 13">
                    <a:extLst>
                      <a:ext uri="{FF2B5EF4-FFF2-40B4-BE49-F238E27FC236}">
                        <a16:creationId xmlns:a16="http://schemas.microsoft.com/office/drawing/2014/main" id="{69D617F1-6605-57B1-E5B5-AEEC0C7EF9E8}"/>
                      </a:ext>
                    </a:extLst>
                  </p:cNvPr>
                  <p:cNvSpPr/>
                  <p:nvPr/>
                </p:nvSpPr>
                <p:spPr bwMode="gray">
                  <a:xfrm>
                    <a:off x="4314042" y="3911597"/>
                    <a:ext cx="522733" cy="294320"/>
                  </a:xfrm>
                  <a:custGeom>
                    <a:avLst/>
                    <a:gdLst>
                      <a:gd name="connsiteX0" fmla="*/ 358745 w 368579"/>
                      <a:gd name="connsiteY0" fmla="*/ 190924 h 207525"/>
                      <a:gd name="connsiteX1" fmla="*/ 368579 w 368579"/>
                      <a:gd name="connsiteY1" fmla="*/ 39438 h 207525"/>
                      <a:gd name="connsiteX2" fmla="*/ 14002 w 368579"/>
                      <a:gd name="connsiteY2" fmla="*/ 0 h 207525"/>
                      <a:gd name="connsiteX3" fmla="*/ 0 w 368579"/>
                      <a:gd name="connsiteY3" fmla="*/ 207526 h 207525"/>
                      <a:gd name="connsiteX4" fmla="*/ 358745 w 368579"/>
                      <a:gd name="connsiteY4" fmla="*/ 190924 h 20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79" h="207525">
                        <a:moveTo>
                          <a:pt x="358745" y="190924"/>
                        </a:moveTo>
                        <a:lnTo>
                          <a:pt x="368579" y="39438"/>
                        </a:lnTo>
                        <a:lnTo>
                          <a:pt x="14002" y="0"/>
                        </a:lnTo>
                        <a:lnTo>
                          <a:pt x="0" y="207526"/>
                        </a:lnTo>
                        <a:lnTo>
                          <a:pt x="358745" y="190924"/>
                        </a:lnTo>
                        <a:close/>
                      </a:path>
                    </a:pathLst>
                  </a:custGeom>
                  <a:solidFill>
                    <a:srgbClr val="404040"/>
                  </a:solidFill>
                  <a:ln w="3329" cap="flat">
                    <a:noFill/>
                    <a:prstDash val="solid"/>
                    <a:miter/>
                  </a:ln>
                </p:spPr>
                <p:txBody>
                  <a:bodyPr rtlCol="0" anchor="ctr"/>
                  <a:lstStyle/>
                  <a:p>
                    <a:endParaRPr lang="en-US" dirty="0"/>
                  </a:p>
                </p:txBody>
              </p:sp>
              <p:sp>
                <p:nvSpPr>
                  <p:cNvPr id="277" name="Grafik 13">
                    <a:extLst>
                      <a:ext uri="{FF2B5EF4-FFF2-40B4-BE49-F238E27FC236}">
                        <a16:creationId xmlns:a16="http://schemas.microsoft.com/office/drawing/2014/main" id="{98C6DF50-C67A-9FAC-0C2A-A69D0530ED4E}"/>
                      </a:ext>
                    </a:extLst>
                  </p:cNvPr>
                  <p:cNvSpPr/>
                  <p:nvPr/>
                </p:nvSpPr>
                <p:spPr bwMode="gray">
                  <a:xfrm>
                    <a:off x="4649355" y="3958263"/>
                    <a:ext cx="261933" cy="261933"/>
                  </a:xfrm>
                  <a:custGeom>
                    <a:avLst/>
                    <a:gdLst>
                      <a:gd name="connsiteX0" fmla="*/ 184690 w 184689"/>
                      <a:gd name="connsiteY0" fmla="*/ 92345 h 184689"/>
                      <a:gd name="connsiteX1" fmla="*/ 92345 w 184689"/>
                      <a:gd name="connsiteY1" fmla="*/ 184690 h 184689"/>
                      <a:gd name="connsiteX2" fmla="*/ 0 w 184689"/>
                      <a:gd name="connsiteY2" fmla="*/ 92345 h 184689"/>
                      <a:gd name="connsiteX3" fmla="*/ 92345 w 184689"/>
                      <a:gd name="connsiteY3" fmla="*/ 0 h 184689"/>
                      <a:gd name="connsiteX4" fmla="*/ 184690 w 184689"/>
                      <a:gd name="connsiteY4" fmla="*/ 92345 h 184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689" h="184689">
                        <a:moveTo>
                          <a:pt x="184690" y="92345"/>
                        </a:moveTo>
                        <a:cubicBezTo>
                          <a:pt x="184690" y="143345"/>
                          <a:pt x="143346" y="184690"/>
                          <a:pt x="92345" y="184690"/>
                        </a:cubicBezTo>
                        <a:cubicBezTo>
                          <a:pt x="41344" y="184690"/>
                          <a:pt x="0" y="143346"/>
                          <a:pt x="0" y="92345"/>
                        </a:cubicBezTo>
                        <a:cubicBezTo>
                          <a:pt x="0" y="41344"/>
                          <a:pt x="41344" y="0"/>
                          <a:pt x="92345" y="0"/>
                        </a:cubicBezTo>
                        <a:cubicBezTo>
                          <a:pt x="143346" y="0"/>
                          <a:pt x="184690" y="41344"/>
                          <a:pt x="184690" y="92345"/>
                        </a:cubicBezTo>
                        <a:close/>
                      </a:path>
                    </a:pathLst>
                  </a:custGeom>
                  <a:solidFill>
                    <a:srgbClr val="808080"/>
                  </a:solidFill>
                  <a:ln w="3329" cap="flat">
                    <a:noFill/>
                    <a:prstDash val="solid"/>
                    <a:miter/>
                  </a:ln>
                </p:spPr>
                <p:txBody>
                  <a:bodyPr rtlCol="0" anchor="ctr"/>
                  <a:lstStyle/>
                  <a:p>
                    <a:endParaRPr lang="en-US" dirty="0"/>
                  </a:p>
                </p:txBody>
              </p:sp>
              <p:sp>
                <p:nvSpPr>
                  <p:cNvPr id="278" name="Grafik 13">
                    <a:extLst>
                      <a:ext uri="{FF2B5EF4-FFF2-40B4-BE49-F238E27FC236}">
                        <a16:creationId xmlns:a16="http://schemas.microsoft.com/office/drawing/2014/main" id="{B23E0B75-5E71-1CD8-EA98-5AF165CA10E3}"/>
                      </a:ext>
                    </a:extLst>
                  </p:cNvPr>
                  <p:cNvSpPr/>
                  <p:nvPr/>
                </p:nvSpPr>
                <p:spPr bwMode="gray">
                  <a:xfrm>
                    <a:off x="4278061" y="3911597"/>
                    <a:ext cx="522687" cy="294320"/>
                  </a:xfrm>
                  <a:custGeom>
                    <a:avLst/>
                    <a:gdLst>
                      <a:gd name="connsiteX0" fmla="*/ 358712 w 368546"/>
                      <a:gd name="connsiteY0" fmla="*/ 190924 h 207525"/>
                      <a:gd name="connsiteX1" fmla="*/ 368546 w 368546"/>
                      <a:gd name="connsiteY1" fmla="*/ 39438 h 207525"/>
                      <a:gd name="connsiteX2" fmla="*/ 13968 w 368546"/>
                      <a:gd name="connsiteY2" fmla="*/ 0 h 207525"/>
                      <a:gd name="connsiteX3" fmla="*/ 0 w 368546"/>
                      <a:gd name="connsiteY3" fmla="*/ 207526 h 207525"/>
                      <a:gd name="connsiteX4" fmla="*/ 358712 w 368546"/>
                      <a:gd name="connsiteY4" fmla="*/ 190924 h 207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8546" h="207525">
                        <a:moveTo>
                          <a:pt x="358712" y="190924"/>
                        </a:moveTo>
                        <a:lnTo>
                          <a:pt x="368546" y="39438"/>
                        </a:lnTo>
                        <a:lnTo>
                          <a:pt x="13968" y="0"/>
                        </a:lnTo>
                        <a:lnTo>
                          <a:pt x="0" y="207526"/>
                        </a:lnTo>
                        <a:lnTo>
                          <a:pt x="358712" y="190924"/>
                        </a:lnTo>
                        <a:close/>
                      </a:path>
                    </a:pathLst>
                  </a:custGeom>
                  <a:solidFill>
                    <a:srgbClr val="808080"/>
                  </a:solidFill>
                  <a:ln w="3329" cap="flat">
                    <a:noFill/>
                    <a:prstDash val="solid"/>
                    <a:miter/>
                  </a:ln>
                </p:spPr>
                <p:txBody>
                  <a:bodyPr rtlCol="0" anchor="ctr"/>
                  <a:lstStyle/>
                  <a:p>
                    <a:endParaRPr lang="en-US" dirty="0"/>
                  </a:p>
                </p:txBody>
              </p:sp>
              <p:sp>
                <p:nvSpPr>
                  <p:cNvPr id="279" name="Grafik 13">
                    <a:extLst>
                      <a:ext uri="{FF2B5EF4-FFF2-40B4-BE49-F238E27FC236}">
                        <a16:creationId xmlns:a16="http://schemas.microsoft.com/office/drawing/2014/main" id="{8EC8BA3C-4C99-F015-FA12-20359A380001}"/>
                      </a:ext>
                    </a:extLst>
                  </p:cNvPr>
                  <p:cNvSpPr/>
                  <p:nvPr/>
                </p:nvSpPr>
                <p:spPr bwMode="gray">
                  <a:xfrm>
                    <a:off x="4139057" y="3801386"/>
                    <a:ext cx="406612" cy="406612"/>
                  </a:xfrm>
                  <a:custGeom>
                    <a:avLst/>
                    <a:gdLst>
                      <a:gd name="connsiteX0" fmla="*/ 286703 w 286702"/>
                      <a:gd name="connsiteY0" fmla="*/ 143351 h 286702"/>
                      <a:gd name="connsiteX1" fmla="*/ 143351 w 286702"/>
                      <a:gd name="connsiteY1" fmla="*/ 286702 h 286702"/>
                      <a:gd name="connsiteX2" fmla="*/ 0 w 286702"/>
                      <a:gd name="connsiteY2" fmla="*/ 143351 h 286702"/>
                      <a:gd name="connsiteX3" fmla="*/ 143351 w 286702"/>
                      <a:gd name="connsiteY3" fmla="*/ 0 h 286702"/>
                      <a:gd name="connsiteX4" fmla="*/ 286703 w 286702"/>
                      <a:gd name="connsiteY4" fmla="*/ 143351 h 286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702" h="286702">
                        <a:moveTo>
                          <a:pt x="286703" y="143351"/>
                        </a:moveTo>
                        <a:cubicBezTo>
                          <a:pt x="286703" y="222522"/>
                          <a:pt x="222522" y="286702"/>
                          <a:pt x="143351" y="286702"/>
                        </a:cubicBezTo>
                        <a:cubicBezTo>
                          <a:pt x="64181" y="286702"/>
                          <a:pt x="0" y="222522"/>
                          <a:pt x="0" y="143351"/>
                        </a:cubicBezTo>
                        <a:cubicBezTo>
                          <a:pt x="0" y="64181"/>
                          <a:pt x="64181" y="0"/>
                          <a:pt x="143351" y="0"/>
                        </a:cubicBezTo>
                        <a:cubicBezTo>
                          <a:pt x="222522" y="0"/>
                          <a:pt x="286703" y="64181"/>
                          <a:pt x="286703" y="143351"/>
                        </a:cubicBezTo>
                        <a:close/>
                      </a:path>
                    </a:pathLst>
                  </a:custGeom>
                  <a:solidFill>
                    <a:srgbClr val="808080"/>
                  </a:solidFill>
                  <a:ln w="3329" cap="flat">
                    <a:noFill/>
                    <a:prstDash val="solid"/>
                    <a:miter/>
                  </a:ln>
                </p:spPr>
                <p:txBody>
                  <a:bodyPr rtlCol="0" anchor="ctr"/>
                  <a:lstStyle/>
                  <a:p>
                    <a:endParaRPr lang="en-US" dirty="0"/>
                  </a:p>
                </p:txBody>
              </p:sp>
              <p:sp>
                <p:nvSpPr>
                  <p:cNvPr id="280" name="Grafik 13">
                    <a:extLst>
                      <a:ext uri="{FF2B5EF4-FFF2-40B4-BE49-F238E27FC236}">
                        <a16:creationId xmlns:a16="http://schemas.microsoft.com/office/drawing/2014/main" id="{7FA0D931-2FF1-0E87-7F39-987ECBD6CE12}"/>
                      </a:ext>
                    </a:extLst>
                  </p:cNvPr>
                  <p:cNvSpPr/>
                  <p:nvPr/>
                </p:nvSpPr>
                <p:spPr bwMode="gray">
                  <a:xfrm>
                    <a:off x="4628174" y="4058781"/>
                    <a:ext cx="283021" cy="560937"/>
                  </a:xfrm>
                  <a:custGeom>
                    <a:avLst/>
                    <a:gdLst>
                      <a:gd name="connsiteX0" fmla="*/ 153252 w 199558"/>
                      <a:gd name="connsiteY0" fmla="*/ 395516 h 395516"/>
                      <a:gd name="connsiteX1" fmla="*/ 199558 w 199558"/>
                      <a:gd name="connsiteY1" fmla="*/ 24803 h 395516"/>
                      <a:gd name="connsiteX2" fmla="*/ 39805 w 199558"/>
                      <a:gd name="connsiteY2" fmla="*/ 0 h 395516"/>
                      <a:gd name="connsiteX3" fmla="*/ 22503 w 199558"/>
                      <a:gd name="connsiteY3" fmla="*/ 138251 h 395516"/>
                      <a:gd name="connsiteX4" fmla="*/ 16335 w 199558"/>
                      <a:gd name="connsiteY4" fmla="*/ 164687 h 395516"/>
                      <a:gd name="connsiteX5" fmla="*/ 1467 w 199558"/>
                      <a:gd name="connsiteY5" fmla="*/ 281868 h 395516"/>
                      <a:gd name="connsiteX6" fmla="*/ 0 w 199558"/>
                      <a:gd name="connsiteY6" fmla="*/ 346910 h 395516"/>
                      <a:gd name="connsiteX7" fmla="*/ 1500 w 199558"/>
                      <a:gd name="connsiteY7" fmla="*/ 374847 h 395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9558" h="395516">
                        <a:moveTo>
                          <a:pt x="153252" y="395516"/>
                        </a:moveTo>
                        <a:lnTo>
                          <a:pt x="199558" y="24803"/>
                        </a:lnTo>
                        <a:lnTo>
                          <a:pt x="39805" y="0"/>
                        </a:lnTo>
                        <a:lnTo>
                          <a:pt x="22503" y="138251"/>
                        </a:lnTo>
                        <a:lnTo>
                          <a:pt x="16335" y="164687"/>
                        </a:lnTo>
                        <a:cubicBezTo>
                          <a:pt x="7341" y="203129"/>
                          <a:pt x="2360" y="242400"/>
                          <a:pt x="1467" y="281868"/>
                        </a:cubicBezTo>
                        <a:lnTo>
                          <a:pt x="0" y="346910"/>
                        </a:lnTo>
                        <a:lnTo>
                          <a:pt x="1500" y="374847"/>
                        </a:lnTo>
                        <a:close/>
                      </a:path>
                    </a:pathLst>
                  </a:custGeom>
                  <a:solidFill>
                    <a:srgbClr val="808080"/>
                  </a:solidFill>
                  <a:ln w="3329" cap="flat">
                    <a:noFill/>
                    <a:prstDash val="solid"/>
                    <a:miter/>
                  </a:ln>
                </p:spPr>
                <p:txBody>
                  <a:bodyPr rtlCol="0" anchor="ctr"/>
                  <a:lstStyle/>
                  <a:p>
                    <a:endParaRPr lang="en-US" dirty="0"/>
                  </a:p>
                </p:txBody>
              </p:sp>
              <p:sp>
                <p:nvSpPr>
                  <p:cNvPr id="281" name="Grafik 13">
                    <a:extLst>
                      <a:ext uri="{FF2B5EF4-FFF2-40B4-BE49-F238E27FC236}">
                        <a16:creationId xmlns:a16="http://schemas.microsoft.com/office/drawing/2014/main" id="{92363AA7-D194-4B13-91FE-EC4325A02537}"/>
                      </a:ext>
                    </a:extLst>
                  </p:cNvPr>
                  <p:cNvSpPr/>
                  <p:nvPr/>
                </p:nvSpPr>
                <p:spPr bwMode="gray">
                  <a:xfrm>
                    <a:off x="4280426" y="3911454"/>
                    <a:ext cx="518998" cy="294604"/>
                  </a:xfrm>
                  <a:custGeom>
                    <a:avLst/>
                    <a:gdLst>
                      <a:gd name="connsiteX0" fmla="*/ 365946 w 365945"/>
                      <a:gd name="connsiteY0" fmla="*/ 34038 h 207725"/>
                      <a:gd name="connsiteX1" fmla="*/ 10835 w 365945"/>
                      <a:gd name="connsiteY1" fmla="*/ 0 h 207725"/>
                      <a:gd name="connsiteX2" fmla="*/ 0 w 365945"/>
                      <a:gd name="connsiteY2" fmla="*/ 207726 h 207725"/>
                      <a:gd name="connsiteX3" fmla="*/ 305938 w 365945"/>
                      <a:gd name="connsiteY3" fmla="*/ 193291 h 207725"/>
                      <a:gd name="connsiteX4" fmla="*/ 365946 w 365945"/>
                      <a:gd name="connsiteY4" fmla="*/ 34038 h 207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5945" h="207725">
                        <a:moveTo>
                          <a:pt x="365946" y="34038"/>
                        </a:moveTo>
                        <a:lnTo>
                          <a:pt x="10835" y="0"/>
                        </a:lnTo>
                        <a:lnTo>
                          <a:pt x="0" y="207726"/>
                        </a:lnTo>
                        <a:lnTo>
                          <a:pt x="305938" y="193291"/>
                        </a:lnTo>
                        <a:lnTo>
                          <a:pt x="365946" y="34038"/>
                        </a:lnTo>
                        <a:close/>
                      </a:path>
                    </a:pathLst>
                  </a:custGeom>
                  <a:solidFill>
                    <a:srgbClr val="808080"/>
                  </a:solidFill>
                  <a:ln w="3329" cap="flat">
                    <a:noFill/>
                    <a:prstDash val="solid"/>
                    <a:miter/>
                  </a:ln>
                </p:spPr>
                <p:txBody>
                  <a:bodyPr rtlCol="0" anchor="ctr"/>
                  <a:lstStyle/>
                  <a:p>
                    <a:endParaRPr lang="en-US" dirty="0"/>
                  </a:p>
                </p:txBody>
              </p:sp>
              <p:sp>
                <p:nvSpPr>
                  <p:cNvPr id="282" name="Grafik 13">
                    <a:extLst>
                      <a:ext uri="{FF2B5EF4-FFF2-40B4-BE49-F238E27FC236}">
                        <a16:creationId xmlns:a16="http://schemas.microsoft.com/office/drawing/2014/main" id="{0DFD7817-CA13-CD28-5F63-6CECC7EF1BD2}"/>
                      </a:ext>
                    </a:extLst>
                  </p:cNvPr>
                  <p:cNvSpPr/>
                  <p:nvPr/>
                </p:nvSpPr>
                <p:spPr bwMode="gray">
                  <a:xfrm>
                    <a:off x="4886279" y="3733534"/>
                    <a:ext cx="349592" cy="105979"/>
                  </a:xfrm>
                  <a:custGeom>
                    <a:avLst/>
                    <a:gdLst>
                      <a:gd name="connsiteX0" fmla="*/ 26703 w 246497"/>
                      <a:gd name="connsiteY0" fmla="*/ 1169 h 74726"/>
                      <a:gd name="connsiteX1" fmla="*/ 140518 w 246497"/>
                      <a:gd name="connsiteY1" fmla="*/ 7203 h 74726"/>
                      <a:gd name="connsiteX2" fmla="*/ 192857 w 246497"/>
                      <a:gd name="connsiteY2" fmla="*/ 23238 h 74726"/>
                      <a:gd name="connsiteX3" fmla="*/ 246497 w 246497"/>
                      <a:gd name="connsiteY3" fmla="*/ 53242 h 74726"/>
                      <a:gd name="connsiteX4" fmla="*/ 220228 w 246497"/>
                      <a:gd name="connsiteY4" fmla="*/ 62777 h 74726"/>
                      <a:gd name="connsiteX5" fmla="*/ 202625 w 246497"/>
                      <a:gd name="connsiteY5" fmla="*/ 70778 h 74726"/>
                      <a:gd name="connsiteX6" fmla="*/ 185457 w 246497"/>
                      <a:gd name="connsiteY6" fmla="*/ 65144 h 74726"/>
                      <a:gd name="connsiteX7" fmla="*/ 169121 w 246497"/>
                      <a:gd name="connsiteY7" fmla="*/ 74578 h 74726"/>
                      <a:gd name="connsiteX8" fmla="*/ 137917 w 246497"/>
                      <a:gd name="connsiteY8" fmla="*/ 64777 h 74726"/>
                      <a:gd name="connsiteX9" fmla="*/ 82677 w 246497"/>
                      <a:gd name="connsiteY9" fmla="*/ 67544 h 74726"/>
                      <a:gd name="connsiteX10" fmla="*/ 46006 w 246497"/>
                      <a:gd name="connsiteY10" fmla="*/ 47808 h 74726"/>
                      <a:gd name="connsiteX11" fmla="*/ 0 w 246497"/>
                      <a:gd name="connsiteY11" fmla="*/ 49442 h 74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497" h="74726">
                        <a:moveTo>
                          <a:pt x="26703" y="1169"/>
                        </a:moveTo>
                        <a:cubicBezTo>
                          <a:pt x="82477" y="-2832"/>
                          <a:pt x="133383" y="4503"/>
                          <a:pt x="140518" y="7203"/>
                        </a:cubicBezTo>
                        <a:cubicBezTo>
                          <a:pt x="164921" y="16237"/>
                          <a:pt x="197191" y="23872"/>
                          <a:pt x="192857" y="23238"/>
                        </a:cubicBezTo>
                        <a:lnTo>
                          <a:pt x="246497" y="53242"/>
                        </a:lnTo>
                        <a:cubicBezTo>
                          <a:pt x="246497" y="53242"/>
                          <a:pt x="240463" y="67577"/>
                          <a:pt x="220228" y="62777"/>
                        </a:cubicBezTo>
                        <a:cubicBezTo>
                          <a:pt x="220228" y="62777"/>
                          <a:pt x="217261" y="72545"/>
                          <a:pt x="202625" y="70778"/>
                        </a:cubicBezTo>
                        <a:cubicBezTo>
                          <a:pt x="196601" y="69981"/>
                          <a:pt x="190780" y="68071"/>
                          <a:pt x="185457" y="65144"/>
                        </a:cubicBezTo>
                        <a:cubicBezTo>
                          <a:pt x="182819" y="71661"/>
                          <a:pt x="176085" y="75552"/>
                          <a:pt x="169121" y="74578"/>
                        </a:cubicBezTo>
                        <a:cubicBezTo>
                          <a:pt x="158183" y="73365"/>
                          <a:pt x="147585" y="70034"/>
                          <a:pt x="137917" y="64777"/>
                        </a:cubicBezTo>
                        <a:cubicBezTo>
                          <a:pt x="137917" y="64777"/>
                          <a:pt x="100279" y="69644"/>
                          <a:pt x="82677" y="67544"/>
                        </a:cubicBezTo>
                        <a:cubicBezTo>
                          <a:pt x="65075" y="65444"/>
                          <a:pt x="46006" y="47808"/>
                          <a:pt x="46006" y="47808"/>
                        </a:cubicBezTo>
                        <a:lnTo>
                          <a:pt x="0" y="49442"/>
                        </a:lnTo>
                        <a:close/>
                      </a:path>
                    </a:pathLst>
                  </a:custGeom>
                  <a:solidFill>
                    <a:srgbClr val="F2BBB3"/>
                  </a:solidFill>
                  <a:ln w="3329" cap="flat">
                    <a:noFill/>
                    <a:prstDash val="solid"/>
                    <a:miter/>
                  </a:ln>
                </p:spPr>
                <p:txBody>
                  <a:bodyPr rtlCol="0" anchor="ctr"/>
                  <a:lstStyle/>
                  <a:p>
                    <a:endParaRPr lang="en-US" dirty="0"/>
                  </a:p>
                </p:txBody>
              </p:sp>
              <p:sp>
                <p:nvSpPr>
                  <p:cNvPr id="283" name="Grafik 13">
                    <a:extLst>
                      <a:ext uri="{FF2B5EF4-FFF2-40B4-BE49-F238E27FC236}">
                        <a16:creationId xmlns:a16="http://schemas.microsoft.com/office/drawing/2014/main" id="{235B3166-1A0C-3FC2-9465-F31CA8439220}"/>
                      </a:ext>
                    </a:extLst>
                  </p:cNvPr>
                  <p:cNvSpPr/>
                  <p:nvPr/>
                </p:nvSpPr>
                <p:spPr bwMode="gray">
                  <a:xfrm>
                    <a:off x="4834932" y="3716138"/>
                    <a:ext cx="104158" cy="103449"/>
                  </a:xfrm>
                  <a:custGeom>
                    <a:avLst/>
                    <a:gdLst>
                      <a:gd name="connsiteX0" fmla="*/ 73443 w 73442"/>
                      <a:gd name="connsiteY0" fmla="*/ 6034 h 72942"/>
                      <a:gd name="connsiteX1" fmla="*/ 26103 w 73442"/>
                      <a:gd name="connsiteY1" fmla="*/ 0 h 72942"/>
                      <a:gd name="connsiteX2" fmla="*/ 0 w 73442"/>
                      <a:gd name="connsiteY2" fmla="*/ 64508 h 72942"/>
                      <a:gd name="connsiteX3" fmla="*/ 66542 w 73442"/>
                      <a:gd name="connsiteY3" fmla="*/ 72942 h 72942"/>
                      <a:gd name="connsiteX4" fmla="*/ 73443 w 73442"/>
                      <a:gd name="connsiteY4" fmla="*/ 6034 h 72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42" h="72942">
                        <a:moveTo>
                          <a:pt x="73443" y="6034"/>
                        </a:moveTo>
                        <a:lnTo>
                          <a:pt x="26103" y="0"/>
                        </a:lnTo>
                        <a:lnTo>
                          <a:pt x="0" y="64508"/>
                        </a:lnTo>
                        <a:lnTo>
                          <a:pt x="66542" y="72942"/>
                        </a:lnTo>
                        <a:lnTo>
                          <a:pt x="73443" y="6034"/>
                        </a:lnTo>
                        <a:close/>
                      </a:path>
                    </a:pathLst>
                  </a:custGeom>
                  <a:solidFill>
                    <a:srgbClr val="FFFFFF"/>
                  </a:solidFill>
                  <a:ln w="3329" cap="flat">
                    <a:noFill/>
                    <a:prstDash val="solid"/>
                    <a:miter/>
                  </a:ln>
                </p:spPr>
                <p:txBody>
                  <a:bodyPr rtlCol="0" anchor="ctr"/>
                  <a:lstStyle/>
                  <a:p>
                    <a:endParaRPr lang="en-US" dirty="0"/>
                  </a:p>
                </p:txBody>
              </p:sp>
              <p:sp>
                <p:nvSpPr>
                  <p:cNvPr id="284" name="Grafik 13">
                    <a:extLst>
                      <a:ext uri="{FF2B5EF4-FFF2-40B4-BE49-F238E27FC236}">
                        <a16:creationId xmlns:a16="http://schemas.microsoft.com/office/drawing/2014/main" id="{2BB3C818-E04C-B1BD-BD2E-0C259B353ACF}"/>
                      </a:ext>
                    </a:extLst>
                  </p:cNvPr>
                  <p:cNvSpPr/>
                  <p:nvPr/>
                </p:nvSpPr>
                <p:spPr bwMode="gray">
                  <a:xfrm>
                    <a:off x="4258819" y="3300211"/>
                    <a:ext cx="208507" cy="208507"/>
                  </a:xfrm>
                  <a:custGeom>
                    <a:avLst/>
                    <a:gdLst>
                      <a:gd name="connsiteX0" fmla="*/ 147018 w 147018"/>
                      <a:gd name="connsiteY0" fmla="*/ 73509 h 147018"/>
                      <a:gd name="connsiteX1" fmla="*/ 73509 w 147018"/>
                      <a:gd name="connsiteY1" fmla="*/ 147018 h 147018"/>
                      <a:gd name="connsiteX2" fmla="*/ 0 w 147018"/>
                      <a:gd name="connsiteY2" fmla="*/ 73509 h 147018"/>
                      <a:gd name="connsiteX3" fmla="*/ 73509 w 147018"/>
                      <a:gd name="connsiteY3" fmla="*/ 0 h 147018"/>
                      <a:gd name="connsiteX4" fmla="*/ 147018 w 147018"/>
                      <a:gd name="connsiteY4" fmla="*/ 73509 h 147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018" h="147018">
                        <a:moveTo>
                          <a:pt x="147018" y="73509"/>
                        </a:moveTo>
                        <a:cubicBezTo>
                          <a:pt x="147018" y="114107"/>
                          <a:pt x="114107" y="147018"/>
                          <a:pt x="73509" y="147018"/>
                        </a:cubicBezTo>
                        <a:cubicBezTo>
                          <a:pt x="32911" y="147018"/>
                          <a:pt x="0" y="114107"/>
                          <a:pt x="0" y="73509"/>
                        </a:cubicBezTo>
                        <a:cubicBezTo>
                          <a:pt x="0" y="32911"/>
                          <a:pt x="32911" y="0"/>
                          <a:pt x="73509" y="0"/>
                        </a:cubicBezTo>
                        <a:cubicBezTo>
                          <a:pt x="114107" y="0"/>
                          <a:pt x="147018" y="32911"/>
                          <a:pt x="147018" y="73509"/>
                        </a:cubicBezTo>
                        <a:close/>
                      </a:path>
                    </a:pathLst>
                  </a:custGeom>
                  <a:solidFill>
                    <a:srgbClr val="404040"/>
                  </a:solidFill>
                  <a:ln w="3329" cap="flat">
                    <a:noFill/>
                    <a:prstDash val="solid"/>
                    <a:miter/>
                  </a:ln>
                </p:spPr>
                <p:txBody>
                  <a:bodyPr rtlCol="0" anchor="ctr"/>
                  <a:lstStyle/>
                  <a:p>
                    <a:endParaRPr lang="en-US" dirty="0"/>
                  </a:p>
                </p:txBody>
              </p:sp>
              <p:sp>
                <p:nvSpPr>
                  <p:cNvPr id="285" name="Grafik 13">
                    <a:extLst>
                      <a:ext uri="{FF2B5EF4-FFF2-40B4-BE49-F238E27FC236}">
                        <a16:creationId xmlns:a16="http://schemas.microsoft.com/office/drawing/2014/main" id="{C6E0ACF3-7A7C-3F42-9E45-6971EEB49A1B}"/>
                      </a:ext>
                    </a:extLst>
                  </p:cNvPr>
                  <p:cNvSpPr/>
                  <p:nvPr/>
                </p:nvSpPr>
                <p:spPr bwMode="gray">
                  <a:xfrm>
                    <a:off x="4440139" y="3584794"/>
                    <a:ext cx="188176" cy="188176"/>
                  </a:xfrm>
                  <a:custGeom>
                    <a:avLst/>
                    <a:gdLst>
                      <a:gd name="connsiteX0" fmla="*/ 132683 w 132683"/>
                      <a:gd name="connsiteY0" fmla="*/ 66342 h 132683"/>
                      <a:gd name="connsiteX1" fmla="*/ 66342 w 132683"/>
                      <a:gd name="connsiteY1" fmla="*/ 132683 h 132683"/>
                      <a:gd name="connsiteX2" fmla="*/ 0 w 132683"/>
                      <a:gd name="connsiteY2" fmla="*/ 66342 h 132683"/>
                      <a:gd name="connsiteX3" fmla="*/ 66342 w 132683"/>
                      <a:gd name="connsiteY3" fmla="*/ 0 h 132683"/>
                      <a:gd name="connsiteX4" fmla="*/ 132683 w 132683"/>
                      <a:gd name="connsiteY4" fmla="*/ 66342 h 132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683" h="132683">
                        <a:moveTo>
                          <a:pt x="132683" y="66342"/>
                        </a:moveTo>
                        <a:cubicBezTo>
                          <a:pt x="132683" y="102981"/>
                          <a:pt x="102981" y="132683"/>
                          <a:pt x="66342" y="132683"/>
                        </a:cubicBezTo>
                        <a:cubicBezTo>
                          <a:pt x="29702" y="132683"/>
                          <a:pt x="0" y="102981"/>
                          <a:pt x="0" y="66342"/>
                        </a:cubicBezTo>
                        <a:cubicBezTo>
                          <a:pt x="0" y="29702"/>
                          <a:pt x="29702" y="0"/>
                          <a:pt x="66342" y="0"/>
                        </a:cubicBezTo>
                        <a:cubicBezTo>
                          <a:pt x="102981" y="0"/>
                          <a:pt x="132683" y="29702"/>
                          <a:pt x="132683" y="66342"/>
                        </a:cubicBezTo>
                        <a:close/>
                      </a:path>
                    </a:pathLst>
                  </a:custGeom>
                  <a:solidFill>
                    <a:srgbClr val="404040"/>
                  </a:solidFill>
                  <a:ln w="3329" cap="flat">
                    <a:noFill/>
                    <a:prstDash val="solid"/>
                    <a:miter/>
                  </a:ln>
                </p:spPr>
                <p:txBody>
                  <a:bodyPr rtlCol="0" anchor="ctr"/>
                  <a:lstStyle/>
                  <a:p>
                    <a:endParaRPr lang="en-US" dirty="0"/>
                  </a:p>
                </p:txBody>
              </p:sp>
              <p:sp>
                <p:nvSpPr>
                  <p:cNvPr id="286" name="Grafik 13">
                    <a:extLst>
                      <a:ext uri="{FF2B5EF4-FFF2-40B4-BE49-F238E27FC236}">
                        <a16:creationId xmlns:a16="http://schemas.microsoft.com/office/drawing/2014/main" id="{990B52FE-1C6B-3DC6-5AE7-B2F307DA7A86}"/>
                      </a:ext>
                    </a:extLst>
                  </p:cNvPr>
                  <p:cNvSpPr/>
                  <p:nvPr/>
                </p:nvSpPr>
                <p:spPr bwMode="gray">
                  <a:xfrm>
                    <a:off x="4266761" y="3343426"/>
                    <a:ext cx="358054" cy="403208"/>
                  </a:xfrm>
                  <a:custGeom>
                    <a:avLst/>
                    <a:gdLst>
                      <a:gd name="connsiteX0" fmla="*/ 252465 w 252464"/>
                      <a:gd name="connsiteY0" fmla="*/ 213860 h 284302"/>
                      <a:gd name="connsiteX1" fmla="*/ 128483 w 252464"/>
                      <a:gd name="connsiteY1" fmla="*/ 0 h 284302"/>
                      <a:gd name="connsiteX2" fmla="*/ 0 w 252464"/>
                      <a:gd name="connsiteY2" fmla="*/ 71242 h 284302"/>
                      <a:gd name="connsiteX3" fmla="*/ 141418 w 252464"/>
                      <a:gd name="connsiteY3" fmla="*/ 284302 h 284302"/>
                      <a:gd name="connsiteX4" fmla="*/ 252465 w 252464"/>
                      <a:gd name="connsiteY4" fmla="*/ 213860 h 28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464" h="284302">
                        <a:moveTo>
                          <a:pt x="252465" y="213860"/>
                        </a:moveTo>
                        <a:lnTo>
                          <a:pt x="128483" y="0"/>
                        </a:lnTo>
                        <a:lnTo>
                          <a:pt x="0" y="71242"/>
                        </a:lnTo>
                        <a:lnTo>
                          <a:pt x="141418" y="284302"/>
                        </a:lnTo>
                        <a:lnTo>
                          <a:pt x="252465" y="213860"/>
                        </a:lnTo>
                        <a:close/>
                      </a:path>
                    </a:pathLst>
                  </a:custGeom>
                  <a:solidFill>
                    <a:srgbClr val="1E1E1E"/>
                  </a:solidFill>
                  <a:ln w="3329" cap="flat">
                    <a:noFill/>
                    <a:prstDash val="solid"/>
                    <a:miter/>
                  </a:ln>
                </p:spPr>
                <p:txBody>
                  <a:bodyPr rtlCol="0" anchor="ctr"/>
                  <a:lstStyle/>
                  <a:p>
                    <a:endParaRPr lang="en-US" dirty="0"/>
                  </a:p>
                </p:txBody>
              </p:sp>
              <p:sp>
                <p:nvSpPr>
                  <p:cNvPr id="287" name="Grafik 13">
                    <a:extLst>
                      <a:ext uri="{FF2B5EF4-FFF2-40B4-BE49-F238E27FC236}">
                        <a16:creationId xmlns:a16="http://schemas.microsoft.com/office/drawing/2014/main" id="{F72C255B-EC49-F8C9-C337-3872C053D8D5}"/>
                      </a:ext>
                    </a:extLst>
                  </p:cNvPr>
                  <p:cNvSpPr/>
                  <p:nvPr/>
                </p:nvSpPr>
                <p:spPr bwMode="gray">
                  <a:xfrm>
                    <a:off x="4512573" y="3588386"/>
                    <a:ext cx="392096" cy="249498"/>
                  </a:xfrm>
                  <a:custGeom>
                    <a:avLst/>
                    <a:gdLst>
                      <a:gd name="connsiteX0" fmla="*/ 276468 w 276467"/>
                      <a:gd name="connsiteY0" fmla="*/ 90078 h 175921"/>
                      <a:gd name="connsiteX1" fmla="*/ 33037 w 276467"/>
                      <a:gd name="connsiteY1" fmla="*/ 0 h 175921"/>
                      <a:gd name="connsiteX2" fmla="*/ 0 w 276467"/>
                      <a:gd name="connsiteY2" fmla="*/ 128116 h 175921"/>
                      <a:gd name="connsiteX3" fmla="*/ 260899 w 276467"/>
                      <a:gd name="connsiteY3" fmla="*/ 175922 h 175921"/>
                      <a:gd name="connsiteX4" fmla="*/ 276468 w 276467"/>
                      <a:gd name="connsiteY4" fmla="*/ 90078 h 1759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467" h="175921">
                        <a:moveTo>
                          <a:pt x="276468" y="90078"/>
                        </a:moveTo>
                        <a:lnTo>
                          <a:pt x="33037" y="0"/>
                        </a:lnTo>
                        <a:lnTo>
                          <a:pt x="0" y="128116"/>
                        </a:lnTo>
                        <a:lnTo>
                          <a:pt x="260899" y="175922"/>
                        </a:lnTo>
                        <a:lnTo>
                          <a:pt x="276468" y="90078"/>
                        </a:lnTo>
                        <a:close/>
                      </a:path>
                    </a:pathLst>
                  </a:custGeom>
                  <a:solidFill>
                    <a:srgbClr val="1E1E1E"/>
                  </a:solidFill>
                  <a:ln w="3329" cap="flat">
                    <a:noFill/>
                    <a:prstDash val="solid"/>
                    <a:miter/>
                  </a:ln>
                </p:spPr>
                <p:txBody>
                  <a:bodyPr rtlCol="0" anchor="ctr"/>
                  <a:lstStyle/>
                  <a:p>
                    <a:endParaRPr lang="en-US" dirty="0"/>
                  </a:p>
                </p:txBody>
              </p:sp>
              <p:sp>
                <p:nvSpPr>
                  <p:cNvPr id="288" name="Grafik 13">
                    <a:extLst>
                      <a:ext uri="{FF2B5EF4-FFF2-40B4-BE49-F238E27FC236}">
                        <a16:creationId xmlns:a16="http://schemas.microsoft.com/office/drawing/2014/main" id="{BC6DCA74-7A0A-D21B-671B-52E10DCD4BEE}"/>
                      </a:ext>
                    </a:extLst>
                  </p:cNvPr>
                  <p:cNvSpPr/>
                  <p:nvPr/>
                </p:nvSpPr>
                <p:spPr bwMode="gray">
                  <a:xfrm>
                    <a:off x="4118485" y="3170710"/>
                    <a:ext cx="553923" cy="1011585"/>
                  </a:xfrm>
                  <a:custGeom>
                    <a:avLst/>
                    <a:gdLst>
                      <a:gd name="connsiteX0" fmla="*/ 14539 w 390571"/>
                      <a:gd name="connsiteY0" fmla="*/ 693353 h 713268"/>
                      <a:gd name="connsiteX1" fmla="*/ 390252 w 390571"/>
                      <a:gd name="connsiteY1" fmla="*/ 641580 h 713268"/>
                      <a:gd name="connsiteX2" fmla="*/ 358348 w 390571"/>
                      <a:gd name="connsiteY2" fmla="*/ 544668 h 713268"/>
                      <a:gd name="connsiteX3" fmla="*/ 320644 w 390571"/>
                      <a:gd name="connsiteY3" fmla="*/ 250498 h 713268"/>
                      <a:gd name="connsiteX4" fmla="*/ 291407 w 390571"/>
                      <a:gd name="connsiteY4" fmla="*/ 143818 h 713268"/>
                      <a:gd name="connsiteX5" fmla="*/ 165357 w 390571"/>
                      <a:gd name="connsiteY5" fmla="*/ 0 h 713268"/>
                      <a:gd name="connsiteX6" fmla="*/ 1404 w 390571"/>
                      <a:gd name="connsiteY6" fmla="*/ 298537 h 713268"/>
                      <a:gd name="connsiteX7" fmla="*/ 14539 w 390571"/>
                      <a:gd name="connsiteY7" fmla="*/ 693353 h 713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0571" h="713268">
                        <a:moveTo>
                          <a:pt x="14539" y="693353"/>
                        </a:moveTo>
                        <a:cubicBezTo>
                          <a:pt x="94882" y="744159"/>
                          <a:pt x="243134" y="687019"/>
                          <a:pt x="390252" y="641580"/>
                        </a:cubicBezTo>
                        <a:cubicBezTo>
                          <a:pt x="393886" y="596741"/>
                          <a:pt x="365449" y="596508"/>
                          <a:pt x="358348" y="544668"/>
                        </a:cubicBezTo>
                        <a:cubicBezTo>
                          <a:pt x="351147" y="421153"/>
                          <a:pt x="341079" y="367012"/>
                          <a:pt x="320644" y="250498"/>
                        </a:cubicBezTo>
                        <a:lnTo>
                          <a:pt x="291407" y="143818"/>
                        </a:lnTo>
                        <a:cubicBezTo>
                          <a:pt x="283006" y="95512"/>
                          <a:pt x="173325" y="38605"/>
                          <a:pt x="165357" y="0"/>
                        </a:cubicBezTo>
                        <a:cubicBezTo>
                          <a:pt x="88948" y="38038"/>
                          <a:pt x="7571" y="112981"/>
                          <a:pt x="1404" y="298537"/>
                        </a:cubicBezTo>
                        <a:cubicBezTo>
                          <a:pt x="-5364" y="501863"/>
                          <a:pt x="14539" y="693353"/>
                          <a:pt x="14539" y="693353"/>
                        </a:cubicBezTo>
                        <a:close/>
                      </a:path>
                    </a:pathLst>
                  </a:custGeom>
                  <a:solidFill>
                    <a:srgbClr val="404040"/>
                  </a:solidFill>
                  <a:ln w="3329" cap="flat">
                    <a:noFill/>
                    <a:prstDash val="solid"/>
                    <a:miter/>
                  </a:ln>
                </p:spPr>
                <p:txBody>
                  <a:bodyPr rtlCol="0" anchor="ctr"/>
                  <a:lstStyle/>
                  <a:p>
                    <a:endParaRPr lang="en-US" dirty="0"/>
                  </a:p>
                </p:txBody>
              </p:sp>
              <p:sp>
                <p:nvSpPr>
                  <p:cNvPr id="289" name="Grafik 13">
                    <a:extLst>
                      <a:ext uri="{FF2B5EF4-FFF2-40B4-BE49-F238E27FC236}">
                        <a16:creationId xmlns:a16="http://schemas.microsoft.com/office/drawing/2014/main" id="{9856D31E-30C7-721F-A8E8-CE76F2E18E74}"/>
                      </a:ext>
                    </a:extLst>
                  </p:cNvPr>
                  <p:cNvSpPr/>
                  <p:nvPr/>
                </p:nvSpPr>
                <p:spPr bwMode="gray">
                  <a:xfrm>
                    <a:off x="4281888" y="3396474"/>
                    <a:ext cx="342929" cy="529181"/>
                  </a:xfrm>
                  <a:custGeom>
                    <a:avLst/>
                    <a:gdLst>
                      <a:gd name="connsiteX0" fmla="*/ 102 w 241799"/>
                      <a:gd name="connsiteY0" fmla="*/ 0 h 373125"/>
                      <a:gd name="connsiteX1" fmla="*/ 36540 w 241799"/>
                      <a:gd name="connsiteY1" fmla="*/ 267800 h 373125"/>
                      <a:gd name="connsiteX2" fmla="*/ 84346 w 241799"/>
                      <a:gd name="connsiteY2" fmla="*/ 368513 h 373125"/>
                      <a:gd name="connsiteX3" fmla="*/ 241799 w 241799"/>
                      <a:gd name="connsiteY3" fmla="*/ 356911 h 373125"/>
                      <a:gd name="connsiteX4" fmla="*/ 133652 w 241799"/>
                      <a:gd name="connsiteY4" fmla="*/ 94279 h 373125"/>
                      <a:gd name="connsiteX5" fmla="*/ 102 w 241799"/>
                      <a:gd name="connsiteY5" fmla="*/ 0 h 373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799" h="373125">
                        <a:moveTo>
                          <a:pt x="102" y="0"/>
                        </a:moveTo>
                        <a:cubicBezTo>
                          <a:pt x="-2698" y="92545"/>
                          <a:pt x="53142" y="173788"/>
                          <a:pt x="36540" y="267800"/>
                        </a:cubicBezTo>
                        <a:cubicBezTo>
                          <a:pt x="25672" y="329208"/>
                          <a:pt x="66944" y="362479"/>
                          <a:pt x="84346" y="368513"/>
                        </a:cubicBezTo>
                        <a:cubicBezTo>
                          <a:pt x="142187" y="383581"/>
                          <a:pt x="241799" y="356911"/>
                          <a:pt x="241799" y="356911"/>
                        </a:cubicBezTo>
                        <a:cubicBezTo>
                          <a:pt x="241799" y="258399"/>
                          <a:pt x="207361" y="185823"/>
                          <a:pt x="133652" y="94279"/>
                        </a:cubicBezTo>
                        <a:cubicBezTo>
                          <a:pt x="59943" y="2734"/>
                          <a:pt x="102" y="0"/>
                          <a:pt x="102" y="0"/>
                        </a:cubicBezTo>
                        <a:close/>
                      </a:path>
                    </a:pathLst>
                  </a:custGeom>
                  <a:solidFill>
                    <a:srgbClr val="1E1E1E"/>
                  </a:solidFill>
                  <a:ln w="3329" cap="flat">
                    <a:noFill/>
                    <a:prstDash val="solid"/>
                    <a:miter/>
                  </a:ln>
                </p:spPr>
                <p:txBody>
                  <a:bodyPr rtlCol="0" anchor="ctr"/>
                  <a:lstStyle/>
                  <a:p>
                    <a:endParaRPr lang="en-US" dirty="0"/>
                  </a:p>
                </p:txBody>
              </p:sp>
              <p:sp>
                <p:nvSpPr>
                  <p:cNvPr id="290" name="Grafik 13">
                    <a:extLst>
                      <a:ext uri="{FF2B5EF4-FFF2-40B4-BE49-F238E27FC236}">
                        <a16:creationId xmlns:a16="http://schemas.microsoft.com/office/drawing/2014/main" id="{68EFD4DE-EBC1-B21B-9ACD-C8949EADB1B1}"/>
                      </a:ext>
                    </a:extLst>
                  </p:cNvPr>
                  <p:cNvSpPr/>
                  <p:nvPr/>
                </p:nvSpPr>
                <p:spPr bwMode="gray">
                  <a:xfrm>
                    <a:off x="5044258" y="3755996"/>
                    <a:ext cx="152890" cy="57965"/>
                  </a:xfrm>
                  <a:custGeom>
                    <a:avLst/>
                    <a:gdLst>
                      <a:gd name="connsiteX0" fmla="*/ 6424 w 107803"/>
                      <a:gd name="connsiteY0" fmla="*/ 0 h 40871"/>
                      <a:gd name="connsiteX1" fmla="*/ 71732 w 107803"/>
                      <a:gd name="connsiteY1" fmla="*/ 3334 h 40871"/>
                      <a:gd name="connsiteX2" fmla="*/ 107803 w 107803"/>
                      <a:gd name="connsiteY2" fmla="*/ 35038 h 40871"/>
                      <a:gd name="connsiteX3" fmla="*/ 94468 w 107803"/>
                      <a:gd name="connsiteY3" fmla="*/ 40672 h 40871"/>
                      <a:gd name="connsiteX4" fmla="*/ 63731 w 107803"/>
                      <a:gd name="connsiteY4" fmla="*/ 21769 h 40871"/>
                      <a:gd name="connsiteX5" fmla="*/ 9457 w 107803"/>
                      <a:gd name="connsiteY5" fmla="*/ 25337 h 40871"/>
                      <a:gd name="connsiteX6" fmla="*/ 6424 w 107803"/>
                      <a:gd name="connsiteY6" fmla="*/ 0 h 40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7803" h="40871">
                        <a:moveTo>
                          <a:pt x="6424" y="0"/>
                        </a:moveTo>
                        <a:lnTo>
                          <a:pt x="71732" y="3334"/>
                        </a:lnTo>
                        <a:lnTo>
                          <a:pt x="107803" y="35038"/>
                        </a:lnTo>
                        <a:cubicBezTo>
                          <a:pt x="107803" y="35038"/>
                          <a:pt x="106936" y="42139"/>
                          <a:pt x="94468" y="40672"/>
                        </a:cubicBezTo>
                        <a:cubicBezTo>
                          <a:pt x="82000" y="39205"/>
                          <a:pt x="63731" y="21769"/>
                          <a:pt x="63731" y="21769"/>
                        </a:cubicBezTo>
                        <a:cubicBezTo>
                          <a:pt x="63731" y="21769"/>
                          <a:pt x="11491" y="25603"/>
                          <a:pt x="9457" y="25337"/>
                        </a:cubicBezTo>
                        <a:cubicBezTo>
                          <a:pt x="-9878" y="23003"/>
                          <a:pt x="6424" y="0"/>
                          <a:pt x="6424" y="0"/>
                        </a:cubicBezTo>
                        <a:close/>
                      </a:path>
                    </a:pathLst>
                  </a:custGeom>
                  <a:solidFill>
                    <a:srgbClr val="F9D9D2"/>
                  </a:solidFill>
                  <a:ln w="3329" cap="flat">
                    <a:noFill/>
                    <a:prstDash val="solid"/>
                    <a:miter/>
                  </a:ln>
                </p:spPr>
                <p:txBody>
                  <a:bodyPr rtlCol="0" anchor="ctr"/>
                  <a:lstStyle/>
                  <a:p>
                    <a:endParaRPr lang="en-US" dirty="0"/>
                  </a:p>
                </p:txBody>
              </p:sp>
              <p:sp>
                <p:nvSpPr>
                  <p:cNvPr id="291" name="Grafik 13">
                    <a:extLst>
                      <a:ext uri="{FF2B5EF4-FFF2-40B4-BE49-F238E27FC236}">
                        <a16:creationId xmlns:a16="http://schemas.microsoft.com/office/drawing/2014/main" id="{781E0ACB-8348-8648-7429-DDB366D84552}"/>
                      </a:ext>
                    </a:extLst>
                  </p:cNvPr>
                  <p:cNvSpPr/>
                  <p:nvPr/>
                </p:nvSpPr>
                <p:spPr bwMode="gray">
                  <a:xfrm>
                    <a:off x="4866705" y="3745355"/>
                    <a:ext cx="349545" cy="106026"/>
                  </a:xfrm>
                  <a:custGeom>
                    <a:avLst/>
                    <a:gdLst>
                      <a:gd name="connsiteX0" fmla="*/ 26670 w 246464"/>
                      <a:gd name="connsiteY0" fmla="*/ 1169 h 74759"/>
                      <a:gd name="connsiteX1" fmla="*/ 140484 w 246464"/>
                      <a:gd name="connsiteY1" fmla="*/ 7203 h 74759"/>
                      <a:gd name="connsiteX2" fmla="*/ 192824 w 246464"/>
                      <a:gd name="connsiteY2" fmla="*/ 23272 h 74759"/>
                      <a:gd name="connsiteX3" fmla="*/ 246464 w 246464"/>
                      <a:gd name="connsiteY3" fmla="*/ 53275 h 74759"/>
                      <a:gd name="connsiteX4" fmla="*/ 220194 w 246464"/>
                      <a:gd name="connsiteY4" fmla="*/ 62810 h 74759"/>
                      <a:gd name="connsiteX5" fmla="*/ 202592 w 246464"/>
                      <a:gd name="connsiteY5" fmla="*/ 70811 h 74759"/>
                      <a:gd name="connsiteX6" fmla="*/ 185423 w 246464"/>
                      <a:gd name="connsiteY6" fmla="*/ 65177 h 74759"/>
                      <a:gd name="connsiteX7" fmla="*/ 169088 w 246464"/>
                      <a:gd name="connsiteY7" fmla="*/ 74611 h 74759"/>
                      <a:gd name="connsiteX8" fmla="*/ 137884 w 246464"/>
                      <a:gd name="connsiteY8" fmla="*/ 64844 h 74759"/>
                      <a:gd name="connsiteX9" fmla="*/ 82677 w 246464"/>
                      <a:gd name="connsiteY9" fmla="*/ 67577 h 74759"/>
                      <a:gd name="connsiteX10" fmla="*/ 46006 w 246464"/>
                      <a:gd name="connsiteY10" fmla="*/ 47841 h 74759"/>
                      <a:gd name="connsiteX11" fmla="*/ 0 w 246464"/>
                      <a:gd name="connsiteY11" fmla="*/ 49475 h 7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6464" h="74759">
                        <a:moveTo>
                          <a:pt x="26670" y="1169"/>
                        </a:moveTo>
                        <a:cubicBezTo>
                          <a:pt x="82444" y="-2832"/>
                          <a:pt x="133350" y="4503"/>
                          <a:pt x="140484" y="7203"/>
                        </a:cubicBezTo>
                        <a:cubicBezTo>
                          <a:pt x="164887" y="16237"/>
                          <a:pt x="197158" y="23872"/>
                          <a:pt x="192824" y="23272"/>
                        </a:cubicBezTo>
                        <a:lnTo>
                          <a:pt x="246464" y="53275"/>
                        </a:lnTo>
                        <a:cubicBezTo>
                          <a:pt x="246464" y="53275"/>
                          <a:pt x="240430" y="67644"/>
                          <a:pt x="220194" y="62810"/>
                        </a:cubicBezTo>
                        <a:cubicBezTo>
                          <a:pt x="220194" y="62810"/>
                          <a:pt x="217227" y="72578"/>
                          <a:pt x="202592" y="70811"/>
                        </a:cubicBezTo>
                        <a:cubicBezTo>
                          <a:pt x="196568" y="70014"/>
                          <a:pt x="190747" y="68104"/>
                          <a:pt x="185423" y="65177"/>
                        </a:cubicBezTo>
                        <a:cubicBezTo>
                          <a:pt x="182786" y="71694"/>
                          <a:pt x="176052" y="75585"/>
                          <a:pt x="169088" y="74611"/>
                        </a:cubicBezTo>
                        <a:cubicBezTo>
                          <a:pt x="158153" y="73408"/>
                          <a:pt x="147555" y="70091"/>
                          <a:pt x="137884" y="64844"/>
                        </a:cubicBezTo>
                        <a:cubicBezTo>
                          <a:pt x="137884" y="64844"/>
                          <a:pt x="100246" y="69677"/>
                          <a:pt x="82677" y="67577"/>
                        </a:cubicBezTo>
                        <a:cubicBezTo>
                          <a:pt x="65108" y="65477"/>
                          <a:pt x="46006" y="47841"/>
                          <a:pt x="46006" y="47841"/>
                        </a:cubicBezTo>
                        <a:lnTo>
                          <a:pt x="0" y="49475"/>
                        </a:lnTo>
                        <a:close/>
                      </a:path>
                    </a:pathLst>
                  </a:custGeom>
                  <a:solidFill>
                    <a:srgbClr val="F9D9D2"/>
                  </a:solidFill>
                  <a:ln w="3329" cap="flat">
                    <a:noFill/>
                    <a:prstDash val="solid"/>
                    <a:miter/>
                  </a:ln>
                </p:spPr>
                <p:txBody>
                  <a:bodyPr rtlCol="0" anchor="ctr"/>
                  <a:lstStyle/>
                  <a:p>
                    <a:endParaRPr lang="en-US" dirty="0"/>
                  </a:p>
                </p:txBody>
              </p:sp>
              <p:sp>
                <p:nvSpPr>
                  <p:cNvPr id="292" name="Grafik 13">
                    <a:extLst>
                      <a:ext uri="{FF2B5EF4-FFF2-40B4-BE49-F238E27FC236}">
                        <a16:creationId xmlns:a16="http://schemas.microsoft.com/office/drawing/2014/main" id="{3DDE48FC-169B-BC48-35C5-7E5B3D1A969D}"/>
                      </a:ext>
                    </a:extLst>
                  </p:cNvPr>
                  <p:cNvSpPr/>
                  <p:nvPr/>
                </p:nvSpPr>
                <p:spPr bwMode="gray">
                  <a:xfrm>
                    <a:off x="5050153" y="3802851"/>
                    <a:ext cx="79525" cy="43072"/>
                  </a:xfrm>
                  <a:custGeom>
                    <a:avLst/>
                    <a:gdLst>
                      <a:gd name="connsiteX0" fmla="*/ 56074 w 56073"/>
                      <a:gd name="connsiteY0" fmla="*/ 24703 h 30370"/>
                      <a:gd name="connsiteX1" fmla="*/ 30304 w 56073"/>
                      <a:gd name="connsiteY1" fmla="*/ 6968 h 30370"/>
                      <a:gd name="connsiteX2" fmla="*/ 0 w 56073"/>
                      <a:gd name="connsiteY2" fmla="*/ 0 h 30370"/>
                      <a:gd name="connsiteX3" fmla="*/ 3800 w 56073"/>
                      <a:gd name="connsiteY3" fmla="*/ 8501 h 30370"/>
                      <a:gd name="connsiteX4" fmla="*/ 24903 w 56073"/>
                      <a:gd name="connsiteY4" fmla="*/ 14335 h 30370"/>
                      <a:gd name="connsiteX5" fmla="*/ 52040 w 56073"/>
                      <a:gd name="connsiteY5" fmla="*/ 30371 h 30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073" h="30370">
                        <a:moveTo>
                          <a:pt x="56074" y="24703"/>
                        </a:moveTo>
                        <a:lnTo>
                          <a:pt x="30304" y="6968"/>
                        </a:lnTo>
                        <a:cubicBezTo>
                          <a:pt x="30304" y="6968"/>
                          <a:pt x="2400" y="300"/>
                          <a:pt x="0" y="0"/>
                        </a:cubicBezTo>
                        <a:lnTo>
                          <a:pt x="3800" y="8501"/>
                        </a:lnTo>
                        <a:lnTo>
                          <a:pt x="24903" y="14335"/>
                        </a:lnTo>
                        <a:lnTo>
                          <a:pt x="52040" y="30371"/>
                        </a:lnTo>
                        <a:close/>
                      </a:path>
                    </a:pathLst>
                  </a:custGeom>
                  <a:solidFill>
                    <a:srgbClr val="F2BBB3"/>
                  </a:solidFill>
                  <a:ln w="3329" cap="flat">
                    <a:noFill/>
                    <a:prstDash val="solid"/>
                    <a:miter/>
                  </a:ln>
                </p:spPr>
                <p:txBody>
                  <a:bodyPr rtlCol="0" anchor="ctr"/>
                  <a:lstStyle/>
                  <a:p>
                    <a:endParaRPr lang="en-US" dirty="0"/>
                  </a:p>
                </p:txBody>
              </p:sp>
              <p:sp>
                <p:nvSpPr>
                  <p:cNvPr id="293" name="Grafik 13">
                    <a:extLst>
                      <a:ext uri="{FF2B5EF4-FFF2-40B4-BE49-F238E27FC236}">
                        <a16:creationId xmlns:a16="http://schemas.microsoft.com/office/drawing/2014/main" id="{F3D94EB9-162F-50DF-AD0A-A170F547C32C}"/>
                      </a:ext>
                    </a:extLst>
                  </p:cNvPr>
                  <p:cNvSpPr/>
                  <p:nvPr/>
                </p:nvSpPr>
                <p:spPr bwMode="gray">
                  <a:xfrm>
                    <a:off x="4839423" y="3733065"/>
                    <a:ext cx="114371" cy="103780"/>
                  </a:xfrm>
                  <a:custGeom>
                    <a:avLst/>
                    <a:gdLst>
                      <a:gd name="connsiteX0" fmla="*/ 71942 w 80643"/>
                      <a:gd name="connsiteY0" fmla="*/ 73176 h 73175"/>
                      <a:gd name="connsiteX1" fmla="*/ 80643 w 80643"/>
                      <a:gd name="connsiteY1" fmla="*/ 6501 h 73175"/>
                      <a:gd name="connsiteX2" fmla="*/ 80643 w 80643"/>
                      <a:gd name="connsiteY2" fmla="*/ 6501 h 73175"/>
                      <a:gd name="connsiteX3" fmla="*/ 32204 w 80643"/>
                      <a:gd name="connsiteY3" fmla="*/ 0 h 73175"/>
                      <a:gd name="connsiteX4" fmla="*/ 0 w 80643"/>
                      <a:gd name="connsiteY4" fmla="*/ 63575 h 73175"/>
                      <a:gd name="connsiteX5" fmla="*/ 71776 w 80643"/>
                      <a:gd name="connsiteY5" fmla="*/ 73176 h 7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643" h="73175">
                        <a:moveTo>
                          <a:pt x="71942" y="73176"/>
                        </a:moveTo>
                        <a:lnTo>
                          <a:pt x="80643" y="6501"/>
                        </a:lnTo>
                        <a:lnTo>
                          <a:pt x="80643" y="6501"/>
                        </a:lnTo>
                        <a:lnTo>
                          <a:pt x="32204" y="0"/>
                        </a:lnTo>
                        <a:lnTo>
                          <a:pt x="0" y="63575"/>
                        </a:lnTo>
                        <a:lnTo>
                          <a:pt x="71776" y="73176"/>
                        </a:lnTo>
                        <a:close/>
                      </a:path>
                    </a:pathLst>
                  </a:custGeom>
                  <a:solidFill>
                    <a:srgbClr val="FFFFFF"/>
                  </a:solidFill>
                  <a:ln w="3329" cap="flat">
                    <a:noFill/>
                    <a:prstDash val="solid"/>
                    <a:miter/>
                  </a:ln>
                </p:spPr>
                <p:txBody>
                  <a:bodyPr rtlCol="0" anchor="ctr"/>
                  <a:lstStyle/>
                  <a:p>
                    <a:endParaRPr lang="en-US" dirty="0"/>
                  </a:p>
                </p:txBody>
              </p:sp>
              <p:sp>
                <p:nvSpPr>
                  <p:cNvPr id="294" name="Grafik 13">
                    <a:extLst>
                      <a:ext uri="{FF2B5EF4-FFF2-40B4-BE49-F238E27FC236}">
                        <a16:creationId xmlns:a16="http://schemas.microsoft.com/office/drawing/2014/main" id="{97E3FD3C-B891-CC90-B783-7DBB25E70861}"/>
                      </a:ext>
                    </a:extLst>
                  </p:cNvPr>
                  <p:cNvSpPr/>
                  <p:nvPr/>
                </p:nvSpPr>
                <p:spPr bwMode="gray">
                  <a:xfrm>
                    <a:off x="4279196" y="3305223"/>
                    <a:ext cx="208507" cy="208507"/>
                  </a:xfrm>
                  <a:custGeom>
                    <a:avLst/>
                    <a:gdLst>
                      <a:gd name="connsiteX0" fmla="*/ 147018 w 147018"/>
                      <a:gd name="connsiteY0" fmla="*/ 73509 h 147018"/>
                      <a:gd name="connsiteX1" fmla="*/ 73509 w 147018"/>
                      <a:gd name="connsiteY1" fmla="*/ 147018 h 147018"/>
                      <a:gd name="connsiteX2" fmla="*/ 0 w 147018"/>
                      <a:gd name="connsiteY2" fmla="*/ 73509 h 147018"/>
                      <a:gd name="connsiteX3" fmla="*/ 73509 w 147018"/>
                      <a:gd name="connsiteY3" fmla="*/ 0 h 147018"/>
                      <a:gd name="connsiteX4" fmla="*/ 147018 w 147018"/>
                      <a:gd name="connsiteY4" fmla="*/ 73509 h 147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018" h="147018">
                        <a:moveTo>
                          <a:pt x="147018" y="73509"/>
                        </a:moveTo>
                        <a:cubicBezTo>
                          <a:pt x="147018" y="114107"/>
                          <a:pt x="114107" y="147018"/>
                          <a:pt x="73509" y="147018"/>
                        </a:cubicBezTo>
                        <a:cubicBezTo>
                          <a:pt x="32911" y="147018"/>
                          <a:pt x="0" y="114107"/>
                          <a:pt x="0" y="73509"/>
                        </a:cubicBezTo>
                        <a:cubicBezTo>
                          <a:pt x="0" y="32911"/>
                          <a:pt x="32911" y="0"/>
                          <a:pt x="73509" y="0"/>
                        </a:cubicBezTo>
                        <a:cubicBezTo>
                          <a:pt x="114107" y="0"/>
                          <a:pt x="147018" y="32911"/>
                          <a:pt x="147018" y="73509"/>
                        </a:cubicBezTo>
                        <a:close/>
                      </a:path>
                    </a:pathLst>
                  </a:custGeom>
                  <a:solidFill>
                    <a:srgbClr val="404040"/>
                  </a:solidFill>
                  <a:ln w="3329" cap="flat">
                    <a:noFill/>
                    <a:prstDash val="solid"/>
                    <a:miter/>
                  </a:ln>
                </p:spPr>
                <p:txBody>
                  <a:bodyPr rtlCol="0" anchor="ctr"/>
                  <a:lstStyle/>
                  <a:p>
                    <a:endParaRPr lang="en-US" dirty="0"/>
                  </a:p>
                </p:txBody>
              </p:sp>
              <p:sp>
                <p:nvSpPr>
                  <p:cNvPr id="295" name="Grafik 13">
                    <a:extLst>
                      <a:ext uri="{FF2B5EF4-FFF2-40B4-BE49-F238E27FC236}">
                        <a16:creationId xmlns:a16="http://schemas.microsoft.com/office/drawing/2014/main" id="{22A78827-46A2-4BE8-56C1-62129C8668FC}"/>
                      </a:ext>
                    </a:extLst>
                  </p:cNvPr>
                  <p:cNvSpPr/>
                  <p:nvPr/>
                </p:nvSpPr>
                <p:spPr bwMode="gray">
                  <a:xfrm>
                    <a:off x="4422835" y="3647251"/>
                    <a:ext cx="188176" cy="188176"/>
                  </a:xfrm>
                  <a:custGeom>
                    <a:avLst/>
                    <a:gdLst>
                      <a:gd name="connsiteX0" fmla="*/ 132683 w 132683"/>
                      <a:gd name="connsiteY0" fmla="*/ 66342 h 132683"/>
                      <a:gd name="connsiteX1" fmla="*/ 66342 w 132683"/>
                      <a:gd name="connsiteY1" fmla="*/ 132683 h 132683"/>
                      <a:gd name="connsiteX2" fmla="*/ 0 w 132683"/>
                      <a:gd name="connsiteY2" fmla="*/ 66342 h 132683"/>
                      <a:gd name="connsiteX3" fmla="*/ 66342 w 132683"/>
                      <a:gd name="connsiteY3" fmla="*/ 0 h 132683"/>
                      <a:gd name="connsiteX4" fmla="*/ 132683 w 132683"/>
                      <a:gd name="connsiteY4" fmla="*/ 66342 h 132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2683" h="132683">
                        <a:moveTo>
                          <a:pt x="132683" y="66342"/>
                        </a:moveTo>
                        <a:cubicBezTo>
                          <a:pt x="132683" y="102981"/>
                          <a:pt x="102981" y="132683"/>
                          <a:pt x="66342" y="132683"/>
                        </a:cubicBezTo>
                        <a:cubicBezTo>
                          <a:pt x="29702" y="132683"/>
                          <a:pt x="0" y="102981"/>
                          <a:pt x="0" y="66342"/>
                        </a:cubicBezTo>
                        <a:cubicBezTo>
                          <a:pt x="0" y="29702"/>
                          <a:pt x="29702" y="0"/>
                          <a:pt x="66342" y="0"/>
                        </a:cubicBezTo>
                        <a:cubicBezTo>
                          <a:pt x="102981" y="0"/>
                          <a:pt x="132683" y="29702"/>
                          <a:pt x="132683" y="66342"/>
                        </a:cubicBezTo>
                        <a:close/>
                      </a:path>
                    </a:pathLst>
                  </a:custGeom>
                  <a:solidFill>
                    <a:srgbClr val="404040"/>
                  </a:solidFill>
                  <a:ln w="3329" cap="flat">
                    <a:noFill/>
                    <a:prstDash val="solid"/>
                    <a:miter/>
                  </a:ln>
                </p:spPr>
                <p:txBody>
                  <a:bodyPr rtlCol="0" anchor="ctr"/>
                  <a:lstStyle/>
                  <a:p>
                    <a:endParaRPr lang="en-US" dirty="0"/>
                  </a:p>
                </p:txBody>
              </p:sp>
              <p:sp>
                <p:nvSpPr>
                  <p:cNvPr id="296" name="Grafik 13">
                    <a:extLst>
                      <a:ext uri="{FF2B5EF4-FFF2-40B4-BE49-F238E27FC236}">
                        <a16:creationId xmlns:a16="http://schemas.microsoft.com/office/drawing/2014/main" id="{1B4DE2C0-3E8E-C0E1-0164-009A150267D4}"/>
                      </a:ext>
                    </a:extLst>
                  </p:cNvPr>
                  <p:cNvSpPr/>
                  <p:nvPr/>
                </p:nvSpPr>
                <p:spPr bwMode="gray">
                  <a:xfrm>
                    <a:off x="4281844" y="3361156"/>
                    <a:ext cx="321508" cy="444483"/>
                  </a:xfrm>
                  <a:custGeom>
                    <a:avLst/>
                    <a:gdLst>
                      <a:gd name="connsiteX0" fmla="*/ 226695 w 226695"/>
                      <a:gd name="connsiteY0" fmla="*/ 232062 h 313405"/>
                      <a:gd name="connsiteX1" fmla="*/ 136684 w 226695"/>
                      <a:gd name="connsiteY1" fmla="*/ 0 h 313405"/>
                      <a:gd name="connsiteX2" fmla="*/ 0 w 226695"/>
                      <a:gd name="connsiteY2" fmla="*/ 51106 h 313405"/>
                      <a:gd name="connsiteX3" fmla="*/ 122482 w 226695"/>
                      <a:gd name="connsiteY3" fmla="*/ 313406 h 313405"/>
                    </a:gdLst>
                    <a:ahLst/>
                    <a:cxnLst>
                      <a:cxn ang="0">
                        <a:pos x="connsiteX0" y="connsiteY0"/>
                      </a:cxn>
                      <a:cxn ang="0">
                        <a:pos x="connsiteX1" y="connsiteY1"/>
                      </a:cxn>
                      <a:cxn ang="0">
                        <a:pos x="connsiteX2" y="connsiteY2"/>
                      </a:cxn>
                      <a:cxn ang="0">
                        <a:pos x="connsiteX3" y="connsiteY3"/>
                      </a:cxn>
                    </a:cxnLst>
                    <a:rect l="l" t="t" r="r" b="b"/>
                    <a:pathLst>
                      <a:path w="226695" h="313405">
                        <a:moveTo>
                          <a:pt x="226695" y="232062"/>
                        </a:moveTo>
                        <a:lnTo>
                          <a:pt x="136684" y="0"/>
                        </a:lnTo>
                        <a:lnTo>
                          <a:pt x="0" y="51106"/>
                        </a:lnTo>
                        <a:cubicBezTo>
                          <a:pt x="36038" y="144918"/>
                          <a:pt x="77476" y="296604"/>
                          <a:pt x="122482" y="313406"/>
                        </a:cubicBezTo>
                        <a:close/>
                      </a:path>
                    </a:pathLst>
                  </a:custGeom>
                  <a:solidFill>
                    <a:srgbClr val="404040"/>
                  </a:solidFill>
                  <a:ln w="3329" cap="flat">
                    <a:noFill/>
                    <a:prstDash val="solid"/>
                    <a:miter/>
                  </a:ln>
                </p:spPr>
                <p:txBody>
                  <a:bodyPr rtlCol="0" anchor="ctr"/>
                  <a:lstStyle/>
                  <a:p>
                    <a:endParaRPr lang="en-US" dirty="0"/>
                  </a:p>
                </p:txBody>
              </p:sp>
              <p:sp>
                <p:nvSpPr>
                  <p:cNvPr id="297" name="Grafik 13">
                    <a:extLst>
                      <a:ext uri="{FF2B5EF4-FFF2-40B4-BE49-F238E27FC236}">
                        <a16:creationId xmlns:a16="http://schemas.microsoft.com/office/drawing/2014/main" id="{D1D63139-3CAF-CAD9-1253-56819DD47F8B}"/>
                      </a:ext>
                    </a:extLst>
                  </p:cNvPr>
                  <p:cNvSpPr/>
                  <p:nvPr/>
                </p:nvSpPr>
                <p:spPr bwMode="gray">
                  <a:xfrm>
                    <a:off x="4516923" y="3648716"/>
                    <a:ext cx="397062" cy="215456"/>
                  </a:xfrm>
                  <a:custGeom>
                    <a:avLst/>
                    <a:gdLst>
                      <a:gd name="connsiteX0" fmla="*/ 14635 w 279968"/>
                      <a:gd name="connsiteY0" fmla="*/ 0 h 151918"/>
                      <a:gd name="connsiteX1" fmla="*/ 0 w 279968"/>
                      <a:gd name="connsiteY1" fmla="*/ 131483 h 151918"/>
                      <a:gd name="connsiteX2" fmla="*/ 261399 w 279968"/>
                      <a:gd name="connsiteY2" fmla="*/ 151919 h 151918"/>
                      <a:gd name="connsiteX3" fmla="*/ 279968 w 279968"/>
                      <a:gd name="connsiteY3" fmla="*/ 52807 h 151918"/>
                      <a:gd name="connsiteX4" fmla="*/ 14635 w 279968"/>
                      <a:gd name="connsiteY4" fmla="*/ 0 h 151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968" h="151918">
                        <a:moveTo>
                          <a:pt x="14635" y="0"/>
                        </a:moveTo>
                        <a:lnTo>
                          <a:pt x="0" y="131483"/>
                        </a:lnTo>
                        <a:lnTo>
                          <a:pt x="261399" y="151919"/>
                        </a:lnTo>
                        <a:lnTo>
                          <a:pt x="279968" y="52807"/>
                        </a:lnTo>
                        <a:lnTo>
                          <a:pt x="14635" y="0"/>
                        </a:lnTo>
                        <a:close/>
                      </a:path>
                    </a:pathLst>
                  </a:custGeom>
                  <a:solidFill>
                    <a:srgbClr val="404040"/>
                  </a:solidFill>
                  <a:ln w="3329" cap="flat">
                    <a:noFill/>
                    <a:prstDash val="solid"/>
                    <a:miter/>
                  </a:ln>
                </p:spPr>
                <p:txBody>
                  <a:bodyPr rtlCol="0" anchor="ctr"/>
                  <a:lstStyle/>
                  <a:p>
                    <a:endParaRPr lang="en-US" dirty="0"/>
                  </a:p>
                </p:txBody>
              </p:sp>
              <p:sp>
                <p:nvSpPr>
                  <p:cNvPr id="298" name="Grafik 13">
                    <a:extLst>
                      <a:ext uri="{FF2B5EF4-FFF2-40B4-BE49-F238E27FC236}">
                        <a16:creationId xmlns:a16="http://schemas.microsoft.com/office/drawing/2014/main" id="{B8570BD3-A481-B2DE-F430-24BED7E626B5}"/>
                      </a:ext>
                    </a:extLst>
                  </p:cNvPr>
                  <p:cNvSpPr/>
                  <p:nvPr/>
                </p:nvSpPr>
                <p:spPr bwMode="gray">
                  <a:xfrm>
                    <a:off x="3934758" y="3453873"/>
                    <a:ext cx="136262" cy="750626"/>
                  </a:xfrm>
                  <a:custGeom>
                    <a:avLst/>
                    <a:gdLst>
                      <a:gd name="connsiteX0" fmla="*/ 96079 w 96078"/>
                      <a:gd name="connsiteY0" fmla="*/ 529266 h 529266"/>
                      <a:gd name="connsiteX1" fmla="*/ 0 w 96078"/>
                      <a:gd name="connsiteY1" fmla="*/ 510630 h 529266"/>
                      <a:gd name="connsiteX2" fmla="*/ 0 w 96078"/>
                      <a:gd name="connsiteY2" fmla="*/ 0 h 529266"/>
                      <a:gd name="connsiteX3" fmla="*/ 0 w 96078"/>
                      <a:gd name="connsiteY3" fmla="*/ 0 h 529266"/>
                      <a:gd name="connsiteX4" fmla="*/ 96079 w 96078"/>
                      <a:gd name="connsiteY4" fmla="*/ 96079 h 5292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78" h="529266">
                        <a:moveTo>
                          <a:pt x="96079" y="529266"/>
                        </a:moveTo>
                        <a:lnTo>
                          <a:pt x="0" y="510630"/>
                        </a:lnTo>
                        <a:lnTo>
                          <a:pt x="0" y="0"/>
                        </a:lnTo>
                        <a:lnTo>
                          <a:pt x="0" y="0"/>
                        </a:lnTo>
                        <a:cubicBezTo>
                          <a:pt x="53063" y="0"/>
                          <a:pt x="96079" y="43015"/>
                          <a:pt x="96079" y="96079"/>
                        </a:cubicBezTo>
                        <a:close/>
                      </a:path>
                    </a:pathLst>
                  </a:custGeom>
                  <a:solidFill>
                    <a:schemeClr val="bg2"/>
                  </a:solidFill>
                  <a:ln w="3329" cap="flat">
                    <a:noFill/>
                    <a:prstDash val="solid"/>
                    <a:miter/>
                  </a:ln>
                </p:spPr>
                <p:txBody>
                  <a:bodyPr rtlCol="0" anchor="ctr"/>
                  <a:lstStyle/>
                  <a:p>
                    <a:endParaRPr lang="en-US" dirty="0"/>
                  </a:p>
                </p:txBody>
              </p:sp>
              <p:sp>
                <p:nvSpPr>
                  <p:cNvPr id="299" name="Grafik 13">
                    <a:extLst>
                      <a:ext uri="{FF2B5EF4-FFF2-40B4-BE49-F238E27FC236}">
                        <a16:creationId xmlns:a16="http://schemas.microsoft.com/office/drawing/2014/main" id="{B083A7D2-C1FC-A9D2-C3D9-60808388AE81}"/>
                      </a:ext>
                    </a:extLst>
                  </p:cNvPr>
                  <p:cNvSpPr/>
                  <p:nvPr/>
                </p:nvSpPr>
                <p:spPr bwMode="gray">
                  <a:xfrm rot="5400000">
                    <a:off x="4297707" y="3814931"/>
                    <a:ext cx="136262" cy="862538"/>
                  </a:xfrm>
                  <a:custGeom>
                    <a:avLst/>
                    <a:gdLst>
                      <a:gd name="connsiteX0" fmla="*/ 0 w 96078"/>
                      <a:gd name="connsiteY0" fmla="*/ 0 h 608175"/>
                      <a:gd name="connsiteX1" fmla="*/ 0 w 96078"/>
                      <a:gd name="connsiteY1" fmla="*/ 0 h 608175"/>
                      <a:gd name="connsiteX2" fmla="*/ 96079 w 96078"/>
                      <a:gd name="connsiteY2" fmla="*/ 96079 h 608175"/>
                      <a:gd name="connsiteX3" fmla="*/ 96079 w 96078"/>
                      <a:gd name="connsiteY3" fmla="*/ 512097 h 608175"/>
                      <a:gd name="connsiteX4" fmla="*/ 0 w 96078"/>
                      <a:gd name="connsiteY4" fmla="*/ 608176 h 608175"/>
                      <a:gd name="connsiteX5" fmla="*/ 0 w 96078"/>
                      <a:gd name="connsiteY5" fmla="*/ 608176 h 608175"/>
                      <a:gd name="connsiteX6" fmla="*/ 0 w 96078"/>
                      <a:gd name="connsiteY6" fmla="*/ 608176 h 608175"/>
                      <a:gd name="connsiteX7" fmla="*/ 0 w 96078"/>
                      <a:gd name="connsiteY7" fmla="*/ 0 h 608175"/>
                      <a:gd name="connsiteX8" fmla="*/ 0 w 96078"/>
                      <a:gd name="connsiteY8" fmla="*/ 0 h 608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078" h="608175">
                        <a:moveTo>
                          <a:pt x="0" y="0"/>
                        </a:moveTo>
                        <a:lnTo>
                          <a:pt x="0" y="0"/>
                        </a:lnTo>
                        <a:cubicBezTo>
                          <a:pt x="53063" y="0"/>
                          <a:pt x="96079" y="43015"/>
                          <a:pt x="96079" y="96079"/>
                        </a:cubicBezTo>
                        <a:lnTo>
                          <a:pt x="96079" y="512097"/>
                        </a:lnTo>
                        <a:cubicBezTo>
                          <a:pt x="96079" y="565160"/>
                          <a:pt x="53063" y="608176"/>
                          <a:pt x="0" y="608176"/>
                        </a:cubicBezTo>
                        <a:lnTo>
                          <a:pt x="0" y="608176"/>
                        </a:lnTo>
                        <a:lnTo>
                          <a:pt x="0" y="608176"/>
                        </a:lnTo>
                        <a:lnTo>
                          <a:pt x="0" y="0"/>
                        </a:lnTo>
                        <a:lnTo>
                          <a:pt x="0" y="0"/>
                        </a:lnTo>
                        <a:close/>
                      </a:path>
                    </a:pathLst>
                  </a:custGeom>
                  <a:solidFill>
                    <a:schemeClr val="bg2"/>
                  </a:solidFill>
                  <a:ln w="3329" cap="flat">
                    <a:noFill/>
                    <a:prstDash val="solid"/>
                    <a:miter/>
                  </a:ln>
                </p:spPr>
                <p:txBody>
                  <a:bodyPr rtlCol="0" anchor="ctr"/>
                  <a:lstStyle/>
                  <a:p>
                    <a:endParaRPr lang="en-US" dirty="0"/>
                  </a:p>
                </p:txBody>
              </p:sp>
              <p:sp>
                <p:nvSpPr>
                  <p:cNvPr id="300" name="Grafik 13">
                    <a:extLst>
                      <a:ext uri="{FF2B5EF4-FFF2-40B4-BE49-F238E27FC236}">
                        <a16:creationId xmlns:a16="http://schemas.microsoft.com/office/drawing/2014/main" id="{6720A13F-1B79-D0F6-9109-B2C80D8B8D69}"/>
                      </a:ext>
                    </a:extLst>
                  </p:cNvPr>
                  <p:cNvSpPr/>
                  <p:nvPr/>
                </p:nvSpPr>
                <p:spPr bwMode="gray">
                  <a:xfrm>
                    <a:off x="4071020" y="3974811"/>
                    <a:ext cx="726086" cy="211580"/>
                  </a:xfrm>
                  <a:custGeom>
                    <a:avLst/>
                    <a:gdLst>
                      <a:gd name="connsiteX0" fmla="*/ 511964 w 511963"/>
                      <a:gd name="connsiteY0" fmla="*/ 149185 h 149185"/>
                      <a:gd name="connsiteX1" fmla="*/ 0 w 511963"/>
                      <a:gd name="connsiteY1" fmla="*/ 149185 h 149185"/>
                      <a:gd name="connsiteX2" fmla="*/ 16902 w 511963"/>
                      <a:gd name="connsiteY2" fmla="*/ 94145 h 149185"/>
                      <a:gd name="connsiteX3" fmla="*/ 144218 w 511963"/>
                      <a:gd name="connsiteY3" fmla="*/ 0 h 149185"/>
                      <a:gd name="connsiteX4" fmla="*/ 372880 w 511963"/>
                      <a:gd name="connsiteY4" fmla="*/ 0 h 149185"/>
                      <a:gd name="connsiteX5" fmla="*/ 511964 w 511963"/>
                      <a:gd name="connsiteY5" fmla="*/ 139084 h 149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1963" h="149185">
                        <a:moveTo>
                          <a:pt x="511964" y="149185"/>
                        </a:moveTo>
                        <a:lnTo>
                          <a:pt x="0" y="149185"/>
                        </a:lnTo>
                        <a:lnTo>
                          <a:pt x="16902" y="94145"/>
                        </a:lnTo>
                        <a:cubicBezTo>
                          <a:pt x="34044" y="38198"/>
                          <a:pt x="85703" y="-3"/>
                          <a:pt x="144218" y="0"/>
                        </a:cubicBezTo>
                        <a:lnTo>
                          <a:pt x="372880" y="0"/>
                        </a:lnTo>
                        <a:cubicBezTo>
                          <a:pt x="449693" y="0"/>
                          <a:pt x="511964" y="62271"/>
                          <a:pt x="511964" y="139084"/>
                        </a:cubicBezTo>
                        <a:close/>
                      </a:path>
                    </a:pathLst>
                  </a:custGeom>
                  <a:solidFill>
                    <a:schemeClr val="bg2"/>
                  </a:solidFill>
                  <a:ln w="3329" cap="flat">
                    <a:noFill/>
                    <a:prstDash val="solid"/>
                    <a:miter/>
                  </a:ln>
                </p:spPr>
                <p:txBody>
                  <a:bodyPr rtlCol="0" anchor="ctr"/>
                  <a:lstStyle/>
                  <a:p>
                    <a:endParaRPr lang="en-US" dirty="0"/>
                  </a:p>
                </p:txBody>
              </p:sp>
              <p:sp>
                <p:nvSpPr>
                  <p:cNvPr id="301" name="Grafik 13">
                    <a:extLst>
                      <a:ext uri="{FF2B5EF4-FFF2-40B4-BE49-F238E27FC236}">
                        <a16:creationId xmlns:a16="http://schemas.microsoft.com/office/drawing/2014/main" id="{65C32FD4-2EC0-50BB-A01D-EED10AAEFDE7}"/>
                      </a:ext>
                    </a:extLst>
                  </p:cNvPr>
                  <p:cNvSpPr/>
                  <p:nvPr/>
                </p:nvSpPr>
                <p:spPr bwMode="gray">
                  <a:xfrm>
                    <a:off x="4007901" y="4154713"/>
                    <a:ext cx="716300" cy="686134"/>
                  </a:xfrm>
                  <a:custGeom>
                    <a:avLst/>
                    <a:gdLst>
                      <a:gd name="connsiteX0" fmla="*/ 0 w 505063"/>
                      <a:gd name="connsiteY0" fmla="*/ 483794 h 483793"/>
                      <a:gd name="connsiteX1" fmla="*/ 66675 w 505063"/>
                      <a:gd name="connsiteY1" fmla="*/ 152252 h 483793"/>
                      <a:gd name="connsiteX2" fmla="*/ 252532 w 505063"/>
                      <a:gd name="connsiteY2" fmla="*/ 0 h 483793"/>
                      <a:gd name="connsiteX3" fmla="*/ 252532 w 505063"/>
                      <a:gd name="connsiteY3" fmla="*/ 0 h 483793"/>
                      <a:gd name="connsiteX4" fmla="*/ 438388 w 505063"/>
                      <a:gd name="connsiteY4" fmla="*/ 152252 h 483793"/>
                      <a:gd name="connsiteX5" fmla="*/ 505063 w 505063"/>
                      <a:gd name="connsiteY5" fmla="*/ 483794 h 48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5063" h="483793">
                        <a:moveTo>
                          <a:pt x="0" y="483794"/>
                        </a:moveTo>
                        <a:lnTo>
                          <a:pt x="66675" y="152252"/>
                        </a:lnTo>
                        <a:cubicBezTo>
                          <a:pt x="84460" y="63715"/>
                          <a:pt x="162225" y="10"/>
                          <a:pt x="252532" y="0"/>
                        </a:cubicBezTo>
                        <a:lnTo>
                          <a:pt x="252532" y="0"/>
                        </a:lnTo>
                        <a:cubicBezTo>
                          <a:pt x="342843" y="-3"/>
                          <a:pt x="420616" y="63708"/>
                          <a:pt x="438388" y="152252"/>
                        </a:cubicBezTo>
                        <a:lnTo>
                          <a:pt x="505063" y="483794"/>
                        </a:lnTo>
                      </a:path>
                    </a:pathLst>
                  </a:custGeom>
                  <a:noFill/>
                  <a:ln w="17646" cap="flat">
                    <a:solidFill>
                      <a:srgbClr val="404040"/>
                    </a:solidFill>
                    <a:prstDash val="solid"/>
                    <a:miter/>
                  </a:ln>
                </p:spPr>
                <p:txBody>
                  <a:bodyPr rtlCol="0" anchor="ctr"/>
                  <a:lstStyle/>
                  <a:p>
                    <a:endParaRPr lang="en-US" dirty="0"/>
                  </a:p>
                </p:txBody>
              </p:sp>
              <p:sp>
                <p:nvSpPr>
                  <p:cNvPr id="302" name="Grafik 13">
                    <a:extLst>
                      <a:ext uri="{FF2B5EF4-FFF2-40B4-BE49-F238E27FC236}">
                        <a16:creationId xmlns:a16="http://schemas.microsoft.com/office/drawing/2014/main" id="{79F206B6-6B3C-F547-D8D0-0F2E8CC858D2}"/>
                      </a:ext>
                    </a:extLst>
                  </p:cNvPr>
                  <p:cNvSpPr/>
                  <p:nvPr/>
                </p:nvSpPr>
                <p:spPr bwMode="gray">
                  <a:xfrm>
                    <a:off x="4367635" y="3173027"/>
                    <a:ext cx="121346" cy="118863"/>
                  </a:xfrm>
                  <a:custGeom>
                    <a:avLst/>
                    <a:gdLst>
                      <a:gd name="connsiteX0" fmla="*/ 85561 w 85561"/>
                      <a:gd name="connsiteY0" fmla="*/ 46406 h 83810"/>
                      <a:gd name="connsiteX1" fmla="*/ 72993 w 85561"/>
                      <a:gd name="connsiteY1" fmla="*/ 83810 h 83810"/>
                      <a:gd name="connsiteX2" fmla="*/ 2484 w 85561"/>
                      <a:gd name="connsiteY2" fmla="*/ 13335 h 83810"/>
                      <a:gd name="connsiteX3" fmla="*/ 2984 w 85561"/>
                      <a:gd name="connsiteY3" fmla="*/ 0 h 83810"/>
                      <a:gd name="connsiteX4" fmla="*/ 55357 w 85561"/>
                      <a:gd name="connsiteY4" fmla="*/ 28737 h 83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561" h="83810">
                        <a:moveTo>
                          <a:pt x="85561" y="46406"/>
                        </a:moveTo>
                        <a:lnTo>
                          <a:pt x="72993" y="83810"/>
                        </a:lnTo>
                        <a:cubicBezTo>
                          <a:pt x="72993" y="83810"/>
                          <a:pt x="15152" y="33371"/>
                          <a:pt x="2484" y="13335"/>
                        </a:cubicBezTo>
                        <a:cubicBezTo>
                          <a:pt x="-3383" y="4067"/>
                          <a:pt x="2984" y="0"/>
                          <a:pt x="2984" y="0"/>
                        </a:cubicBezTo>
                        <a:lnTo>
                          <a:pt x="55357" y="28737"/>
                        </a:lnTo>
                        <a:close/>
                      </a:path>
                    </a:pathLst>
                  </a:custGeom>
                  <a:solidFill>
                    <a:srgbClr val="FFFFFF"/>
                  </a:solidFill>
                  <a:ln w="3329" cap="flat">
                    <a:noFill/>
                    <a:prstDash val="solid"/>
                    <a:miter/>
                  </a:ln>
                </p:spPr>
                <p:txBody>
                  <a:bodyPr rtlCol="0" anchor="ctr"/>
                  <a:lstStyle/>
                  <a:p>
                    <a:endParaRPr lang="en-US" dirty="0"/>
                  </a:p>
                </p:txBody>
              </p:sp>
              <p:sp>
                <p:nvSpPr>
                  <p:cNvPr id="303" name="Grafik 13">
                    <a:extLst>
                      <a:ext uri="{FF2B5EF4-FFF2-40B4-BE49-F238E27FC236}">
                        <a16:creationId xmlns:a16="http://schemas.microsoft.com/office/drawing/2014/main" id="{F07A9AB3-2262-BA5E-F6ED-E8A5CAF90117}"/>
                      </a:ext>
                    </a:extLst>
                  </p:cNvPr>
                  <p:cNvSpPr/>
                  <p:nvPr/>
                </p:nvSpPr>
                <p:spPr bwMode="gray">
                  <a:xfrm>
                    <a:off x="4432621" y="3005074"/>
                    <a:ext cx="66876" cy="107656"/>
                  </a:xfrm>
                  <a:custGeom>
                    <a:avLst/>
                    <a:gdLst>
                      <a:gd name="connsiteX0" fmla="*/ 44672 w 47154"/>
                      <a:gd name="connsiteY0" fmla="*/ 19745 h 75908"/>
                      <a:gd name="connsiteX1" fmla="*/ 0 w 47154"/>
                      <a:gd name="connsiteY1" fmla="*/ 31146 h 75908"/>
                      <a:gd name="connsiteX2" fmla="*/ 41605 w 47154"/>
                      <a:gd name="connsiteY2" fmla="*/ 73385 h 75908"/>
                      <a:gd name="connsiteX3" fmla="*/ 44672 w 47154"/>
                      <a:gd name="connsiteY3" fmla="*/ 19745 h 75908"/>
                    </a:gdLst>
                    <a:ahLst/>
                    <a:cxnLst>
                      <a:cxn ang="0">
                        <a:pos x="connsiteX0" y="connsiteY0"/>
                      </a:cxn>
                      <a:cxn ang="0">
                        <a:pos x="connsiteX1" y="connsiteY1"/>
                      </a:cxn>
                      <a:cxn ang="0">
                        <a:pos x="connsiteX2" y="connsiteY2"/>
                      </a:cxn>
                      <a:cxn ang="0">
                        <a:pos x="connsiteX3" y="connsiteY3"/>
                      </a:cxn>
                    </a:cxnLst>
                    <a:rect l="l" t="t" r="r" b="b"/>
                    <a:pathLst>
                      <a:path w="47154" h="75908">
                        <a:moveTo>
                          <a:pt x="44672" y="19745"/>
                        </a:moveTo>
                        <a:cubicBezTo>
                          <a:pt x="36938" y="-8026"/>
                          <a:pt x="0" y="-8492"/>
                          <a:pt x="0" y="31146"/>
                        </a:cubicBezTo>
                        <a:cubicBezTo>
                          <a:pt x="0" y="70784"/>
                          <a:pt x="26670" y="81486"/>
                          <a:pt x="41605" y="73385"/>
                        </a:cubicBezTo>
                        <a:cubicBezTo>
                          <a:pt x="51940" y="42014"/>
                          <a:pt x="44672" y="19745"/>
                          <a:pt x="44672" y="19745"/>
                        </a:cubicBezTo>
                        <a:close/>
                      </a:path>
                    </a:pathLst>
                  </a:custGeom>
                  <a:solidFill>
                    <a:srgbClr val="F9D9D2"/>
                  </a:solidFill>
                  <a:ln w="3329" cap="flat">
                    <a:noFill/>
                    <a:prstDash val="solid"/>
                    <a:miter/>
                  </a:ln>
                </p:spPr>
                <p:txBody>
                  <a:bodyPr rtlCol="0" anchor="ctr"/>
                  <a:lstStyle/>
                  <a:p>
                    <a:endParaRPr lang="en-US" dirty="0"/>
                  </a:p>
                </p:txBody>
              </p:sp>
              <p:sp>
                <p:nvSpPr>
                  <p:cNvPr id="304" name="Grafik 13">
                    <a:extLst>
                      <a:ext uri="{FF2B5EF4-FFF2-40B4-BE49-F238E27FC236}">
                        <a16:creationId xmlns:a16="http://schemas.microsoft.com/office/drawing/2014/main" id="{8823C7E3-A943-C98C-3D48-79FAA313B3E2}"/>
                      </a:ext>
                    </a:extLst>
                  </p:cNvPr>
                  <p:cNvSpPr/>
                  <p:nvPr/>
                </p:nvSpPr>
                <p:spPr bwMode="gray">
                  <a:xfrm>
                    <a:off x="4621271" y="3123288"/>
                    <a:ext cx="25106" cy="13018"/>
                  </a:xfrm>
                  <a:custGeom>
                    <a:avLst/>
                    <a:gdLst>
                      <a:gd name="connsiteX0" fmla="*/ 0 w 17702"/>
                      <a:gd name="connsiteY0" fmla="*/ 0 h 9179"/>
                      <a:gd name="connsiteX1" fmla="*/ 17702 w 17702"/>
                      <a:gd name="connsiteY1" fmla="*/ 3800 h 9179"/>
                    </a:gdLst>
                    <a:ahLst/>
                    <a:cxnLst>
                      <a:cxn ang="0">
                        <a:pos x="connsiteX0" y="connsiteY0"/>
                      </a:cxn>
                      <a:cxn ang="0">
                        <a:pos x="connsiteX1" y="connsiteY1"/>
                      </a:cxn>
                    </a:cxnLst>
                    <a:rect l="l" t="t" r="r" b="b"/>
                    <a:pathLst>
                      <a:path w="17702" h="9179">
                        <a:moveTo>
                          <a:pt x="0" y="0"/>
                        </a:moveTo>
                        <a:cubicBezTo>
                          <a:pt x="3034" y="18136"/>
                          <a:pt x="17702" y="3800"/>
                          <a:pt x="17702" y="3800"/>
                        </a:cubicBezTo>
                        <a:close/>
                      </a:path>
                    </a:pathLst>
                  </a:custGeom>
                  <a:solidFill>
                    <a:srgbClr val="F9D9D2"/>
                  </a:solidFill>
                  <a:ln w="3329" cap="flat">
                    <a:noFill/>
                    <a:prstDash val="solid"/>
                    <a:miter/>
                  </a:ln>
                </p:spPr>
                <p:txBody>
                  <a:bodyPr rtlCol="0" anchor="ctr"/>
                  <a:lstStyle/>
                  <a:p>
                    <a:endParaRPr lang="en-US" dirty="0"/>
                  </a:p>
                </p:txBody>
              </p:sp>
            </p:grpSp>
            <p:grpSp>
              <p:nvGrpSpPr>
                <p:cNvPr id="12" name="Group 79">
                  <a:extLst>
                    <a:ext uri="{FF2B5EF4-FFF2-40B4-BE49-F238E27FC236}">
                      <a16:creationId xmlns:a16="http://schemas.microsoft.com/office/drawing/2014/main" id="{237E69C7-E59A-FD01-5DB9-B23400CB015F}"/>
                    </a:ext>
                  </a:extLst>
                </p:cNvPr>
                <p:cNvGrpSpPr/>
                <p:nvPr/>
              </p:nvGrpSpPr>
              <p:grpSpPr bwMode="gray">
                <a:xfrm>
                  <a:off x="6312103" y="2164308"/>
                  <a:ext cx="1776756" cy="2482210"/>
                  <a:chOff x="6139308" y="2148908"/>
                  <a:chExt cx="1923805" cy="2687448"/>
                </a:xfrm>
              </p:grpSpPr>
              <p:sp>
                <p:nvSpPr>
                  <p:cNvPr id="186" name="Grafik 13">
                    <a:extLst>
                      <a:ext uri="{FF2B5EF4-FFF2-40B4-BE49-F238E27FC236}">
                        <a16:creationId xmlns:a16="http://schemas.microsoft.com/office/drawing/2014/main" id="{405C1FE1-91C7-9C5B-0577-36D8292DD840}"/>
                      </a:ext>
                    </a:extLst>
                  </p:cNvPr>
                  <p:cNvSpPr/>
                  <p:nvPr/>
                </p:nvSpPr>
                <p:spPr bwMode="gray">
                  <a:xfrm>
                    <a:off x="6139308" y="3840392"/>
                    <a:ext cx="307796" cy="4727"/>
                  </a:xfrm>
                  <a:custGeom>
                    <a:avLst/>
                    <a:gdLst>
                      <a:gd name="connsiteX0" fmla="*/ 0 w 217027"/>
                      <a:gd name="connsiteY0" fmla="*/ 0 h 3333"/>
                      <a:gd name="connsiteX1" fmla="*/ 217027 w 217027"/>
                      <a:gd name="connsiteY1" fmla="*/ 0 h 3333"/>
                    </a:gdLst>
                    <a:ahLst/>
                    <a:cxnLst>
                      <a:cxn ang="0">
                        <a:pos x="connsiteX0" y="connsiteY0"/>
                      </a:cxn>
                      <a:cxn ang="0">
                        <a:pos x="connsiteX1" y="connsiteY1"/>
                      </a:cxn>
                    </a:cxnLst>
                    <a:rect l="l" t="t" r="r" b="b"/>
                    <a:pathLst>
                      <a:path w="217027" h="3333">
                        <a:moveTo>
                          <a:pt x="0" y="0"/>
                        </a:moveTo>
                        <a:lnTo>
                          <a:pt x="217027" y="0"/>
                        </a:lnTo>
                      </a:path>
                    </a:pathLst>
                  </a:custGeom>
                  <a:ln w="12585" cap="flat">
                    <a:solidFill>
                      <a:srgbClr val="FFFFFF"/>
                    </a:solidFill>
                    <a:prstDash val="solid"/>
                    <a:miter/>
                  </a:ln>
                </p:spPr>
                <p:txBody>
                  <a:bodyPr rtlCol="0" anchor="ctr"/>
                  <a:lstStyle/>
                  <a:p>
                    <a:endParaRPr lang="en-US" dirty="0"/>
                  </a:p>
                </p:txBody>
              </p:sp>
              <p:sp>
                <p:nvSpPr>
                  <p:cNvPr id="187" name="Grafik 13">
                    <a:extLst>
                      <a:ext uri="{FF2B5EF4-FFF2-40B4-BE49-F238E27FC236}">
                        <a16:creationId xmlns:a16="http://schemas.microsoft.com/office/drawing/2014/main" id="{D77A9C63-029F-5C25-33D8-ABAC4BFBE175}"/>
                      </a:ext>
                    </a:extLst>
                  </p:cNvPr>
                  <p:cNvSpPr/>
                  <p:nvPr/>
                </p:nvSpPr>
                <p:spPr bwMode="gray">
                  <a:xfrm>
                    <a:off x="6788991" y="4079773"/>
                    <a:ext cx="222360" cy="608931"/>
                  </a:xfrm>
                  <a:custGeom>
                    <a:avLst/>
                    <a:gdLst>
                      <a:gd name="connsiteX0" fmla="*/ 156786 w 156786"/>
                      <a:gd name="connsiteY0" fmla="*/ 419586 h 429357"/>
                      <a:gd name="connsiteX1" fmla="*/ 105447 w 156786"/>
                      <a:gd name="connsiteY1" fmla="*/ 427253 h 429357"/>
                      <a:gd name="connsiteX2" fmla="*/ 28070 w 156786"/>
                      <a:gd name="connsiteY2" fmla="*/ 212427 h 429357"/>
                      <a:gd name="connsiteX3" fmla="*/ 0 w 156786"/>
                      <a:gd name="connsiteY3" fmla="*/ 16035 h 429357"/>
                      <a:gd name="connsiteX4" fmla="*/ 107047 w 156786"/>
                      <a:gd name="connsiteY4" fmla="*/ 0 h 429357"/>
                      <a:gd name="connsiteX5" fmla="*/ 112947 w 156786"/>
                      <a:gd name="connsiteY5" fmla="*/ 64941 h 429357"/>
                      <a:gd name="connsiteX6" fmla="*/ 130216 w 156786"/>
                      <a:gd name="connsiteY6" fmla="*/ 173188 h 429357"/>
                      <a:gd name="connsiteX7" fmla="*/ 140218 w 156786"/>
                      <a:gd name="connsiteY7" fmla="*/ 310639 h 429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786" h="429357">
                        <a:moveTo>
                          <a:pt x="156786" y="419586"/>
                        </a:moveTo>
                        <a:cubicBezTo>
                          <a:pt x="139684" y="428887"/>
                          <a:pt x="122549" y="431787"/>
                          <a:pt x="105447" y="427253"/>
                        </a:cubicBezTo>
                        <a:cubicBezTo>
                          <a:pt x="90378" y="368946"/>
                          <a:pt x="46072" y="265633"/>
                          <a:pt x="28070" y="212427"/>
                        </a:cubicBezTo>
                        <a:cubicBezTo>
                          <a:pt x="10068" y="159220"/>
                          <a:pt x="0" y="16035"/>
                          <a:pt x="0" y="16035"/>
                        </a:cubicBezTo>
                        <a:lnTo>
                          <a:pt x="107047" y="0"/>
                        </a:lnTo>
                        <a:lnTo>
                          <a:pt x="112947" y="64941"/>
                        </a:lnTo>
                        <a:cubicBezTo>
                          <a:pt x="112947" y="64941"/>
                          <a:pt x="126749" y="126516"/>
                          <a:pt x="130216" y="173188"/>
                        </a:cubicBezTo>
                        <a:cubicBezTo>
                          <a:pt x="133684" y="219861"/>
                          <a:pt x="140218" y="310639"/>
                          <a:pt x="140218" y="310639"/>
                        </a:cubicBezTo>
                        <a:close/>
                      </a:path>
                    </a:pathLst>
                  </a:custGeom>
                  <a:solidFill>
                    <a:srgbClr val="F9D9D2"/>
                  </a:solidFill>
                  <a:ln w="3329" cap="flat">
                    <a:noFill/>
                    <a:prstDash val="solid"/>
                    <a:miter/>
                  </a:ln>
                </p:spPr>
                <p:txBody>
                  <a:bodyPr rtlCol="0" anchor="ctr"/>
                  <a:lstStyle/>
                  <a:p>
                    <a:endParaRPr lang="en-US" dirty="0"/>
                  </a:p>
                </p:txBody>
              </p:sp>
              <p:sp>
                <p:nvSpPr>
                  <p:cNvPr id="188" name="Grafik 13">
                    <a:extLst>
                      <a:ext uri="{FF2B5EF4-FFF2-40B4-BE49-F238E27FC236}">
                        <a16:creationId xmlns:a16="http://schemas.microsoft.com/office/drawing/2014/main" id="{478F1BE9-D4A6-3909-185A-42B7DB647AA3}"/>
                      </a:ext>
                    </a:extLst>
                  </p:cNvPr>
                  <p:cNvSpPr/>
                  <p:nvPr/>
                </p:nvSpPr>
                <p:spPr bwMode="gray">
                  <a:xfrm>
                    <a:off x="6902647" y="4675036"/>
                    <a:ext cx="138441" cy="123259"/>
                  </a:xfrm>
                  <a:custGeom>
                    <a:avLst/>
                    <a:gdLst>
                      <a:gd name="connsiteX0" fmla="*/ 25340 w 97615"/>
                      <a:gd name="connsiteY0" fmla="*/ 7534 h 86910"/>
                      <a:gd name="connsiteX1" fmla="*/ 104 w 97615"/>
                      <a:gd name="connsiteY1" fmla="*/ 86911 h 86910"/>
                      <a:gd name="connsiteX2" fmla="*/ 97616 w 97615"/>
                      <a:gd name="connsiteY2" fmla="*/ 72409 h 86910"/>
                      <a:gd name="connsiteX3" fmla="*/ 76513 w 97615"/>
                      <a:gd name="connsiteY3" fmla="*/ 0 h 86910"/>
                    </a:gdLst>
                    <a:ahLst/>
                    <a:cxnLst>
                      <a:cxn ang="0">
                        <a:pos x="connsiteX0" y="connsiteY0"/>
                      </a:cxn>
                      <a:cxn ang="0">
                        <a:pos x="connsiteX1" y="connsiteY1"/>
                      </a:cxn>
                      <a:cxn ang="0">
                        <a:pos x="connsiteX2" y="connsiteY2"/>
                      </a:cxn>
                      <a:cxn ang="0">
                        <a:pos x="connsiteX3" y="connsiteY3"/>
                      </a:cxn>
                    </a:cxnLst>
                    <a:rect l="l" t="t" r="r" b="b"/>
                    <a:pathLst>
                      <a:path w="97615" h="86910">
                        <a:moveTo>
                          <a:pt x="25340" y="7534"/>
                        </a:moveTo>
                        <a:cubicBezTo>
                          <a:pt x="25740" y="59741"/>
                          <a:pt x="-1897" y="73442"/>
                          <a:pt x="104" y="86911"/>
                        </a:cubicBezTo>
                        <a:lnTo>
                          <a:pt x="97616" y="72409"/>
                        </a:lnTo>
                        <a:cubicBezTo>
                          <a:pt x="93749" y="46472"/>
                          <a:pt x="75113" y="25403"/>
                          <a:pt x="76513" y="0"/>
                        </a:cubicBezTo>
                        <a:close/>
                      </a:path>
                    </a:pathLst>
                  </a:custGeom>
                  <a:solidFill>
                    <a:srgbClr val="F9D9D2"/>
                  </a:solidFill>
                  <a:ln w="3329" cap="flat">
                    <a:noFill/>
                    <a:prstDash val="solid"/>
                    <a:miter/>
                  </a:ln>
                </p:spPr>
                <p:txBody>
                  <a:bodyPr rtlCol="0" anchor="ctr"/>
                  <a:lstStyle/>
                  <a:p>
                    <a:endParaRPr lang="en-US" dirty="0"/>
                  </a:p>
                </p:txBody>
              </p:sp>
              <p:sp>
                <p:nvSpPr>
                  <p:cNvPr id="189" name="Grafik 13">
                    <a:extLst>
                      <a:ext uri="{FF2B5EF4-FFF2-40B4-BE49-F238E27FC236}">
                        <a16:creationId xmlns:a16="http://schemas.microsoft.com/office/drawing/2014/main" id="{7FB000CB-D4C3-0BB1-B96F-B3C3F815A591}"/>
                      </a:ext>
                    </a:extLst>
                  </p:cNvPr>
                  <p:cNvSpPr/>
                  <p:nvPr/>
                </p:nvSpPr>
                <p:spPr bwMode="gray">
                  <a:xfrm>
                    <a:off x="6855458" y="4784064"/>
                    <a:ext cx="177036" cy="52292"/>
                  </a:xfrm>
                  <a:custGeom>
                    <a:avLst/>
                    <a:gdLst>
                      <a:gd name="connsiteX0" fmla="*/ 6 w 124828"/>
                      <a:gd name="connsiteY0" fmla="*/ 0 h 36871"/>
                      <a:gd name="connsiteX1" fmla="*/ 6 w 124828"/>
                      <a:gd name="connsiteY1" fmla="*/ 27437 h 36871"/>
                      <a:gd name="connsiteX2" fmla="*/ 5840 w 124828"/>
                      <a:gd name="connsiteY2" fmla="*/ 36871 h 36871"/>
                      <a:gd name="connsiteX3" fmla="*/ 119187 w 124828"/>
                      <a:gd name="connsiteY3" fmla="*/ 36871 h 36871"/>
                      <a:gd name="connsiteX4" fmla="*/ 124821 w 124828"/>
                      <a:gd name="connsiteY4" fmla="*/ 27503 h 36871"/>
                      <a:gd name="connsiteX5" fmla="*/ 124821 w 124828"/>
                      <a:gd name="connsiteY5" fmla="*/ 0 h 36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828" h="36871">
                        <a:moveTo>
                          <a:pt x="6" y="0"/>
                        </a:moveTo>
                        <a:lnTo>
                          <a:pt x="6" y="27437"/>
                        </a:lnTo>
                        <a:cubicBezTo>
                          <a:pt x="-131" y="31471"/>
                          <a:pt x="2169" y="35191"/>
                          <a:pt x="5840" y="36871"/>
                        </a:cubicBezTo>
                        <a:lnTo>
                          <a:pt x="119187" y="36871"/>
                        </a:lnTo>
                        <a:cubicBezTo>
                          <a:pt x="122758" y="35141"/>
                          <a:pt x="124968" y="31467"/>
                          <a:pt x="124821" y="27503"/>
                        </a:cubicBezTo>
                        <a:lnTo>
                          <a:pt x="124821" y="0"/>
                        </a:lnTo>
                        <a:close/>
                      </a:path>
                    </a:pathLst>
                  </a:custGeom>
                  <a:solidFill>
                    <a:srgbClr val="404040"/>
                  </a:solidFill>
                  <a:ln w="3329" cap="flat">
                    <a:noFill/>
                    <a:prstDash val="solid"/>
                    <a:miter/>
                  </a:ln>
                </p:spPr>
                <p:txBody>
                  <a:bodyPr rtlCol="0" anchor="ctr"/>
                  <a:lstStyle/>
                  <a:p>
                    <a:endParaRPr lang="en-US" dirty="0"/>
                  </a:p>
                </p:txBody>
              </p:sp>
              <p:sp>
                <p:nvSpPr>
                  <p:cNvPr id="190" name="Grafik 13">
                    <a:extLst>
                      <a:ext uri="{FF2B5EF4-FFF2-40B4-BE49-F238E27FC236}">
                        <a16:creationId xmlns:a16="http://schemas.microsoft.com/office/drawing/2014/main" id="{08D0D56D-0256-F309-1526-692A9DE4C9A0}"/>
                      </a:ext>
                    </a:extLst>
                  </p:cNvPr>
                  <p:cNvSpPr/>
                  <p:nvPr/>
                </p:nvSpPr>
                <p:spPr bwMode="gray">
                  <a:xfrm>
                    <a:off x="6855467" y="4712565"/>
                    <a:ext cx="177311" cy="79525"/>
                  </a:xfrm>
                  <a:custGeom>
                    <a:avLst/>
                    <a:gdLst>
                      <a:gd name="connsiteX0" fmla="*/ 124949 w 125022"/>
                      <a:gd name="connsiteY0" fmla="*/ 50414 h 56073"/>
                      <a:gd name="connsiteX1" fmla="*/ 110514 w 125022"/>
                      <a:gd name="connsiteY1" fmla="*/ 6309 h 56073"/>
                      <a:gd name="connsiteX2" fmla="*/ 103113 w 125022"/>
                      <a:gd name="connsiteY2" fmla="*/ 20110 h 56073"/>
                      <a:gd name="connsiteX3" fmla="*/ 37205 w 125022"/>
                      <a:gd name="connsiteY3" fmla="*/ 12943 h 56073"/>
                      <a:gd name="connsiteX4" fmla="*/ 0 w 125022"/>
                      <a:gd name="connsiteY4" fmla="*/ 50414 h 56073"/>
                      <a:gd name="connsiteX5" fmla="*/ 124949 w 125022"/>
                      <a:gd name="connsiteY5" fmla="*/ 50414 h 56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5022" h="56073">
                        <a:moveTo>
                          <a:pt x="124949" y="50414"/>
                        </a:moveTo>
                        <a:cubicBezTo>
                          <a:pt x="125449" y="28945"/>
                          <a:pt x="123682" y="12643"/>
                          <a:pt x="110514" y="6309"/>
                        </a:cubicBezTo>
                        <a:lnTo>
                          <a:pt x="103113" y="20110"/>
                        </a:lnTo>
                        <a:cubicBezTo>
                          <a:pt x="103113" y="20110"/>
                          <a:pt x="55240" y="-19895"/>
                          <a:pt x="37205" y="12943"/>
                        </a:cubicBezTo>
                        <a:cubicBezTo>
                          <a:pt x="21936" y="40646"/>
                          <a:pt x="5701" y="30112"/>
                          <a:pt x="0" y="50414"/>
                        </a:cubicBezTo>
                        <a:cubicBezTo>
                          <a:pt x="13335" y="56748"/>
                          <a:pt x="109047" y="59082"/>
                          <a:pt x="124949" y="50414"/>
                        </a:cubicBezTo>
                        <a:close/>
                      </a:path>
                    </a:pathLst>
                  </a:custGeom>
                  <a:solidFill>
                    <a:srgbClr val="7F0034"/>
                  </a:solidFill>
                  <a:ln w="3329" cap="flat">
                    <a:noFill/>
                    <a:prstDash val="solid"/>
                    <a:miter/>
                  </a:ln>
                </p:spPr>
                <p:txBody>
                  <a:bodyPr rtlCol="0" anchor="ctr"/>
                  <a:lstStyle/>
                  <a:p>
                    <a:endParaRPr lang="en-US" dirty="0"/>
                  </a:p>
                </p:txBody>
              </p:sp>
              <p:sp>
                <p:nvSpPr>
                  <p:cNvPr id="191" name="Grafik 13">
                    <a:extLst>
                      <a:ext uri="{FF2B5EF4-FFF2-40B4-BE49-F238E27FC236}">
                        <a16:creationId xmlns:a16="http://schemas.microsoft.com/office/drawing/2014/main" id="{1D703AB1-2338-A1B9-D3D4-8EB315D54AF4}"/>
                      </a:ext>
                    </a:extLst>
                  </p:cNvPr>
                  <p:cNvSpPr/>
                  <p:nvPr/>
                </p:nvSpPr>
                <p:spPr bwMode="gray">
                  <a:xfrm>
                    <a:off x="7731623" y="2745421"/>
                    <a:ext cx="329969" cy="190682"/>
                  </a:xfrm>
                  <a:custGeom>
                    <a:avLst/>
                    <a:gdLst>
                      <a:gd name="connsiteX0" fmla="*/ 3367 w 232661"/>
                      <a:gd name="connsiteY0" fmla="*/ 82344 h 134450"/>
                      <a:gd name="connsiteX1" fmla="*/ 19169 w 232661"/>
                      <a:gd name="connsiteY1" fmla="*/ 78443 h 134450"/>
                      <a:gd name="connsiteX2" fmla="*/ 52840 w 232661"/>
                      <a:gd name="connsiteY2" fmla="*/ 43339 h 134450"/>
                      <a:gd name="connsiteX3" fmla="*/ 111581 w 232661"/>
                      <a:gd name="connsiteY3" fmla="*/ 0 h 134450"/>
                      <a:gd name="connsiteX4" fmla="*/ 115081 w 232661"/>
                      <a:gd name="connsiteY4" fmla="*/ 19169 h 134450"/>
                      <a:gd name="connsiteX5" fmla="*/ 92712 w 232661"/>
                      <a:gd name="connsiteY5" fmla="*/ 47239 h 134450"/>
                      <a:gd name="connsiteX6" fmla="*/ 135050 w 232661"/>
                      <a:gd name="connsiteY6" fmla="*/ 62541 h 134450"/>
                      <a:gd name="connsiteX7" fmla="*/ 222861 w 232661"/>
                      <a:gd name="connsiteY7" fmla="*/ 64775 h 134450"/>
                      <a:gd name="connsiteX8" fmla="*/ 232463 w 232661"/>
                      <a:gd name="connsiteY8" fmla="*/ 77376 h 134450"/>
                      <a:gd name="connsiteX9" fmla="*/ 172788 w 232661"/>
                      <a:gd name="connsiteY9" fmla="*/ 85544 h 134450"/>
                      <a:gd name="connsiteX10" fmla="*/ 94679 w 232661"/>
                      <a:gd name="connsiteY10" fmla="*/ 122015 h 134450"/>
                      <a:gd name="connsiteX11" fmla="*/ 40705 w 232661"/>
                      <a:gd name="connsiteY11" fmla="*/ 121615 h 134450"/>
                      <a:gd name="connsiteX12" fmla="*/ 0 w 232661"/>
                      <a:gd name="connsiteY12" fmla="*/ 134450 h 134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2661" h="134450">
                        <a:moveTo>
                          <a:pt x="3367" y="82344"/>
                        </a:moveTo>
                        <a:lnTo>
                          <a:pt x="19169" y="78443"/>
                        </a:lnTo>
                        <a:cubicBezTo>
                          <a:pt x="25633" y="62958"/>
                          <a:pt x="37638" y="50443"/>
                          <a:pt x="52840" y="43339"/>
                        </a:cubicBezTo>
                        <a:cubicBezTo>
                          <a:pt x="66508" y="37405"/>
                          <a:pt x="100779" y="14035"/>
                          <a:pt x="111581" y="0"/>
                        </a:cubicBezTo>
                        <a:cubicBezTo>
                          <a:pt x="111581" y="0"/>
                          <a:pt x="121582" y="9435"/>
                          <a:pt x="115081" y="19169"/>
                        </a:cubicBezTo>
                        <a:cubicBezTo>
                          <a:pt x="105880" y="32671"/>
                          <a:pt x="92812" y="42739"/>
                          <a:pt x="92712" y="47239"/>
                        </a:cubicBezTo>
                        <a:cubicBezTo>
                          <a:pt x="92612" y="51740"/>
                          <a:pt x="109380" y="59074"/>
                          <a:pt x="135050" y="62541"/>
                        </a:cubicBezTo>
                        <a:cubicBezTo>
                          <a:pt x="160720" y="66008"/>
                          <a:pt x="217161" y="64641"/>
                          <a:pt x="222861" y="64775"/>
                        </a:cubicBezTo>
                        <a:cubicBezTo>
                          <a:pt x="232129" y="66008"/>
                          <a:pt x="233229" y="71442"/>
                          <a:pt x="232463" y="77376"/>
                        </a:cubicBezTo>
                        <a:cubicBezTo>
                          <a:pt x="229862" y="78043"/>
                          <a:pt x="193324" y="82210"/>
                          <a:pt x="172788" y="85544"/>
                        </a:cubicBezTo>
                        <a:cubicBezTo>
                          <a:pt x="172788" y="85544"/>
                          <a:pt x="104180" y="122215"/>
                          <a:pt x="94679" y="122015"/>
                        </a:cubicBezTo>
                        <a:cubicBezTo>
                          <a:pt x="85177" y="121815"/>
                          <a:pt x="53007" y="124282"/>
                          <a:pt x="40705" y="121615"/>
                        </a:cubicBezTo>
                        <a:lnTo>
                          <a:pt x="0" y="134450"/>
                        </a:lnTo>
                        <a:close/>
                      </a:path>
                    </a:pathLst>
                  </a:custGeom>
                  <a:solidFill>
                    <a:srgbClr val="F9D9D2"/>
                  </a:solidFill>
                  <a:ln w="3329" cap="flat">
                    <a:noFill/>
                    <a:prstDash val="solid"/>
                    <a:miter/>
                  </a:ln>
                </p:spPr>
                <p:txBody>
                  <a:bodyPr rtlCol="0" anchor="ctr"/>
                  <a:lstStyle/>
                  <a:p>
                    <a:endParaRPr lang="en-US" dirty="0"/>
                  </a:p>
                </p:txBody>
              </p:sp>
              <p:sp>
                <p:nvSpPr>
                  <p:cNvPr id="192" name="Grafik 13">
                    <a:extLst>
                      <a:ext uri="{FF2B5EF4-FFF2-40B4-BE49-F238E27FC236}">
                        <a16:creationId xmlns:a16="http://schemas.microsoft.com/office/drawing/2014/main" id="{7F91A155-2C53-57E6-0054-249E2E91F403}"/>
                      </a:ext>
                    </a:extLst>
                  </p:cNvPr>
                  <p:cNvSpPr/>
                  <p:nvPr/>
                </p:nvSpPr>
                <p:spPr bwMode="gray">
                  <a:xfrm>
                    <a:off x="7879091" y="2823718"/>
                    <a:ext cx="184022" cy="43072"/>
                  </a:xfrm>
                  <a:custGeom>
                    <a:avLst/>
                    <a:gdLst>
                      <a:gd name="connsiteX0" fmla="*/ 0 w 129754"/>
                      <a:gd name="connsiteY0" fmla="*/ 0 h 30370"/>
                      <a:gd name="connsiteX1" fmla="*/ 116181 w 129754"/>
                      <a:gd name="connsiteY1" fmla="*/ 9635 h 30370"/>
                      <a:gd name="connsiteX2" fmla="*/ 129516 w 129754"/>
                      <a:gd name="connsiteY2" fmla="*/ 22003 h 30370"/>
                      <a:gd name="connsiteX3" fmla="*/ 68909 w 129754"/>
                      <a:gd name="connsiteY3" fmla="*/ 30370 h 30370"/>
                      <a:gd name="connsiteX4" fmla="*/ 0 w 129754"/>
                      <a:gd name="connsiteY4" fmla="*/ 0 h 30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754" h="30370">
                        <a:moveTo>
                          <a:pt x="0" y="0"/>
                        </a:moveTo>
                        <a:cubicBezTo>
                          <a:pt x="34904" y="13502"/>
                          <a:pt x="102479" y="9068"/>
                          <a:pt x="116181" y="9635"/>
                        </a:cubicBezTo>
                        <a:cubicBezTo>
                          <a:pt x="128783" y="9101"/>
                          <a:pt x="130516" y="17135"/>
                          <a:pt x="129516" y="22003"/>
                        </a:cubicBezTo>
                        <a:cubicBezTo>
                          <a:pt x="126916" y="22703"/>
                          <a:pt x="89511" y="27037"/>
                          <a:pt x="68909" y="30370"/>
                        </a:cubicBezTo>
                        <a:cubicBezTo>
                          <a:pt x="39772" y="26770"/>
                          <a:pt x="7968" y="10935"/>
                          <a:pt x="0" y="0"/>
                        </a:cubicBezTo>
                        <a:close/>
                      </a:path>
                    </a:pathLst>
                  </a:custGeom>
                  <a:solidFill>
                    <a:srgbClr val="F2BBB3"/>
                  </a:solidFill>
                  <a:ln w="3329" cap="flat">
                    <a:noFill/>
                    <a:prstDash val="solid"/>
                    <a:miter/>
                  </a:ln>
                </p:spPr>
                <p:txBody>
                  <a:bodyPr rtlCol="0" anchor="ctr"/>
                  <a:lstStyle/>
                  <a:p>
                    <a:endParaRPr lang="en-US" dirty="0"/>
                  </a:p>
                </p:txBody>
              </p:sp>
              <p:sp>
                <p:nvSpPr>
                  <p:cNvPr id="193" name="Grafik 13">
                    <a:extLst>
                      <a:ext uri="{FF2B5EF4-FFF2-40B4-BE49-F238E27FC236}">
                        <a16:creationId xmlns:a16="http://schemas.microsoft.com/office/drawing/2014/main" id="{1E7C58C5-85B3-34F5-63F8-7341383F0D8F}"/>
                      </a:ext>
                    </a:extLst>
                  </p:cNvPr>
                  <p:cNvSpPr/>
                  <p:nvPr/>
                </p:nvSpPr>
                <p:spPr bwMode="gray">
                  <a:xfrm>
                    <a:off x="7894221" y="2822271"/>
                    <a:ext cx="147656" cy="53739"/>
                  </a:xfrm>
                  <a:custGeom>
                    <a:avLst/>
                    <a:gdLst>
                      <a:gd name="connsiteX0" fmla="*/ 0 w 104112"/>
                      <a:gd name="connsiteY0" fmla="*/ 16956 h 37891"/>
                      <a:gd name="connsiteX1" fmla="*/ 57941 w 104112"/>
                      <a:gd name="connsiteY1" fmla="*/ 10588 h 37891"/>
                      <a:gd name="connsiteX2" fmla="*/ 79610 w 104112"/>
                      <a:gd name="connsiteY2" fmla="*/ 2687 h 37891"/>
                      <a:gd name="connsiteX3" fmla="*/ 104113 w 104112"/>
                      <a:gd name="connsiteY3" fmla="*/ 8055 h 37891"/>
                      <a:gd name="connsiteX4" fmla="*/ 45772 w 104112"/>
                      <a:gd name="connsiteY4" fmla="*/ 37892 h 378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112" h="37891">
                        <a:moveTo>
                          <a:pt x="0" y="16956"/>
                        </a:moveTo>
                        <a:cubicBezTo>
                          <a:pt x="19506" y="20883"/>
                          <a:pt x="39752" y="18656"/>
                          <a:pt x="57941" y="10588"/>
                        </a:cubicBezTo>
                        <a:cubicBezTo>
                          <a:pt x="57941" y="10588"/>
                          <a:pt x="74609" y="3921"/>
                          <a:pt x="79610" y="2687"/>
                        </a:cubicBezTo>
                        <a:cubicBezTo>
                          <a:pt x="84611" y="1454"/>
                          <a:pt x="97912" y="-5014"/>
                          <a:pt x="104113" y="8055"/>
                        </a:cubicBezTo>
                        <a:cubicBezTo>
                          <a:pt x="98679" y="11388"/>
                          <a:pt x="45772" y="37892"/>
                          <a:pt x="45772" y="37892"/>
                        </a:cubicBezTo>
                        <a:close/>
                      </a:path>
                    </a:pathLst>
                  </a:custGeom>
                  <a:solidFill>
                    <a:srgbClr val="F9D9D2"/>
                  </a:solidFill>
                  <a:ln w="3329" cap="flat">
                    <a:noFill/>
                    <a:prstDash val="solid"/>
                    <a:miter/>
                  </a:ln>
                </p:spPr>
                <p:txBody>
                  <a:bodyPr rtlCol="0" anchor="ctr"/>
                  <a:lstStyle/>
                  <a:p>
                    <a:endParaRPr lang="en-US" dirty="0"/>
                  </a:p>
                </p:txBody>
              </p:sp>
              <p:sp>
                <p:nvSpPr>
                  <p:cNvPr id="194" name="Grafik 13">
                    <a:extLst>
                      <a:ext uri="{FF2B5EF4-FFF2-40B4-BE49-F238E27FC236}">
                        <a16:creationId xmlns:a16="http://schemas.microsoft.com/office/drawing/2014/main" id="{4A6A7777-72B1-F81B-18A4-F6047A3D20CB}"/>
                      </a:ext>
                    </a:extLst>
                  </p:cNvPr>
                  <p:cNvSpPr/>
                  <p:nvPr/>
                </p:nvSpPr>
                <p:spPr bwMode="gray">
                  <a:xfrm>
                    <a:off x="6960714" y="3123477"/>
                    <a:ext cx="294841" cy="369477"/>
                  </a:xfrm>
                  <a:custGeom>
                    <a:avLst/>
                    <a:gdLst>
                      <a:gd name="connsiteX0" fmla="*/ 0 w 207892"/>
                      <a:gd name="connsiteY0" fmla="*/ 259632 h 260518"/>
                      <a:gd name="connsiteX1" fmla="*/ 207893 w 207892"/>
                      <a:gd name="connsiteY1" fmla="*/ 220961 h 260518"/>
                      <a:gd name="connsiteX2" fmla="*/ 185090 w 207892"/>
                      <a:gd name="connsiteY2" fmla="*/ 110180 h 260518"/>
                      <a:gd name="connsiteX3" fmla="*/ 114048 w 207892"/>
                      <a:gd name="connsiteY3" fmla="*/ 667 h 260518"/>
                      <a:gd name="connsiteX4" fmla="*/ 0 w 207892"/>
                      <a:gd name="connsiteY4" fmla="*/ 0 h 260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892" h="260518">
                        <a:moveTo>
                          <a:pt x="0" y="259632"/>
                        </a:moveTo>
                        <a:cubicBezTo>
                          <a:pt x="60741" y="263700"/>
                          <a:pt x="161220" y="254265"/>
                          <a:pt x="207893" y="220961"/>
                        </a:cubicBezTo>
                        <a:cubicBezTo>
                          <a:pt x="207893" y="220961"/>
                          <a:pt x="204059" y="159553"/>
                          <a:pt x="185090" y="110180"/>
                        </a:cubicBezTo>
                        <a:cubicBezTo>
                          <a:pt x="166121" y="60808"/>
                          <a:pt x="114048" y="667"/>
                          <a:pt x="114048" y="667"/>
                        </a:cubicBezTo>
                        <a:lnTo>
                          <a:pt x="0" y="0"/>
                        </a:lnTo>
                        <a:close/>
                      </a:path>
                    </a:pathLst>
                  </a:custGeom>
                  <a:solidFill>
                    <a:srgbClr val="F9D9D2"/>
                  </a:solidFill>
                  <a:ln w="3329" cap="flat">
                    <a:noFill/>
                    <a:prstDash val="solid"/>
                    <a:miter/>
                  </a:ln>
                </p:spPr>
                <p:txBody>
                  <a:bodyPr rtlCol="0" anchor="ctr"/>
                  <a:lstStyle/>
                  <a:p>
                    <a:endParaRPr lang="en-US" dirty="0"/>
                  </a:p>
                </p:txBody>
              </p:sp>
              <p:sp>
                <p:nvSpPr>
                  <p:cNvPr id="195" name="Grafik 13">
                    <a:extLst>
                      <a:ext uri="{FF2B5EF4-FFF2-40B4-BE49-F238E27FC236}">
                        <a16:creationId xmlns:a16="http://schemas.microsoft.com/office/drawing/2014/main" id="{2513CCE3-11F1-C0EF-CA83-3FBC30465E20}"/>
                      </a:ext>
                    </a:extLst>
                  </p:cNvPr>
                  <p:cNvSpPr/>
                  <p:nvPr/>
                </p:nvSpPr>
                <p:spPr bwMode="gray">
                  <a:xfrm>
                    <a:off x="6786876" y="4022719"/>
                    <a:ext cx="150657" cy="150657"/>
                  </a:xfrm>
                  <a:custGeom>
                    <a:avLst/>
                    <a:gdLst>
                      <a:gd name="connsiteX0" fmla="*/ 105637 w 106228"/>
                      <a:gd name="connsiteY0" fmla="*/ 45263 h 106228"/>
                      <a:gd name="connsiteX1" fmla="*/ 60965 w 106228"/>
                      <a:gd name="connsiteY1" fmla="*/ 105637 h 106228"/>
                      <a:gd name="connsiteX2" fmla="*/ 591 w 106228"/>
                      <a:gd name="connsiteY2" fmla="*/ 60965 h 106228"/>
                      <a:gd name="connsiteX3" fmla="*/ 45263 w 106228"/>
                      <a:gd name="connsiteY3" fmla="*/ 591 h 106228"/>
                      <a:gd name="connsiteX4" fmla="*/ 105637 w 106228"/>
                      <a:gd name="connsiteY4" fmla="*/ 45263 h 1062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28" h="106228">
                        <a:moveTo>
                          <a:pt x="105637" y="45263"/>
                        </a:moveTo>
                        <a:cubicBezTo>
                          <a:pt x="109975" y="74270"/>
                          <a:pt x="89972" y="101300"/>
                          <a:pt x="60965" y="105637"/>
                        </a:cubicBezTo>
                        <a:cubicBezTo>
                          <a:pt x="31958" y="109975"/>
                          <a:pt x="4928" y="89972"/>
                          <a:pt x="591" y="60965"/>
                        </a:cubicBezTo>
                        <a:cubicBezTo>
                          <a:pt x="-3746" y="31958"/>
                          <a:pt x="16256" y="4928"/>
                          <a:pt x="45263" y="591"/>
                        </a:cubicBezTo>
                        <a:cubicBezTo>
                          <a:pt x="74270" y="-3746"/>
                          <a:pt x="101300" y="16256"/>
                          <a:pt x="105637" y="45263"/>
                        </a:cubicBezTo>
                      </a:path>
                    </a:pathLst>
                  </a:custGeom>
                  <a:solidFill>
                    <a:srgbClr val="F9D9D2"/>
                  </a:solidFill>
                  <a:ln w="3329" cap="flat">
                    <a:noFill/>
                    <a:prstDash val="solid"/>
                    <a:miter/>
                  </a:ln>
                </p:spPr>
                <p:txBody>
                  <a:bodyPr rtlCol="0" anchor="ctr"/>
                  <a:lstStyle/>
                  <a:p>
                    <a:endParaRPr lang="en-US" dirty="0"/>
                  </a:p>
                </p:txBody>
              </p:sp>
              <p:sp>
                <p:nvSpPr>
                  <p:cNvPr id="196" name="Grafik 13">
                    <a:extLst>
                      <a:ext uri="{FF2B5EF4-FFF2-40B4-BE49-F238E27FC236}">
                        <a16:creationId xmlns:a16="http://schemas.microsoft.com/office/drawing/2014/main" id="{3E0ADD56-6D32-6B1A-AEEC-06A144139ABA}"/>
                      </a:ext>
                    </a:extLst>
                  </p:cNvPr>
                  <p:cNvSpPr/>
                  <p:nvPr/>
                </p:nvSpPr>
                <p:spPr bwMode="gray">
                  <a:xfrm>
                    <a:off x="6979774" y="4090270"/>
                    <a:ext cx="159656" cy="609384"/>
                  </a:xfrm>
                  <a:custGeom>
                    <a:avLst/>
                    <a:gdLst>
                      <a:gd name="connsiteX0" fmla="*/ 6563 w 112573"/>
                      <a:gd name="connsiteY0" fmla="*/ 422486 h 429676"/>
                      <a:gd name="connsiteX1" fmla="*/ 58470 w 112573"/>
                      <a:gd name="connsiteY1" fmla="*/ 423386 h 429676"/>
                      <a:gd name="connsiteX2" fmla="*/ 107109 w 112573"/>
                      <a:gd name="connsiteY2" fmla="*/ 200292 h 429676"/>
                      <a:gd name="connsiteX3" fmla="*/ 109276 w 112573"/>
                      <a:gd name="connsiteY3" fmla="*/ 1900 h 429676"/>
                      <a:gd name="connsiteX4" fmla="*/ 1063 w 112573"/>
                      <a:gd name="connsiteY4" fmla="*/ 0 h 429676"/>
                      <a:gd name="connsiteX5" fmla="*/ 3696 w 112573"/>
                      <a:gd name="connsiteY5" fmla="*/ 65141 h 429676"/>
                      <a:gd name="connsiteX6" fmla="*/ 729 w 112573"/>
                      <a:gd name="connsiteY6" fmla="*/ 174722 h 429676"/>
                      <a:gd name="connsiteX7" fmla="*/ 8630 w 112573"/>
                      <a:gd name="connsiteY7" fmla="*/ 312339 h 429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573" h="429676">
                        <a:moveTo>
                          <a:pt x="6563" y="422486"/>
                        </a:moveTo>
                        <a:cubicBezTo>
                          <a:pt x="24766" y="431520"/>
                          <a:pt x="42101" y="432287"/>
                          <a:pt x="58470" y="423386"/>
                        </a:cubicBezTo>
                        <a:cubicBezTo>
                          <a:pt x="65804" y="363612"/>
                          <a:pt x="96241" y="255398"/>
                          <a:pt x="107109" y="200292"/>
                        </a:cubicBezTo>
                        <a:cubicBezTo>
                          <a:pt x="117977" y="145185"/>
                          <a:pt x="109276" y="1900"/>
                          <a:pt x="109276" y="1900"/>
                        </a:cubicBezTo>
                        <a:lnTo>
                          <a:pt x="1063" y="0"/>
                        </a:lnTo>
                        <a:lnTo>
                          <a:pt x="3696" y="65141"/>
                        </a:lnTo>
                        <a:cubicBezTo>
                          <a:pt x="3696" y="65141"/>
                          <a:pt x="-1971" y="128016"/>
                          <a:pt x="729" y="174722"/>
                        </a:cubicBezTo>
                        <a:cubicBezTo>
                          <a:pt x="3430" y="221428"/>
                          <a:pt x="8630" y="312339"/>
                          <a:pt x="8630" y="312339"/>
                        </a:cubicBezTo>
                        <a:close/>
                      </a:path>
                    </a:pathLst>
                  </a:custGeom>
                  <a:solidFill>
                    <a:srgbClr val="F9D9D2"/>
                  </a:solidFill>
                  <a:ln w="3329" cap="flat">
                    <a:noFill/>
                    <a:prstDash val="solid"/>
                    <a:miter/>
                  </a:ln>
                </p:spPr>
                <p:txBody>
                  <a:bodyPr rtlCol="0" anchor="ctr"/>
                  <a:lstStyle/>
                  <a:p>
                    <a:endParaRPr lang="en-US" dirty="0"/>
                  </a:p>
                </p:txBody>
              </p:sp>
              <p:sp>
                <p:nvSpPr>
                  <p:cNvPr id="197" name="Grafik 13">
                    <a:extLst>
                      <a:ext uri="{FF2B5EF4-FFF2-40B4-BE49-F238E27FC236}">
                        <a16:creationId xmlns:a16="http://schemas.microsoft.com/office/drawing/2014/main" id="{8094AB0A-D83B-6BEC-CFA5-D00089A2D324}"/>
                      </a:ext>
                    </a:extLst>
                  </p:cNvPr>
                  <p:cNvSpPr/>
                  <p:nvPr/>
                </p:nvSpPr>
                <p:spPr bwMode="gray">
                  <a:xfrm>
                    <a:off x="6978794" y="4682521"/>
                    <a:ext cx="140026" cy="115869"/>
                  </a:xfrm>
                  <a:custGeom>
                    <a:avLst/>
                    <a:gdLst>
                      <a:gd name="connsiteX0" fmla="*/ 59061 w 98732"/>
                      <a:gd name="connsiteY0" fmla="*/ 4389 h 81699"/>
                      <a:gd name="connsiteX1" fmla="*/ 98732 w 98732"/>
                      <a:gd name="connsiteY1" fmla="*/ 77732 h 81699"/>
                      <a:gd name="connsiteX2" fmla="*/ 53 w 98732"/>
                      <a:gd name="connsiteY2" fmla="*/ 81699 h 81699"/>
                      <a:gd name="connsiteX3" fmla="*/ 7221 w 98732"/>
                      <a:gd name="connsiteY3" fmla="*/ 6590 h 81699"/>
                      <a:gd name="connsiteX4" fmla="*/ 59061 w 98732"/>
                      <a:gd name="connsiteY4" fmla="*/ 4490 h 81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732" h="81699">
                        <a:moveTo>
                          <a:pt x="59061" y="4389"/>
                        </a:moveTo>
                        <a:cubicBezTo>
                          <a:pt x="68462" y="55763"/>
                          <a:pt x="98166" y="64064"/>
                          <a:pt x="98732" y="77732"/>
                        </a:cubicBezTo>
                        <a:lnTo>
                          <a:pt x="53" y="81699"/>
                        </a:lnTo>
                        <a:cubicBezTo>
                          <a:pt x="-980" y="55496"/>
                          <a:pt x="13388" y="31293"/>
                          <a:pt x="7221" y="6590"/>
                        </a:cubicBezTo>
                        <a:cubicBezTo>
                          <a:pt x="26123" y="-1611"/>
                          <a:pt x="43325" y="-1978"/>
                          <a:pt x="59061" y="4490"/>
                        </a:cubicBezTo>
                      </a:path>
                    </a:pathLst>
                  </a:custGeom>
                  <a:solidFill>
                    <a:srgbClr val="F9D9D2"/>
                  </a:solidFill>
                  <a:ln w="3329" cap="flat">
                    <a:noFill/>
                    <a:prstDash val="solid"/>
                    <a:miter/>
                  </a:ln>
                </p:spPr>
                <p:txBody>
                  <a:bodyPr rtlCol="0" anchor="ctr"/>
                  <a:lstStyle/>
                  <a:p>
                    <a:endParaRPr lang="en-US" dirty="0"/>
                  </a:p>
                </p:txBody>
              </p:sp>
              <p:sp>
                <p:nvSpPr>
                  <p:cNvPr id="198" name="Grafik 13">
                    <a:extLst>
                      <a:ext uri="{FF2B5EF4-FFF2-40B4-BE49-F238E27FC236}">
                        <a16:creationId xmlns:a16="http://schemas.microsoft.com/office/drawing/2014/main" id="{8C63D5B7-2617-3971-C942-424C55A2BC77}"/>
                      </a:ext>
                    </a:extLst>
                  </p:cNvPr>
                  <p:cNvSpPr/>
                  <p:nvPr/>
                </p:nvSpPr>
                <p:spPr bwMode="gray">
                  <a:xfrm>
                    <a:off x="6986092" y="4029504"/>
                    <a:ext cx="143920" cy="143919"/>
                  </a:xfrm>
                  <a:custGeom>
                    <a:avLst/>
                    <a:gdLst>
                      <a:gd name="connsiteX0" fmla="*/ 8 w 101478"/>
                      <a:gd name="connsiteY0" fmla="*/ 49847 h 101477"/>
                      <a:gd name="connsiteX1" fmla="*/ 49848 w 101478"/>
                      <a:gd name="connsiteY1" fmla="*/ 101470 h 101477"/>
                      <a:gd name="connsiteX2" fmla="*/ 101471 w 101478"/>
                      <a:gd name="connsiteY2" fmla="*/ 51630 h 101477"/>
                      <a:gd name="connsiteX3" fmla="*/ 51631 w 101478"/>
                      <a:gd name="connsiteY3" fmla="*/ 7 h 101477"/>
                      <a:gd name="connsiteX4" fmla="*/ 51614 w 101478"/>
                      <a:gd name="connsiteY4" fmla="*/ 7 h 101477"/>
                      <a:gd name="connsiteX5" fmla="*/ 8 w 101478"/>
                      <a:gd name="connsiteY5" fmla="*/ 49847 h 101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478" h="101477">
                        <a:moveTo>
                          <a:pt x="8" y="49847"/>
                        </a:moveTo>
                        <a:cubicBezTo>
                          <a:pt x="-485" y="77863"/>
                          <a:pt x="21827" y="100980"/>
                          <a:pt x="49848" y="101470"/>
                        </a:cubicBezTo>
                        <a:cubicBezTo>
                          <a:pt x="77864" y="101963"/>
                          <a:pt x="100977" y="79650"/>
                          <a:pt x="101471" y="51630"/>
                        </a:cubicBezTo>
                        <a:cubicBezTo>
                          <a:pt x="101964" y="23613"/>
                          <a:pt x="79651" y="501"/>
                          <a:pt x="51631" y="7"/>
                        </a:cubicBezTo>
                        <a:cubicBezTo>
                          <a:pt x="51628" y="7"/>
                          <a:pt x="51621" y="7"/>
                          <a:pt x="51614" y="7"/>
                        </a:cubicBezTo>
                        <a:cubicBezTo>
                          <a:pt x="23611" y="-456"/>
                          <a:pt x="518" y="21843"/>
                          <a:pt x="8" y="49847"/>
                        </a:cubicBezTo>
                      </a:path>
                    </a:pathLst>
                  </a:custGeom>
                  <a:solidFill>
                    <a:srgbClr val="F9D9D2"/>
                  </a:solidFill>
                  <a:ln w="3329" cap="flat">
                    <a:noFill/>
                    <a:prstDash val="solid"/>
                    <a:miter/>
                  </a:ln>
                </p:spPr>
                <p:txBody>
                  <a:bodyPr rtlCol="0" anchor="ctr"/>
                  <a:lstStyle/>
                  <a:p>
                    <a:endParaRPr lang="en-US" dirty="0"/>
                  </a:p>
                </p:txBody>
              </p:sp>
              <p:sp>
                <p:nvSpPr>
                  <p:cNvPr id="199" name="Grafik 13">
                    <a:extLst>
                      <a:ext uri="{FF2B5EF4-FFF2-40B4-BE49-F238E27FC236}">
                        <a16:creationId xmlns:a16="http://schemas.microsoft.com/office/drawing/2014/main" id="{B4295E86-C59D-6B06-AD14-1A5FF202A528}"/>
                      </a:ext>
                    </a:extLst>
                  </p:cNvPr>
                  <p:cNvSpPr/>
                  <p:nvPr/>
                </p:nvSpPr>
                <p:spPr bwMode="gray">
                  <a:xfrm>
                    <a:off x="6665966" y="3127874"/>
                    <a:ext cx="596499" cy="978471"/>
                  </a:xfrm>
                  <a:custGeom>
                    <a:avLst/>
                    <a:gdLst>
                      <a:gd name="connsiteX0" fmla="*/ 397383 w 420591"/>
                      <a:gd name="connsiteY0" fmla="*/ 106180 h 689919"/>
                      <a:gd name="connsiteX1" fmla="*/ 323007 w 420591"/>
                      <a:gd name="connsiteY1" fmla="*/ 500 h 689919"/>
                      <a:gd name="connsiteX2" fmla="*/ 210126 w 420591"/>
                      <a:gd name="connsiteY2" fmla="*/ 0 h 689919"/>
                      <a:gd name="connsiteX3" fmla="*/ 207826 w 420591"/>
                      <a:gd name="connsiteY3" fmla="*/ 0 h 689919"/>
                      <a:gd name="connsiteX4" fmla="*/ 94945 w 420591"/>
                      <a:gd name="connsiteY4" fmla="*/ 500 h 689919"/>
                      <a:gd name="connsiteX5" fmla="*/ 23136 w 420591"/>
                      <a:gd name="connsiteY5" fmla="*/ 111181 h 689919"/>
                      <a:gd name="connsiteX6" fmla="*/ 0 w 420591"/>
                      <a:gd name="connsiteY6" fmla="*/ 223195 h 689919"/>
                      <a:gd name="connsiteX7" fmla="*/ 8534 w 420591"/>
                      <a:gd name="connsiteY7" fmla="*/ 373513 h 689919"/>
                      <a:gd name="connsiteX8" fmla="*/ 41305 w 420591"/>
                      <a:gd name="connsiteY8" fmla="*/ 550802 h 689919"/>
                      <a:gd name="connsiteX9" fmla="*/ 73476 w 420591"/>
                      <a:gd name="connsiteY9" fmla="*/ 689919 h 689919"/>
                      <a:gd name="connsiteX10" fmla="*/ 343510 w 420591"/>
                      <a:gd name="connsiteY10" fmla="*/ 689919 h 689919"/>
                      <a:gd name="connsiteX11" fmla="*/ 375680 w 420591"/>
                      <a:gd name="connsiteY11" fmla="*/ 550635 h 689919"/>
                      <a:gd name="connsiteX12" fmla="*/ 408451 w 420591"/>
                      <a:gd name="connsiteY12" fmla="*/ 373347 h 689919"/>
                      <a:gd name="connsiteX13" fmla="*/ 397216 w 420591"/>
                      <a:gd name="connsiteY13" fmla="*/ 106047 h 689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0591" h="689919">
                        <a:moveTo>
                          <a:pt x="397383" y="106180"/>
                        </a:moveTo>
                        <a:cubicBezTo>
                          <a:pt x="374847" y="57641"/>
                          <a:pt x="323007" y="500"/>
                          <a:pt x="323007" y="500"/>
                        </a:cubicBezTo>
                        <a:lnTo>
                          <a:pt x="210126" y="0"/>
                        </a:lnTo>
                        <a:lnTo>
                          <a:pt x="207826" y="0"/>
                        </a:lnTo>
                        <a:lnTo>
                          <a:pt x="94945" y="500"/>
                        </a:lnTo>
                        <a:cubicBezTo>
                          <a:pt x="94945" y="500"/>
                          <a:pt x="42305" y="61241"/>
                          <a:pt x="23136" y="111181"/>
                        </a:cubicBezTo>
                        <a:cubicBezTo>
                          <a:pt x="3967" y="161120"/>
                          <a:pt x="0" y="223195"/>
                          <a:pt x="0" y="223195"/>
                        </a:cubicBezTo>
                        <a:cubicBezTo>
                          <a:pt x="0" y="223195"/>
                          <a:pt x="2267" y="319140"/>
                          <a:pt x="8534" y="373513"/>
                        </a:cubicBezTo>
                        <a:cubicBezTo>
                          <a:pt x="14802" y="427887"/>
                          <a:pt x="29004" y="509530"/>
                          <a:pt x="41305" y="550802"/>
                        </a:cubicBezTo>
                        <a:cubicBezTo>
                          <a:pt x="53607" y="592074"/>
                          <a:pt x="73476" y="689919"/>
                          <a:pt x="73476" y="689919"/>
                        </a:cubicBezTo>
                        <a:lnTo>
                          <a:pt x="343510" y="689919"/>
                        </a:lnTo>
                        <a:cubicBezTo>
                          <a:pt x="343510" y="689919"/>
                          <a:pt x="363512" y="591907"/>
                          <a:pt x="375680" y="550635"/>
                        </a:cubicBezTo>
                        <a:cubicBezTo>
                          <a:pt x="387849" y="509364"/>
                          <a:pt x="398583" y="427287"/>
                          <a:pt x="408451" y="373347"/>
                        </a:cubicBezTo>
                        <a:cubicBezTo>
                          <a:pt x="426620" y="274234"/>
                          <a:pt x="425587" y="167154"/>
                          <a:pt x="397216" y="106047"/>
                        </a:cubicBezTo>
                      </a:path>
                    </a:pathLst>
                  </a:custGeom>
                  <a:solidFill>
                    <a:srgbClr val="4C4646"/>
                  </a:solidFill>
                  <a:ln w="3329" cap="flat">
                    <a:noFill/>
                    <a:prstDash val="solid"/>
                    <a:miter/>
                  </a:ln>
                </p:spPr>
                <p:txBody>
                  <a:bodyPr rtlCol="0" anchor="ctr"/>
                  <a:lstStyle/>
                  <a:p>
                    <a:endParaRPr lang="en-US" dirty="0"/>
                  </a:p>
                </p:txBody>
              </p:sp>
              <p:sp>
                <p:nvSpPr>
                  <p:cNvPr id="200" name="Grafik 13">
                    <a:extLst>
                      <a:ext uri="{FF2B5EF4-FFF2-40B4-BE49-F238E27FC236}">
                        <a16:creationId xmlns:a16="http://schemas.microsoft.com/office/drawing/2014/main" id="{8575BDF6-41CB-1A5F-33B8-95E40791CBBE}"/>
                      </a:ext>
                    </a:extLst>
                  </p:cNvPr>
                  <p:cNvSpPr/>
                  <p:nvPr/>
                </p:nvSpPr>
                <p:spPr bwMode="gray">
                  <a:xfrm>
                    <a:off x="6717929" y="3081965"/>
                    <a:ext cx="485381" cy="476068"/>
                  </a:xfrm>
                  <a:custGeom>
                    <a:avLst/>
                    <a:gdLst>
                      <a:gd name="connsiteX0" fmla="*/ 342243 w 342242"/>
                      <a:gd name="connsiteY0" fmla="*/ 161854 h 335675"/>
                      <a:gd name="connsiteX1" fmla="*/ 171121 w 342242"/>
                      <a:gd name="connsiteY1" fmla="*/ 335675 h 335675"/>
                      <a:gd name="connsiteX2" fmla="*/ 0 w 342242"/>
                      <a:gd name="connsiteY2" fmla="*/ 161854 h 335675"/>
                      <a:gd name="connsiteX3" fmla="*/ 171121 w 342242"/>
                      <a:gd name="connsiteY3" fmla="*/ 0 h 335675"/>
                      <a:gd name="connsiteX4" fmla="*/ 342243 w 342242"/>
                      <a:gd name="connsiteY4" fmla="*/ 161854 h 335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242" h="335675">
                        <a:moveTo>
                          <a:pt x="342243" y="161854"/>
                        </a:moveTo>
                        <a:cubicBezTo>
                          <a:pt x="342243" y="257866"/>
                          <a:pt x="265566" y="335675"/>
                          <a:pt x="171121" y="335675"/>
                        </a:cubicBezTo>
                        <a:cubicBezTo>
                          <a:pt x="76676" y="335675"/>
                          <a:pt x="0" y="257866"/>
                          <a:pt x="0" y="161854"/>
                        </a:cubicBezTo>
                        <a:cubicBezTo>
                          <a:pt x="0" y="65842"/>
                          <a:pt x="76676" y="0"/>
                          <a:pt x="171121" y="0"/>
                        </a:cubicBezTo>
                        <a:cubicBezTo>
                          <a:pt x="265566" y="0"/>
                          <a:pt x="342243" y="65842"/>
                          <a:pt x="342243" y="161854"/>
                        </a:cubicBezTo>
                      </a:path>
                    </a:pathLst>
                  </a:custGeom>
                  <a:solidFill>
                    <a:srgbClr val="4C4646"/>
                  </a:solidFill>
                  <a:ln w="3329" cap="flat">
                    <a:noFill/>
                    <a:prstDash val="solid"/>
                    <a:miter/>
                  </a:ln>
                </p:spPr>
                <p:txBody>
                  <a:bodyPr rtlCol="0" anchor="ctr"/>
                  <a:lstStyle/>
                  <a:p>
                    <a:endParaRPr lang="en-US" dirty="0"/>
                  </a:p>
                </p:txBody>
              </p:sp>
              <p:sp>
                <p:nvSpPr>
                  <p:cNvPr id="201" name="Grafik 13">
                    <a:extLst>
                      <a:ext uri="{FF2B5EF4-FFF2-40B4-BE49-F238E27FC236}">
                        <a16:creationId xmlns:a16="http://schemas.microsoft.com/office/drawing/2014/main" id="{84E1CB9F-EF91-86F6-9CBF-28A94213538F}"/>
                      </a:ext>
                    </a:extLst>
                  </p:cNvPr>
                  <p:cNvSpPr/>
                  <p:nvPr/>
                </p:nvSpPr>
                <p:spPr bwMode="gray">
                  <a:xfrm>
                    <a:off x="6775043" y="3131153"/>
                    <a:ext cx="401365" cy="114995"/>
                  </a:xfrm>
                  <a:custGeom>
                    <a:avLst/>
                    <a:gdLst>
                      <a:gd name="connsiteX0" fmla="*/ 12435 w 283002"/>
                      <a:gd name="connsiteY0" fmla="*/ 4756 h 81083"/>
                      <a:gd name="connsiteX1" fmla="*/ 0 w 283002"/>
                      <a:gd name="connsiteY1" fmla="*/ 20125 h 81083"/>
                      <a:gd name="connsiteX2" fmla="*/ 87411 w 283002"/>
                      <a:gd name="connsiteY2" fmla="*/ 50128 h 81083"/>
                      <a:gd name="connsiteX3" fmla="*/ 283002 w 283002"/>
                      <a:gd name="connsiteY3" fmla="*/ 43461 h 81083"/>
                      <a:gd name="connsiteX4" fmla="*/ 251865 w 283002"/>
                      <a:gd name="connsiteY4" fmla="*/ 4623 h 81083"/>
                      <a:gd name="connsiteX5" fmla="*/ 12435 w 283002"/>
                      <a:gd name="connsiteY5" fmla="*/ 4623 h 81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002" h="81083">
                        <a:moveTo>
                          <a:pt x="12435" y="4756"/>
                        </a:moveTo>
                        <a:lnTo>
                          <a:pt x="0" y="20125"/>
                        </a:lnTo>
                        <a:cubicBezTo>
                          <a:pt x="0" y="20125"/>
                          <a:pt x="12435" y="4756"/>
                          <a:pt x="87411" y="50128"/>
                        </a:cubicBezTo>
                        <a:cubicBezTo>
                          <a:pt x="199825" y="118104"/>
                          <a:pt x="283002" y="54562"/>
                          <a:pt x="283002" y="43461"/>
                        </a:cubicBezTo>
                        <a:cubicBezTo>
                          <a:pt x="281935" y="42061"/>
                          <a:pt x="260699" y="13457"/>
                          <a:pt x="251865" y="4623"/>
                        </a:cubicBezTo>
                        <a:cubicBezTo>
                          <a:pt x="193391" y="-5779"/>
                          <a:pt x="12435" y="4623"/>
                          <a:pt x="12435" y="4623"/>
                        </a:cubicBezTo>
                      </a:path>
                    </a:pathLst>
                  </a:custGeom>
                  <a:solidFill>
                    <a:srgbClr val="4C4646"/>
                  </a:solidFill>
                  <a:ln w="3329" cap="flat">
                    <a:noFill/>
                    <a:prstDash val="solid"/>
                    <a:miter/>
                  </a:ln>
                </p:spPr>
                <p:txBody>
                  <a:bodyPr rtlCol="0" anchor="ctr"/>
                  <a:lstStyle/>
                  <a:p>
                    <a:endParaRPr lang="en-US" dirty="0"/>
                  </a:p>
                </p:txBody>
              </p:sp>
              <p:sp>
                <p:nvSpPr>
                  <p:cNvPr id="202" name="Grafik 13">
                    <a:extLst>
                      <a:ext uri="{FF2B5EF4-FFF2-40B4-BE49-F238E27FC236}">
                        <a16:creationId xmlns:a16="http://schemas.microsoft.com/office/drawing/2014/main" id="{72D3972A-BC73-7087-005C-16DD3C0A3164}"/>
                      </a:ext>
                    </a:extLst>
                  </p:cNvPr>
                  <p:cNvSpPr/>
                  <p:nvPr/>
                </p:nvSpPr>
                <p:spPr bwMode="gray">
                  <a:xfrm>
                    <a:off x="6744594" y="2777147"/>
                    <a:ext cx="198578" cy="198578"/>
                  </a:xfrm>
                  <a:custGeom>
                    <a:avLst/>
                    <a:gdLst>
                      <a:gd name="connsiteX0" fmla="*/ 140018 w 140017"/>
                      <a:gd name="connsiteY0" fmla="*/ 70009 h 140017"/>
                      <a:gd name="connsiteX1" fmla="*/ 70009 w 140017"/>
                      <a:gd name="connsiteY1" fmla="*/ 140017 h 140017"/>
                      <a:gd name="connsiteX2" fmla="*/ 0 w 140017"/>
                      <a:gd name="connsiteY2" fmla="*/ 70009 h 140017"/>
                      <a:gd name="connsiteX3" fmla="*/ 70009 w 140017"/>
                      <a:gd name="connsiteY3" fmla="*/ 0 h 140017"/>
                      <a:gd name="connsiteX4" fmla="*/ 140018 w 140017"/>
                      <a:gd name="connsiteY4" fmla="*/ 70009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017" h="140017">
                        <a:moveTo>
                          <a:pt x="140018" y="70009"/>
                        </a:moveTo>
                        <a:cubicBezTo>
                          <a:pt x="140018" y="108674"/>
                          <a:pt x="108674" y="140017"/>
                          <a:pt x="70009" y="140017"/>
                        </a:cubicBezTo>
                        <a:cubicBezTo>
                          <a:pt x="31344" y="140017"/>
                          <a:pt x="0" y="108674"/>
                          <a:pt x="0" y="70009"/>
                        </a:cubicBezTo>
                        <a:cubicBezTo>
                          <a:pt x="0" y="31344"/>
                          <a:pt x="31344" y="0"/>
                          <a:pt x="70009" y="0"/>
                        </a:cubicBezTo>
                        <a:cubicBezTo>
                          <a:pt x="108674" y="0"/>
                          <a:pt x="140018" y="31344"/>
                          <a:pt x="140018" y="70009"/>
                        </a:cubicBezTo>
                      </a:path>
                    </a:pathLst>
                  </a:custGeom>
                  <a:solidFill>
                    <a:srgbClr val="F9D9D2"/>
                  </a:solidFill>
                  <a:ln w="3329" cap="flat">
                    <a:noFill/>
                    <a:prstDash val="solid"/>
                    <a:miter/>
                  </a:ln>
                </p:spPr>
                <p:txBody>
                  <a:bodyPr rtlCol="0" anchor="ctr"/>
                  <a:lstStyle/>
                  <a:p>
                    <a:endParaRPr lang="en-US" dirty="0"/>
                  </a:p>
                </p:txBody>
              </p:sp>
              <p:sp>
                <p:nvSpPr>
                  <p:cNvPr id="203" name="Grafik 13">
                    <a:extLst>
                      <a:ext uri="{FF2B5EF4-FFF2-40B4-BE49-F238E27FC236}">
                        <a16:creationId xmlns:a16="http://schemas.microsoft.com/office/drawing/2014/main" id="{12526D42-B5FE-B443-6B68-546F881B9D4A}"/>
                      </a:ext>
                    </a:extLst>
                  </p:cNvPr>
                  <p:cNvSpPr/>
                  <p:nvPr/>
                </p:nvSpPr>
                <p:spPr bwMode="gray">
                  <a:xfrm>
                    <a:off x="6981422" y="2777147"/>
                    <a:ext cx="198578" cy="198578"/>
                  </a:xfrm>
                  <a:custGeom>
                    <a:avLst/>
                    <a:gdLst>
                      <a:gd name="connsiteX0" fmla="*/ 0 w 140017"/>
                      <a:gd name="connsiteY0" fmla="*/ 70009 h 140017"/>
                      <a:gd name="connsiteX1" fmla="*/ 70009 w 140017"/>
                      <a:gd name="connsiteY1" fmla="*/ 140017 h 140017"/>
                      <a:gd name="connsiteX2" fmla="*/ 140018 w 140017"/>
                      <a:gd name="connsiteY2" fmla="*/ 70009 h 140017"/>
                      <a:gd name="connsiteX3" fmla="*/ 70009 w 140017"/>
                      <a:gd name="connsiteY3" fmla="*/ 0 h 140017"/>
                      <a:gd name="connsiteX4" fmla="*/ 0 w 140017"/>
                      <a:gd name="connsiteY4" fmla="*/ 70009 h 140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017" h="140017">
                        <a:moveTo>
                          <a:pt x="0" y="70009"/>
                        </a:moveTo>
                        <a:cubicBezTo>
                          <a:pt x="0" y="108674"/>
                          <a:pt x="31344" y="140017"/>
                          <a:pt x="70009" y="140017"/>
                        </a:cubicBezTo>
                        <a:cubicBezTo>
                          <a:pt x="108674" y="140017"/>
                          <a:pt x="140018" y="108674"/>
                          <a:pt x="140018" y="70009"/>
                        </a:cubicBezTo>
                        <a:cubicBezTo>
                          <a:pt x="140018" y="31344"/>
                          <a:pt x="108674" y="0"/>
                          <a:pt x="70009" y="0"/>
                        </a:cubicBezTo>
                        <a:cubicBezTo>
                          <a:pt x="31344" y="0"/>
                          <a:pt x="0" y="31344"/>
                          <a:pt x="0" y="70009"/>
                        </a:cubicBezTo>
                      </a:path>
                    </a:pathLst>
                  </a:custGeom>
                  <a:solidFill>
                    <a:srgbClr val="F9D9D2"/>
                  </a:solidFill>
                  <a:ln w="3329" cap="flat">
                    <a:noFill/>
                    <a:prstDash val="solid"/>
                    <a:miter/>
                  </a:ln>
                </p:spPr>
                <p:txBody>
                  <a:bodyPr rtlCol="0" anchor="ctr"/>
                  <a:lstStyle/>
                  <a:p>
                    <a:endParaRPr lang="en-US" dirty="0"/>
                  </a:p>
                </p:txBody>
              </p:sp>
              <p:sp>
                <p:nvSpPr>
                  <p:cNvPr id="204" name="Grafik 13">
                    <a:extLst>
                      <a:ext uri="{FF2B5EF4-FFF2-40B4-BE49-F238E27FC236}">
                        <a16:creationId xmlns:a16="http://schemas.microsoft.com/office/drawing/2014/main" id="{E74317A3-6250-3D87-6FF6-8F0C7595E40A}"/>
                      </a:ext>
                    </a:extLst>
                  </p:cNvPr>
                  <p:cNvSpPr/>
                  <p:nvPr/>
                </p:nvSpPr>
                <p:spPr bwMode="gray">
                  <a:xfrm>
                    <a:off x="6665903" y="2535875"/>
                    <a:ext cx="596791" cy="602023"/>
                  </a:xfrm>
                  <a:custGeom>
                    <a:avLst/>
                    <a:gdLst>
                      <a:gd name="connsiteX0" fmla="*/ 328819 w 420797"/>
                      <a:gd name="connsiteY0" fmla="*/ 424486 h 424486"/>
                      <a:gd name="connsiteX1" fmla="*/ 356389 w 420797"/>
                      <a:gd name="connsiteY1" fmla="*/ 336975 h 424486"/>
                      <a:gd name="connsiteX2" fmla="*/ 381092 w 420797"/>
                      <a:gd name="connsiteY2" fmla="*/ 246331 h 424486"/>
                      <a:gd name="connsiteX3" fmla="*/ 420797 w 420797"/>
                      <a:gd name="connsiteY3" fmla="*/ 97379 h 424486"/>
                      <a:gd name="connsiteX4" fmla="*/ 296582 w 420797"/>
                      <a:gd name="connsiteY4" fmla="*/ 47639 h 424486"/>
                      <a:gd name="connsiteX5" fmla="*/ 274079 w 420797"/>
                      <a:gd name="connsiteY5" fmla="*/ 16669 h 424486"/>
                      <a:gd name="connsiteX6" fmla="*/ 207804 w 420797"/>
                      <a:gd name="connsiteY6" fmla="*/ 0 h 424486"/>
                      <a:gd name="connsiteX7" fmla="*/ 144963 w 420797"/>
                      <a:gd name="connsiteY7" fmla="*/ 16669 h 424486"/>
                      <a:gd name="connsiteX8" fmla="*/ 119059 w 420797"/>
                      <a:gd name="connsiteY8" fmla="*/ 41939 h 424486"/>
                      <a:gd name="connsiteX9" fmla="*/ 6045 w 420797"/>
                      <a:gd name="connsiteY9" fmla="*/ 94979 h 424486"/>
                      <a:gd name="connsiteX10" fmla="*/ 50918 w 420797"/>
                      <a:gd name="connsiteY10" fmla="*/ 240763 h 424486"/>
                      <a:gd name="connsiteX11" fmla="*/ 65886 w 420797"/>
                      <a:gd name="connsiteY11" fmla="*/ 336809 h 424486"/>
                      <a:gd name="connsiteX12" fmla="*/ 89389 w 420797"/>
                      <a:gd name="connsiteY12" fmla="*/ 424486 h 424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0797" h="424486">
                        <a:moveTo>
                          <a:pt x="328819" y="424486"/>
                        </a:moveTo>
                        <a:cubicBezTo>
                          <a:pt x="352956" y="400183"/>
                          <a:pt x="350055" y="361145"/>
                          <a:pt x="356389" y="336975"/>
                        </a:cubicBezTo>
                        <a:cubicBezTo>
                          <a:pt x="371991" y="277635"/>
                          <a:pt x="381092" y="246331"/>
                          <a:pt x="381092" y="246331"/>
                        </a:cubicBezTo>
                        <a:lnTo>
                          <a:pt x="420797" y="97379"/>
                        </a:lnTo>
                        <a:cubicBezTo>
                          <a:pt x="391027" y="68542"/>
                          <a:pt x="350555" y="72842"/>
                          <a:pt x="296582" y="47639"/>
                        </a:cubicBezTo>
                        <a:cubicBezTo>
                          <a:pt x="282647" y="41138"/>
                          <a:pt x="274079" y="16669"/>
                          <a:pt x="274079" y="16669"/>
                        </a:cubicBezTo>
                        <a:cubicBezTo>
                          <a:pt x="274079" y="16669"/>
                          <a:pt x="254076" y="0"/>
                          <a:pt x="207804" y="0"/>
                        </a:cubicBezTo>
                        <a:cubicBezTo>
                          <a:pt x="161531" y="0"/>
                          <a:pt x="144963" y="16669"/>
                          <a:pt x="144963" y="16669"/>
                        </a:cubicBezTo>
                        <a:cubicBezTo>
                          <a:pt x="144963" y="16669"/>
                          <a:pt x="143329" y="30937"/>
                          <a:pt x="119059" y="41939"/>
                        </a:cubicBezTo>
                        <a:cubicBezTo>
                          <a:pt x="62386" y="67608"/>
                          <a:pt x="38816" y="65542"/>
                          <a:pt x="6045" y="94979"/>
                        </a:cubicBezTo>
                        <a:cubicBezTo>
                          <a:pt x="-20891" y="119148"/>
                          <a:pt x="50918" y="240763"/>
                          <a:pt x="50918" y="240763"/>
                        </a:cubicBezTo>
                        <a:cubicBezTo>
                          <a:pt x="50918" y="240763"/>
                          <a:pt x="56085" y="281702"/>
                          <a:pt x="65886" y="336809"/>
                        </a:cubicBezTo>
                        <a:cubicBezTo>
                          <a:pt x="70487" y="362612"/>
                          <a:pt x="78188" y="405917"/>
                          <a:pt x="89389" y="424486"/>
                        </a:cubicBezTo>
                        <a:close/>
                      </a:path>
                    </a:pathLst>
                  </a:custGeom>
                  <a:solidFill>
                    <a:srgbClr val="02478E"/>
                  </a:solidFill>
                  <a:ln w="3329" cap="flat">
                    <a:noFill/>
                    <a:prstDash val="solid"/>
                    <a:miter/>
                  </a:ln>
                </p:spPr>
                <p:txBody>
                  <a:bodyPr rtlCol="0" anchor="ctr"/>
                  <a:lstStyle/>
                  <a:p>
                    <a:endParaRPr lang="en-US" dirty="0"/>
                  </a:p>
                </p:txBody>
              </p:sp>
              <p:sp>
                <p:nvSpPr>
                  <p:cNvPr id="205" name="Grafik 13">
                    <a:extLst>
                      <a:ext uri="{FF2B5EF4-FFF2-40B4-BE49-F238E27FC236}">
                        <a16:creationId xmlns:a16="http://schemas.microsoft.com/office/drawing/2014/main" id="{F5D5C418-03A9-D48D-5820-C005007F80BA}"/>
                      </a:ext>
                    </a:extLst>
                  </p:cNvPr>
                  <p:cNvSpPr/>
                  <p:nvPr/>
                </p:nvSpPr>
                <p:spPr bwMode="gray">
                  <a:xfrm>
                    <a:off x="6792583" y="2866791"/>
                    <a:ext cx="417771" cy="271106"/>
                  </a:xfrm>
                  <a:custGeom>
                    <a:avLst/>
                    <a:gdLst>
                      <a:gd name="connsiteX0" fmla="*/ 239497 w 294570"/>
                      <a:gd name="connsiteY0" fmla="*/ 191157 h 191157"/>
                      <a:gd name="connsiteX1" fmla="*/ 267067 w 294570"/>
                      <a:gd name="connsiteY1" fmla="*/ 103646 h 191157"/>
                      <a:gd name="connsiteX2" fmla="*/ 294570 w 294570"/>
                      <a:gd name="connsiteY2" fmla="*/ 0 h 191157"/>
                      <a:gd name="connsiteX3" fmla="*/ 190024 w 294570"/>
                      <a:gd name="connsiteY3" fmla="*/ 160587 h 191157"/>
                      <a:gd name="connsiteX4" fmla="*/ 0 w 294570"/>
                      <a:gd name="connsiteY4" fmla="*/ 191157 h 191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70" h="191157">
                        <a:moveTo>
                          <a:pt x="239497" y="191157"/>
                        </a:moveTo>
                        <a:cubicBezTo>
                          <a:pt x="263633" y="166854"/>
                          <a:pt x="260733" y="127816"/>
                          <a:pt x="267067" y="103646"/>
                        </a:cubicBezTo>
                        <a:cubicBezTo>
                          <a:pt x="282669" y="44306"/>
                          <a:pt x="294570" y="0"/>
                          <a:pt x="294570" y="0"/>
                        </a:cubicBezTo>
                        <a:cubicBezTo>
                          <a:pt x="264566" y="19069"/>
                          <a:pt x="254565" y="152352"/>
                          <a:pt x="190024" y="160587"/>
                        </a:cubicBezTo>
                        <a:cubicBezTo>
                          <a:pt x="107480" y="171088"/>
                          <a:pt x="53340" y="154753"/>
                          <a:pt x="0" y="191157"/>
                        </a:cubicBezTo>
                        <a:close/>
                      </a:path>
                    </a:pathLst>
                  </a:custGeom>
                  <a:solidFill>
                    <a:srgbClr val="02478E"/>
                  </a:solidFill>
                  <a:ln w="3329" cap="flat">
                    <a:noFill/>
                    <a:prstDash val="solid"/>
                    <a:miter/>
                  </a:ln>
                </p:spPr>
                <p:txBody>
                  <a:bodyPr rtlCol="0" anchor="ctr"/>
                  <a:lstStyle/>
                  <a:p>
                    <a:endParaRPr lang="en-US" dirty="0"/>
                  </a:p>
                </p:txBody>
              </p:sp>
              <p:sp>
                <p:nvSpPr>
                  <p:cNvPr id="206" name="Grafik 13">
                    <a:extLst>
                      <a:ext uri="{FF2B5EF4-FFF2-40B4-BE49-F238E27FC236}">
                        <a16:creationId xmlns:a16="http://schemas.microsoft.com/office/drawing/2014/main" id="{0B784A4F-7B39-22E9-EC88-16357574E763}"/>
                      </a:ext>
                    </a:extLst>
                  </p:cNvPr>
                  <p:cNvSpPr/>
                  <p:nvPr/>
                </p:nvSpPr>
                <p:spPr bwMode="gray">
                  <a:xfrm>
                    <a:off x="7167566" y="2673980"/>
                    <a:ext cx="356117" cy="395170"/>
                  </a:xfrm>
                  <a:custGeom>
                    <a:avLst/>
                    <a:gdLst>
                      <a:gd name="connsiteX0" fmla="*/ 251098 w 251098"/>
                      <a:gd name="connsiteY0" fmla="*/ 220527 h 278634"/>
                      <a:gd name="connsiteX1" fmla="*/ 183956 w 251098"/>
                      <a:gd name="connsiteY1" fmla="*/ 278635 h 278634"/>
                      <a:gd name="connsiteX2" fmla="*/ 0 w 251098"/>
                      <a:gd name="connsiteY2" fmla="*/ 99079 h 278634"/>
                      <a:gd name="connsiteX3" fmla="*/ 67075 w 251098"/>
                      <a:gd name="connsiteY3" fmla="*/ 0 h 278634"/>
                      <a:gd name="connsiteX4" fmla="*/ 138751 w 251098"/>
                      <a:gd name="connsiteY4" fmla="*/ 77143 h 278634"/>
                      <a:gd name="connsiteX5" fmla="*/ 251098 w 251098"/>
                      <a:gd name="connsiteY5" fmla="*/ 220494 h 278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1098" h="278634">
                        <a:moveTo>
                          <a:pt x="251098" y="220527"/>
                        </a:moveTo>
                        <a:lnTo>
                          <a:pt x="183956" y="278635"/>
                        </a:lnTo>
                        <a:cubicBezTo>
                          <a:pt x="98379" y="204592"/>
                          <a:pt x="41372" y="162854"/>
                          <a:pt x="0" y="99079"/>
                        </a:cubicBezTo>
                        <a:lnTo>
                          <a:pt x="67075" y="0"/>
                        </a:lnTo>
                        <a:cubicBezTo>
                          <a:pt x="88444" y="20536"/>
                          <a:pt x="105280" y="40838"/>
                          <a:pt x="138751" y="77143"/>
                        </a:cubicBezTo>
                        <a:cubicBezTo>
                          <a:pt x="191791" y="134750"/>
                          <a:pt x="251098" y="220494"/>
                          <a:pt x="251098" y="220494"/>
                        </a:cubicBezTo>
                      </a:path>
                    </a:pathLst>
                  </a:custGeom>
                  <a:solidFill>
                    <a:srgbClr val="02478E"/>
                  </a:solidFill>
                  <a:ln w="3329" cap="flat">
                    <a:noFill/>
                    <a:prstDash val="solid"/>
                    <a:miter/>
                  </a:ln>
                </p:spPr>
                <p:txBody>
                  <a:bodyPr rtlCol="0" anchor="ctr"/>
                  <a:lstStyle/>
                  <a:p>
                    <a:endParaRPr lang="en-US" dirty="0"/>
                  </a:p>
                </p:txBody>
              </p:sp>
              <p:sp>
                <p:nvSpPr>
                  <p:cNvPr id="207" name="Grafik 13">
                    <a:extLst>
                      <a:ext uri="{FF2B5EF4-FFF2-40B4-BE49-F238E27FC236}">
                        <a16:creationId xmlns:a16="http://schemas.microsoft.com/office/drawing/2014/main" id="{602B45F1-59A6-5503-2E4B-E06B6ABE9FA5}"/>
                      </a:ext>
                    </a:extLst>
                  </p:cNvPr>
                  <p:cNvSpPr/>
                  <p:nvPr/>
                </p:nvSpPr>
                <p:spPr bwMode="gray">
                  <a:xfrm>
                    <a:off x="7434229" y="2856672"/>
                    <a:ext cx="332618" cy="216592"/>
                  </a:xfrm>
                  <a:custGeom>
                    <a:avLst/>
                    <a:gdLst>
                      <a:gd name="connsiteX0" fmla="*/ 217294 w 234529"/>
                      <a:gd name="connsiteY0" fmla="*/ 0 h 152719"/>
                      <a:gd name="connsiteX1" fmla="*/ 234529 w 234529"/>
                      <a:gd name="connsiteY1" fmla="*/ 52707 h 152719"/>
                      <a:gd name="connsiteX2" fmla="*/ 193758 w 234529"/>
                      <a:gd name="connsiteY2" fmla="*/ 74709 h 152719"/>
                      <a:gd name="connsiteX3" fmla="*/ 34638 w 234529"/>
                      <a:gd name="connsiteY3" fmla="*/ 152719 h 152719"/>
                      <a:gd name="connsiteX4" fmla="*/ 0 w 234529"/>
                      <a:gd name="connsiteY4" fmla="*/ 70809 h 152719"/>
                      <a:gd name="connsiteX5" fmla="*/ 217294 w 234529"/>
                      <a:gd name="connsiteY5" fmla="*/ 0 h 15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4529" h="152719">
                        <a:moveTo>
                          <a:pt x="217294" y="0"/>
                        </a:moveTo>
                        <a:lnTo>
                          <a:pt x="234529" y="52707"/>
                        </a:lnTo>
                        <a:cubicBezTo>
                          <a:pt x="234529" y="52707"/>
                          <a:pt x="216127" y="63608"/>
                          <a:pt x="193758" y="74709"/>
                        </a:cubicBezTo>
                        <a:cubicBezTo>
                          <a:pt x="119815" y="111381"/>
                          <a:pt x="79476" y="133317"/>
                          <a:pt x="34638" y="152719"/>
                        </a:cubicBezTo>
                        <a:lnTo>
                          <a:pt x="0" y="70809"/>
                        </a:lnTo>
                        <a:cubicBezTo>
                          <a:pt x="113348" y="33971"/>
                          <a:pt x="154919" y="14602"/>
                          <a:pt x="217294" y="0"/>
                        </a:cubicBezTo>
                      </a:path>
                    </a:pathLst>
                  </a:custGeom>
                  <a:solidFill>
                    <a:srgbClr val="02478E"/>
                  </a:solidFill>
                  <a:ln w="3329" cap="flat">
                    <a:noFill/>
                    <a:prstDash val="solid"/>
                    <a:miter/>
                  </a:ln>
                </p:spPr>
                <p:txBody>
                  <a:bodyPr rtlCol="0" anchor="ctr"/>
                  <a:lstStyle/>
                  <a:p>
                    <a:endParaRPr lang="en-US" dirty="0"/>
                  </a:p>
                </p:txBody>
              </p:sp>
              <p:sp>
                <p:nvSpPr>
                  <p:cNvPr id="208" name="Grafik 13">
                    <a:extLst>
                      <a:ext uri="{FF2B5EF4-FFF2-40B4-BE49-F238E27FC236}">
                        <a16:creationId xmlns:a16="http://schemas.microsoft.com/office/drawing/2014/main" id="{690C27EF-6941-760F-A5D1-E3DD0CDACF38}"/>
                      </a:ext>
                    </a:extLst>
                  </p:cNvPr>
                  <p:cNvSpPr/>
                  <p:nvPr/>
                </p:nvSpPr>
                <p:spPr bwMode="gray">
                  <a:xfrm>
                    <a:off x="7397741" y="2951514"/>
                    <a:ext cx="125975" cy="125975"/>
                  </a:xfrm>
                  <a:custGeom>
                    <a:avLst/>
                    <a:gdLst>
                      <a:gd name="connsiteX0" fmla="*/ 22360 w 88825"/>
                      <a:gd name="connsiteY0" fmla="*/ 5870 h 88825"/>
                      <a:gd name="connsiteX1" fmla="*/ 82954 w 88825"/>
                      <a:gd name="connsiteY1" fmla="*/ 22359 h 88825"/>
                      <a:gd name="connsiteX2" fmla="*/ 66466 w 88825"/>
                      <a:gd name="connsiteY2" fmla="*/ 82956 h 88825"/>
                      <a:gd name="connsiteX3" fmla="*/ 5871 w 88825"/>
                      <a:gd name="connsiteY3" fmla="*/ 66464 h 88825"/>
                      <a:gd name="connsiteX4" fmla="*/ 5858 w 88825"/>
                      <a:gd name="connsiteY4" fmla="*/ 66444 h 88825"/>
                      <a:gd name="connsiteX5" fmla="*/ 22360 w 88825"/>
                      <a:gd name="connsiteY5" fmla="*/ 5870 h 8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825" h="88825">
                        <a:moveTo>
                          <a:pt x="22360" y="5870"/>
                        </a:moveTo>
                        <a:cubicBezTo>
                          <a:pt x="43646" y="-6308"/>
                          <a:pt x="70776" y="1073"/>
                          <a:pt x="82954" y="22359"/>
                        </a:cubicBezTo>
                        <a:cubicBezTo>
                          <a:pt x="95136" y="43648"/>
                          <a:pt x="87752" y="70775"/>
                          <a:pt x="66466" y="82956"/>
                        </a:cubicBezTo>
                        <a:cubicBezTo>
                          <a:pt x="45180" y="95135"/>
                          <a:pt x="18049" y="87750"/>
                          <a:pt x="5871" y="66464"/>
                        </a:cubicBezTo>
                        <a:cubicBezTo>
                          <a:pt x="5865" y="66458"/>
                          <a:pt x="5861" y="66451"/>
                          <a:pt x="5858" y="66444"/>
                        </a:cubicBezTo>
                        <a:cubicBezTo>
                          <a:pt x="-6304" y="45158"/>
                          <a:pt x="1081" y="18045"/>
                          <a:pt x="22360" y="5870"/>
                        </a:cubicBezTo>
                      </a:path>
                    </a:pathLst>
                  </a:custGeom>
                  <a:solidFill>
                    <a:srgbClr val="02478E"/>
                  </a:solidFill>
                  <a:ln w="3329" cap="flat">
                    <a:noFill/>
                    <a:prstDash val="solid"/>
                    <a:miter/>
                  </a:ln>
                </p:spPr>
                <p:txBody>
                  <a:bodyPr rtlCol="0" anchor="ctr"/>
                  <a:lstStyle/>
                  <a:p>
                    <a:endParaRPr lang="en-US" dirty="0"/>
                  </a:p>
                </p:txBody>
              </p:sp>
              <p:sp>
                <p:nvSpPr>
                  <p:cNvPr id="209" name="Grafik 13">
                    <a:extLst>
                      <a:ext uri="{FF2B5EF4-FFF2-40B4-BE49-F238E27FC236}">
                        <a16:creationId xmlns:a16="http://schemas.microsoft.com/office/drawing/2014/main" id="{399EBB40-6D62-CC00-AFEF-04C9B8D6B141}"/>
                      </a:ext>
                    </a:extLst>
                  </p:cNvPr>
                  <p:cNvSpPr/>
                  <p:nvPr/>
                </p:nvSpPr>
                <p:spPr bwMode="gray">
                  <a:xfrm>
                    <a:off x="6652800" y="2651315"/>
                    <a:ext cx="176358" cy="176377"/>
                  </a:xfrm>
                  <a:custGeom>
                    <a:avLst/>
                    <a:gdLst>
                      <a:gd name="connsiteX0" fmla="*/ 103762 w 124350"/>
                      <a:gd name="connsiteY0" fmla="*/ 108393 h 124363"/>
                      <a:gd name="connsiteX1" fmla="*/ 108392 w 124350"/>
                      <a:gd name="connsiteY1" fmla="*/ 20589 h 124363"/>
                      <a:gd name="connsiteX2" fmla="*/ 20588 w 124350"/>
                      <a:gd name="connsiteY2" fmla="*/ 15955 h 124363"/>
                      <a:gd name="connsiteX3" fmla="*/ 15958 w 124350"/>
                      <a:gd name="connsiteY3" fmla="*/ 103762 h 124363"/>
                      <a:gd name="connsiteX4" fmla="*/ 15984 w 124350"/>
                      <a:gd name="connsiteY4" fmla="*/ 103792 h 124363"/>
                      <a:gd name="connsiteX5" fmla="*/ 103745 w 124350"/>
                      <a:gd name="connsiteY5" fmla="*/ 108410 h 124363"/>
                      <a:gd name="connsiteX6" fmla="*/ 103762 w 124350"/>
                      <a:gd name="connsiteY6" fmla="*/ 108393 h 124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50" h="124363">
                        <a:moveTo>
                          <a:pt x="103762" y="108393"/>
                        </a:moveTo>
                        <a:cubicBezTo>
                          <a:pt x="129288" y="85427"/>
                          <a:pt x="131362" y="46112"/>
                          <a:pt x="108392" y="20589"/>
                        </a:cubicBezTo>
                        <a:cubicBezTo>
                          <a:pt x="85426" y="-4938"/>
                          <a:pt x="46115" y="-7011"/>
                          <a:pt x="20588" y="15955"/>
                        </a:cubicBezTo>
                        <a:cubicBezTo>
                          <a:pt x="-4938" y="38924"/>
                          <a:pt x="-7012" y="78236"/>
                          <a:pt x="15958" y="103762"/>
                        </a:cubicBezTo>
                        <a:cubicBezTo>
                          <a:pt x="15964" y="103772"/>
                          <a:pt x="15974" y="103782"/>
                          <a:pt x="15984" y="103792"/>
                        </a:cubicBezTo>
                        <a:cubicBezTo>
                          <a:pt x="38944" y="129302"/>
                          <a:pt x="78235" y="131369"/>
                          <a:pt x="103745" y="108410"/>
                        </a:cubicBezTo>
                        <a:cubicBezTo>
                          <a:pt x="103748" y="108403"/>
                          <a:pt x="103755" y="108400"/>
                          <a:pt x="103762" y="108393"/>
                        </a:cubicBezTo>
                      </a:path>
                    </a:pathLst>
                  </a:custGeom>
                  <a:solidFill>
                    <a:srgbClr val="02478E"/>
                  </a:solidFill>
                  <a:ln w="3329" cap="flat">
                    <a:noFill/>
                    <a:prstDash val="solid"/>
                    <a:miter/>
                  </a:ln>
                </p:spPr>
                <p:txBody>
                  <a:bodyPr rtlCol="0" anchor="ctr"/>
                  <a:lstStyle/>
                  <a:p>
                    <a:endParaRPr lang="en-US" dirty="0"/>
                  </a:p>
                </p:txBody>
              </p:sp>
              <p:sp>
                <p:nvSpPr>
                  <p:cNvPr id="210" name="Grafik 13">
                    <a:extLst>
                      <a:ext uri="{FF2B5EF4-FFF2-40B4-BE49-F238E27FC236}">
                        <a16:creationId xmlns:a16="http://schemas.microsoft.com/office/drawing/2014/main" id="{F2AAE425-A408-28C1-2233-770678288319}"/>
                      </a:ext>
                    </a:extLst>
                  </p:cNvPr>
                  <p:cNvSpPr/>
                  <p:nvPr/>
                </p:nvSpPr>
                <p:spPr bwMode="gray">
                  <a:xfrm>
                    <a:off x="7105154" y="2644389"/>
                    <a:ext cx="176358" cy="176357"/>
                  </a:xfrm>
                  <a:custGeom>
                    <a:avLst/>
                    <a:gdLst>
                      <a:gd name="connsiteX0" fmla="*/ 103781 w 124350"/>
                      <a:gd name="connsiteY0" fmla="*/ 108377 h 124349"/>
                      <a:gd name="connsiteX1" fmla="*/ 108379 w 124350"/>
                      <a:gd name="connsiteY1" fmla="*/ 20569 h 124349"/>
                      <a:gd name="connsiteX2" fmla="*/ 20571 w 124350"/>
                      <a:gd name="connsiteY2" fmla="*/ 15972 h 124349"/>
                      <a:gd name="connsiteX3" fmla="*/ 15970 w 124350"/>
                      <a:gd name="connsiteY3" fmla="*/ 103776 h 124349"/>
                      <a:gd name="connsiteX4" fmla="*/ 103778 w 124350"/>
                      <a:gd name="connsiteY4" fmla="*/ 108380 h 124349"/>
                      <a:gd name="connsiteX5" fmla="*/ 103781 w 124350"/>
                      <a:gd name="connsiteY5" fmla="*/ 108377 h 124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350" h="124349">
                        <a:moveTo>
                          <a:pt x="103781" y="108377"/>
                        </a:moveTo>
                        <a:cubicBezTo>
                          <a:pt x="129298" y="85397"/>
                          <a:pt x="131355" y="46085"/>
                          <a:pt x="108379" y="20569"/>
                        </a:cubicBezTo>
                        <a:cubicBezTo>
                          <a:pt x="85399" y="-4948"/>
                          <a:pt x="46087" y="-7005"/>
                          <a:pt x="20571" y="15972"/>
                        </a:cubicBezTo>
                        <a:cubicBezTo>
                          <a:pt x="-4946" y="38948"/>
                          <a:pt x="-7006" y="78259"/>
                          <a:pt x="15970" y="103776"/>
                        </a:cubicBezTo>
                        <a:cubicBezTo>
                          <a:pt x="38946" y="129296"/>
                          <a:pt x="78258" y="131356"/>
                          <a:pt x="103778" y="108380"/>
                        </a:cubicBezTo>
                        <a:cubicBezTo>
                          <a:pt x="103778" y="108380"/>
                          <a:pt x="103781" y="108377"/>
                          <a:pt x="103781" y="108377"/>
                        </a:cubicBezTo>
                      </a:path>
                    </a:pathLst>
                  </a:custGeom>
                  <a:solidFill>
                    <a:srgbClr val="02478E"/>
                  </a:solidFill>
                  <a:ln w="3329" cap="flat">
                    <a:noFill/>
                    <a:prstDash val="solid"/>
                    <a:miter/>
                  </a:ln>
                </p:spPr>
                <p:txBody>
                  <a:bodyPr rtlCol="0" anchor="ctr"/>
                  <a:lstStyle/>
                  <a:p>
                    <a:endParaRPr lang="en-US" dirty="0"/>
                  </a:p>
                </p:txBody>
              </p:sp>
              <p:sp>
                <p:nvSpPr>
                  <p:cNvPr id="211" name="Grafik 13">
                    <a:extLst>
                      <a:ext uri="{FF2B5EF4-FFF2-40B4-BE49-F238E27FC236}">
                        <a16:creationId xmlns:a16="http://schemas.microsoft.com/office/drawing/2014/main" id="{A4B6BF00-140D-3AE4-A0F8-E0F64EA97668}"/>
                      </a:ext>
                    </a:extLst>
                  </p:cNvPr>
                  <p:cNvSpPr/>
                  <p:nvPr/>
                </p:nvSpPr>
                <p:spPr bwMode="gray">
                  <a:xfrm>
                    <a:off x="6559208" y="2682870"/>
                    <a:ext cx="252808" cy="410016"/>
                  </a:xfrm>
                  <a:custGeom>
                    <a:avLst/>
                    <a:gdLst>
                      <a:gd name="connsiteX0" fmla="*/ 90911 w 178255"/>
                      <a:gd name="connsiteY0" fmla="*/ 289103 h 289102"/>
                      <a:gd name="connsiteX1" fmla="*/ 178256 w 178255"/>
                      <a:gd name="connsiteY1" fmla="*/ 62041 h 289102"/>
                      <a:gd name="connsiteX2" fmla="*/ 75943 w 178255"/>
                      <a:gd name="connsiteY2" fmla="*/ 0 h 289102"/>
                      <a:gd name="connsiteX3" fmla="*/ 43005 w 178255"/>
                      <a:gd name="connsiteY3" fmla="*/ 100012 h 289102"/>
                      <a:gd name="connsiteX4" fmla="*/ 0 w 178255"/>
                      <a:gd name="connsiteY4" fmla="*/ 265833 h 289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255" h="289102">
                        <a:moveTo>
                          <a:pt x="90911" y="289103"/>
                        </a:moveTo>
                        <a:cubicBezTo>
                          <a:pt x="137784" y="186123"/>
                          <a:pt x="167254" y="137284"/>
                          <a:pt x="178256" y="62041"/>
                        </a:cubicBezTo>
                        <a:lnTo>
                          <a:pt x="75943" y="0"/>
                        </a:lnTo>
                        <a:cubicBezTo>
                          <a:pt x="65108" y="27537"/>
                          <a:pt x="58274" y="53040"/>
                          <a:pt x="43005" y="100012"/>
                        </a:cubicBezTo>
                        <a:cubicBezTo>
                          <a:pt x="18802" y="174488"/>
                          <a:pt x="0" y="265833"/>
                          <a:pt x="0" y="265833"/>
                        </a:cubicBezTo>
                        <a:close/>
                      </a:path>
                    </a:pathLst>
                  </a:custGeom>
                  <a:solidFill>
                    <a:srgbClr val="02478E"/>
                  </a:solidFill>
                  <a:ln w="3329" cap="flat">
                    <a:noFill/>
                    <a:prstDash val="solid"/>
                    <a:miter/>
                  </a:ln>
                </p:spPr>
                <p:txBody>
                  <a:bodyPr rtlCol="0" anchor="ctr"/>
                  <a:lstStyle/>
                  <a:p>
                    <a:endParaRPr lang="en-US" dirty="0"/>
                  </a:p>
                </p:txBody>
              </p:sp>
              <p:sp>
                <p:nvSpPr>
                  <p:cNvPr id="212" name="Grafik 13">
                    <a:extLst>
                      <a:ext uri="{FF2B5EF4-FFF2-40B4-BE49-F238E27FC236}">
                        <a16:creationId xmlns:a16="http://schemas.microsoft.com/office/drawing/2014/main" id="{01C723CB-D7F3-7AED-C2D6-D691A6AD565B}"/>
                      </a:ext>
                    </a:extLst>
                  </p:cNvPr>
                  <p:cNvSpPr/>
                  <p:nvPr/>
                </p:nvSpPr>
                <p:spPr bwMode="gray">
                  <a:xfrm>
                    <a:off x="6398358" y="2821495"/>
                    <a:ext cx="281129" cy="295456"/>
                  </a:xfrm>
                  <a:custGeom>
                    <a:avLst/>
                    <a:gdLst>
                      <a:gd name="connsiteX0" fmla="*/ 0 w 198224"/>
                      <a:gd name="connsiteY0" fmla="*/ 32737 h 208326"/>
                      <a:gd name="connsiteX1" fmla="*/ 124882 w 198224"/>
                      <a:gd name="connsiteY1" fmla="*/ 208326 h 208326"/>
                      <a:gd name="connsiteX2" fmla="*/ 198225 w 198224"/>
                      <a:gd name="connsiteY2" fmla="*/ 147018 h 208326"/>
                      <a:gd name="connsiteX3" fmla="*/ 51907 w 198224"/>
                      <a:gd name="connsiteY3" fmla="*/ 0 h 208326"/>
                    </a:gdLst>
                    <a:ahLst/>
                    <a:cxnLst>
                      <a:cxn ang="0">
                        <a:pos x="connsiteX0" y="connsiteY0"/>
                      </a:cxn>
                      <a:cxn ang="0">
                        <a:pos x="connsiteX1" y="connsiteY1"/>
                      </a:cxn>
                      <a:cxn ang="0">
                        <a:pos x="connsiteX2" y="connsiteY2"/>
                      </a:cxn>
                      <a:cxn ang="0">
                        <a:pos x="connsiteX3" y="connsiteY3"/>
                      </a:cxn>
                    </a:cxnLst>
                    <a:rect l="l" t="t" r="r" b="b"/>
                    <a:pathLst>
                      <a:path w="198224" h="208326">
                        <a:moveTo>
                          <a:pt x="0" y="32737"/>
                        </a:moveTo>
                        <a:cubicBezTo>
                          <a:pt x="0" y="32737"/>
                          <a:pt x="95445" y="169421"/>
                          <a:pt x="124882" y="208326"/>
                        </a:cubicBezTo>
                        <a:lnTo>
                          <a:pt x="198225" y="147018"/>
                        </a:lnTo>
                        <a:cubicBezTo>
                          <a:pt x="117681" y="58974"/>
                          <a:pt x="98979" y="43472"/>
                          <a:pt x="51907" y="0"/>
                        </a:cubicBezTo>
                        <a:close/>
                      </a:path>
                    </a:pathLst>
                  </a:custGeom>
                  <a:solidFill>
                    <a:srgbClr val="02478E"/>
                  </a:solidFill>
                  <a:ln w="3329" cap="flat">
                    <a:noFill/>
                    <a:prstDash val="solid"/>
                    <a:miter/>
                  </a:ln>
                </p:spPr>
                <p:txBody>
                  <a:bodyPr rtlCol="0" anchor="ctr"/>
                  <a:lstStyle/>
                  <a:p>
                    <a:endParaRPr lang="en-US" dirty="0"/>
                  </a:p>
                </p:txBody>
              </p:sp>
              <p:sp>
                <p:nvSpPr>
                  <p:cNvPr id="213" name="Grafik 13">
                    <a:extLst>
                      <a:ext uri="{FF2B5EF4-FFF2-40B4-BE49-F238E27FC236}">
                        <a16:creationId xmlns:a16="http://schemas.microsoft.com/office/drawing/2014/main" id="{81738088-B210-256B-37E1-0E57CB34858C}"/>
                      </a:ext>
                    </a:extLst>
                  </p:cNvPr>
                  <p:cNvSpPr/>
                  <p:nvPr/>
                </p:nvSpPr>
                <p:spPr bwMode="gray">
                  <a:xfrm>
                    <a:off x="6558473" y="3002354"/>
                    <a:ext cx="134670" cy="134665"/>
                  </a:xfrm>
                  <a:custGeom>
                    <a:avLst/>
                    <a:gdLst>
                      <a:gd name="connsiteX0" fmla="*/ 51723 w 94956"/>
                      <a:gd name="connsiteY0" fmla="*/ 194 h 94952"/>
                      <a:gd name="connsiteX1" fmla="*/ 194 w 94956"/>
                      <a:gd name="connsiteY1" fmla="*/ 43226 h 94952"/>
                      <a:gd name="connsiteX2" fmla="*/ 43226 w 94956"/>
                      <a:gd name="connsiteY2" fmla="*/ 94759 h 94952"/>
                      <a:gd name="connsiteX3" fmla="*/ 94756 w 94956"/>
                      <a:gd name="connsiteY3" fmla="*/ 51723 h 94952"/>
                      <a:gd name="connsiteX4" fmla="*/ 94762 w 94956"/>
                      <a:gd name="connsiteY4" fmla="*/ 51667 h 94952"/>
                      <a:gd name="connsiteX5" fmla="*/ 51767 w 94956"/>
                      <a:gd name="connsiteY5" fmla="*/ 164 h 94952"/>
                      <a:gd name="connsiteX6" fmla="*/ 51723 w 94956"/>
                      <a:gd name="connsiteY6" fmla="*/ 160 h 9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956" h="94952">
                        <a:moveTo>
                          <a:pt x="51723" y="194"/>
                        </a:moveTo>
                        <a:cubicBezTo>
                          <a:pt x="25610" y="-2153"/>
                          <a:pt x="2541" y="17112"/>
                          <a:pt x="194" y="43226"/>
                        </a:cubicBezTo>
                        <a:cubicBezTo>
                          <a:pt x="-2153" y="69339"/>
                          <a:pt x="17112" y="92412"/>
                          <a:pt x="43226" y="94759"/>
                        </a:cubicBezTo>
                        <a:cubicBezTo>
                          <a:pt x="69339" y="97106"/>
                          <a:pt x="92412" y="77837"/>
                          <a:pt x="94756" y="51723"/>
                        </a:cubicBezTo>
                        <a:cubicBezTo>
                          <a:pt x="94759" y="51707"/>
                          <a:pt x="94759" y="51687"/>
                          <a:pt x="94762" y="51667"/>
                        </a:cubicBezTo>
                        <a:cubicBezTo>
                          <a:pt x="97112" y="25573"/>
                          <a:pt x="77863" y="2514"/>
                          <a:pt x="51767" y="164"/>
                        </a:cubicBezTo>
                        <a:cubicBezTo>
                          <a:pt x="51753" y="164"/>
                          <a:pt x="51737" y="160"/>
                          <a:pt x="51723" y="160"/>
                        </a:cubicBezTo>
                      </a:path>
                    </a:pathLst>
                  </a:custGeom>
                  <a:solidFill>
                    <a:srgbClr val="02478E"/>
                  </a:solidFill>
                  <a:ln w="3329" cap="flat">
                    <a:noFill/>
                    <a:prstDash val="solid"/>
                    <a:miter/>
                  </a:ln>
                </p:spPr>
                <p:txBody>
                  <a:bodyPr rtlCol="0" anchor="ctr"/>
                  <a:lstStyle/>
                  <a:p>
                    <a:endParaRPr lang="en-US" dirty="0"/>
                  </a:p>
                </p:txBody>
              </p:sp>
              <p:sp>
                <p:nvSpPr>
                  <p:cNvPr id="214" name="Grafik 13">
                    <a:extLst>
                      <a:ext uri="{FF2B5EF4-FFF2-40B4-BE49-F238E27FC236}">
                        <a16:creationId xmlns:a16="http://schemas.microsoft.com/office/drawing/2014/main" id="{10D86940-0D8D-F02F-75E4-BB918C839A85}"/>
                      </a:ext>
                    </a:extLst>
                  </p:cNvPr>
                  <p:cNvSpPr/>
                  <p:nvPr/>
                </p:nvSpPr>
                <p:spPr bwMode="gray">
                  <a:xfrm>
                    <a:off x="6878286" y="2433700"/>
                    <a:ext cx="176256" cy="393184"/>
                  </a:xfrm>
                  <a:custGeom>
                    <a:avLst/>
                    <a:gdLst>
                      <a:gd name="connsiteX0" fmla="*/ 11181 w 124278"/>
                      <a:gd name="connsiteY0" fmla="*/ 0 h 277234"/>
                      <a:gd name="connsiteX1" fmla="*/ 2046 w 124278"/>
                      <a:gd name="connsiteY1" fmla="*/ 114414 h 277234"/>
                      <a:gd name="connsiteX2" fmla="*/ 146 w 124278"/>
                      <a:gd name="connsiteY2" fmla="*/ 123349 h 277234"/>
                      <a:gd name="connsiteX3" fmla="*/ 62154 w 124278"/>
                      <a:gd name="connsiteY3" fmla="*/ 277235 h 277234"/>
                      <a:gd name="connsiteX4" fmla="*/ 123861 w 124278"/>
                      <a:gd name="connsiteY4" fmla="*/ 126282 h 277234"/>
                      <a:gd name="connsiteX5" fmla="*/ 119961 w 124278"/>
                      <a:gd name="connsiteY5" fmla="*/ 111547 h 277234"/>
                      <a:gd name="connsiteX6" fmla="*/ 105059 w 124278"/>
                      <a:gd name="connsiteY6" fmla="*/ 0 h 27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278" h="277234">
                        <a:moveTo>
                          <a:pt x="11181" y="0"/>
                        </a:moveTo>
                        <a:cubicBezTo>
                          <a:pt x="11181" y="42305"/>
                          <a:pt x="14014" y="95945"/>
                          <a:pt x="2046" y="114414"/>
                        </a:cubicBezTo>
                        <a:cubicBezTo>
                          <a:pt x="349" y="117063"/>
                          <a:pt x="-324" y="120239"/>
                          <a:pt x="146" y="123349"/>
                        </a:cubicBezTo>
                        <a:cubicBezTo>
                          <a:pt x="4380" y="151252"/>
                          <a:pt x="40884" y="255965"/>
                          <a:pt x="62154" y="277235"/>
                        </a:cubicBezTo>
                        <a:cubicBezTo>
                          <a:pt x="81389" y="252765"/>
                          <a:pt x="115494" y="158820"/>
                          <a:pt x="123861" y="126282"/>
                        </a:cubicBezTo>
                        <a:cubicBezTo>
                          <a:pt x="125072" y="121028"/>
                          <a:pt x="123615" y="115514"/>
                          <a:pt x="119961" y="111547"/>
                        </a:cubicBezTo>
                        <a:cubicBezTo>
                          <a:pt x="101125" y="90111"/>
                          <a:pt x="105059" y="42239"/>
                          <a:pt x="105059" y="0"/>
                        </a:cubicBezTo>
                        <a:close/>
                      </a:path>
                    </a:pathLst>
                  </a:custGeom>
                  <a:solidFill>
                    <a:srgbClr val="F9D9D2"/>
                  </a:solidFill>
                  <a:ln w="3329" cap="flat">
                    <a:noFill/>
                    <a:prstDash val="solid"/>
                    <a:miter/>
                  </a:ln>
                </p:spPr>
                <p:txBody>
                  <a:bodyPr rtlCol="0" anchor="ctr"/>
                  <a:lstStyle/>
                  <a:p>
                    <a:endParaRPr lang="en-US" dirty="0"/>
                  </a:p>
                </p:txBody>
              </p:sp>
              <p:sp>
                <p:nvSpPr>
                  <p:cNvPr id="215" name="Grafik 13">
                    <a:extLst>
                      <a:ext uri="{FF2B5EF4-FFF2-40B4-BE49-F238E27FC236}">
                        <a16:creationId xmlns:a16="http://schemas.microsoft.com/office/drawing/2014/main" id="{0C4346E1-B27D-C241-A4F2-D3D5F7A4315B}"/>
                      </a:ext>
                    </a:extLst>
                  </p:cNvPr>
                  <p:cNvSpPr/>
                  <p:nvPr/>
                </p:nvSpPr>
                <p:spPr bwMode="gray">
                  <a:xfrm>
                    <a:off x="6924355" y="2417199"/>
                    <a:ext cx="107562" cy="137538"/>
                  </a:xfrm>
                  <a:custGeom>
                    <a:avLst/>
                    <a:gdLst>
                      <a:gd name="connsiteX0" fmla="*/ 72576 w 75842"/>
                      <a:gd name="connsiteY0" fmla="*/ 11635 h 96978"/>
                      <a:gd name="connsiteX1" fmla="*/ 0 w 75842"/>
                      <a:gd name="connsiteY1" fmla="*/ 0 h 96978"/>
                      <a:gd name="connsiteX2" fmla="*/ 233 w 75842"/>
                      <a:gd name="connsiteY2" fmla="*/ 32071 h 96978"/>
                      <a:gd name="connsiteX3" fmla="*/ 75843 w 75842"/>
                      <a:gd name="connsiteY3" fmla="*/ 96979 h 96978"/>
                      <a:gd name="connsiteX4" fmla="*/ 73076 w 75842"/>
                      <a:gd name="connsiteY4" fmla="*/ 42705 h 96978"/>
                      <a:gd name="connsiteX5" fmla="*/ 72576 w 75842"/>
                      <a:gd name="connsiteY5" fmla="*/ 11635 h 96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842" h="96978">
                        <a:moveTo>
                          <a:pt x="72576" y="11635"/>
                        </a:moveTo>
                        <a:lnTo>
                          <a:pt x="0" y="0"/>
                        </a:lnTo>
                        <a:cubicBezTo>
                          <a:pt x="267" y="10401"/>
                          <a:pt x="367" y="21303"/>
                          <a:pt x="233" y="32071"/>
                        </a:cubicBezTo>
                        <a:cubicBezTo>
                          <a:pt x="-167" y="67742"/>
                          <a:pt x="47639" y="93112"/>
                          <a:pt x="75843" y="96979"/>
                        </a:cubicBezTo>
                        <a:cubicBezTo>
                          <a:pt x="73072" y="79029"/>
                          <a:pt x="72146" y="60844"/>
                          <a:pt x="73076" y="42705"/>
                        </a:cubicBezTo>
                        <a:cubicBezTo>
                          <a:pt x="73933" y="32357"/>
                          <a:pt x="73766" y="21950"/>
                          <a:pt x="72576" y="11635"/>
                        </a:cubicBezTo>
                        <a:close/>
                      </a:path>
                    </a:pathLst>
                  </a:custGeom>
                  <a:solidFill>
                    <a:srgbClr val="F2BBB3"/>
                  </a:solidFill>
                  <a:ln w="3329" cap="flat">
                    <a:noFill/>
                    <a:prstDash val="solid"/>
                    <a:miter/>
                  </a:ln>
                </p:spPr>
                <p:txBody>
                  <a:bodyPr rtlCol="0" anchor="ctr"/>
                  <a:lstStyle/>
                  <a:p>
                    <a:endParaRPr lang="en-US" dirty="0"/>
                  </a:p>
                </p:txBody>
              </p:sp>
              <p:sp>
                <p:nvSpPr>
                  <p:cNvPr id="216" name="Grafik 13">
                    <a:extLst>
                      <a:ext uri="{FF2B5EF4-FFF2-40B4-BE49-F238E27FC236}">
                        <a16:creationId xmlns:a16="http://schemas.microsoft.com/office/drawing/2014/main" id="{15C65C96-895A-1B37-D7D7-9981A568460A}"/>
                      </a:ext>
                    </a:extLst>
                  </p:cNvPr>
                  <p:cNvSpPr/>
                  <p:nvPr/>
                </p:nvSpPr>
                <p:spPr bwMode="gray">
                  <a:xfrm>
                    <a:off x="6901788" y="2244339"/>
                    <a:ext cx="206477" cy="283740"/>
                  </a:xfrm>
                  <a:custGeom>
                    <a:avLst/>
                    <a:gdLst>
                      <a:gd name="connsiteX0" fmla="*/ 17678 w 145587"/>
                      <a:gd name="connsiteY0" fmla="*/ 158555 h 200065"/>
                      <a:gd name="connsiteX1" fmla="*/ 106056 w 145587"/>
                      <a:gd name="connsiteY1" fmla="*/ 199927 h 200065"/>
                      <a:gd name="connsiteX2" fmla="*/ 142727 w 145587"/>
                      <a:gd name="connsiteY2" fmla="*/ 131719 h 200065"/>
                      <a:gd name="connsiteX3" fmla="*/ 142727 w 145587"/>
                      <a:gd name="connsiteY3" fmla="*/ 93414 h 200065"/>
                      <a:gd name="connsiteX4" fmla="*/ 144428 w 145587"/>
                      <a:gd name="connsiteY4" fmla="*/ 80479 h 200065"/>
                      <a:gd name="connsiteX5" fmla="*/ 114857 w 145587"/>
                      <a:gd name="connsiteY5" fmla="*/ 5103 h 200065"/>
                      <a:gd name="connsiteX6" fmla="*/ 14878 w 145587"/>
                      <a:gd name="connsiteY6" fmla="*/ 49409 h 200065"/>
                      <a:gd name="connsiteX7" fmla="*/ 17678 w 145587"/>
                      <a:gd name="connsiteY7" fmla="*/ 158555 h 20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587" h="200065">
                        <a:moveTo>
                          <a:pt x="17678" y="158555"/>
                        </a:moveTo>
                        <a:cubicBezTo>
                          <a:pt x="32113" y="182625"/>
                          <a:pt x="76419" y="201894"/>
                          <a:pt x="106056" y="199927"/>
                        </a:cubicBezTo>
                        <a:cubicBezTo>
                          <a:pt x="124992" y="198660"/>
                          <a:pt x="140927" y="142954"/>
                          <a:pt x="142727" y="131719"/>
                        </a:cubicBezTo>
                        <a:cubicBezTo>
                          <a:pt x="144128" y="123851"/>
                          <a:pt x="148395" y="105516"/>
                          <a:pt x="142727" y="93414"/>
                        </a:cubicBezTo>
                        <a:cubicBezTo>
                          <a:pt x="140894" y="89447"/>
                          <a:pt x="144428" y="83413"/>
                          <a:pt x="144428" y="80479"/>
                        </a:cubicBezTo>
                        <a:cubicBezTo>
                          <a:pt x="144428" y="68444"/>
                          <a:pt x="137227" y="20238"/>
                          <a:pt x="114857" y="5103"/>
                        </a:cubicBezTo>
                        <a:cubicBezTo>
                          <a:pt x="92488" y="-10032"/>
                          <a:pt x="37281" y="9604"/>
                          <a:pt x="14878" y="49409"/>
                        </a:cubicBezTo>
                        <a:cubicBezTo>
                          <a:pt x="-20160" y="112083"/>
                          <a:pt x="17678" y="158555"/>
                          <a:pt x="17678" y="158555"/>
                        </a:cubicBezTo>
                        <a:close/>
                      </a:path>
                    </a:pathLst>
                  </a:custGeom>
                  <a:solidFill>
                    <a:srgbClr val="F9D9D2"/>
                  </a:solidFill>
                  <a:ln w="3329" cap="flat">
                    <a:noFill/>
                    <a:prstDash val="solid"/>
                    <a:miter/>
                  </a:ln>
                </p:spPr>
                <p:txBody>
                  <a:bodyPr rtlCol="0" anchor="ctr"/>
                  <a:lstStyle/>
                  <a:p>
                    <a:endParaRPr lang="en-US" dirty="0"/>
                  </a:p>
                </p:txBody>
              </p:sp>
              <p:sp>
                <p:nvSpPr>
                  <p:cNvPr id="217" name="Grafik 13">
                    <a:extLst>
                      <a:ext uri="{FF2B5EF4-FFF2-40B4-BE49-F238E27FC236}">
                        <a16:creationId xmlns:a16="http://schemas.microsoft.com/office/drawing/2014/main" id="{59585A4A-3EA2-36A4-48D8-C9761F3262E4}"/>
                      </a:ext>
                    </a:extLst>
                  </p:cNvPr>
                  <p:cNvSpPr/>
                  <p:nvPr/>
                </p:nvSpPr>
                <p:spPr bwMode="gray">
                  <a:xfrm>
                    <a:off x="7044354" y="2426136"/>
                    <a:ext cx="44772" cy="15134"/>
                  </a:xfrm>
                  <a:custGeom>
                    <a:avLst/>
                    <a:gdLst>
                      <a:gd name="connsiteX0" fmla="*/ 400 w 31569"/>
                      <a:gd name="connsiteY0" fmla="*/ 0 h 10671"/>
                      <a:gd name="connsiteX1" fmla="*/ 18069 w 31569"/>
                      <a:gd name="connsiteY1" fmla="*/ 3934 h 10671"/>
                      <a:gd name="connsiteX2" fmla="*/ 31237 w 31569"/>
                      <a:gd name="connsiteY2" fmla="*/ 600 h 10671"/>
                      <a:gd name="connsiteX3" fmla="*/ 31237 w 31569"/>
                      <a:gd name="connsiteY3" fmla="*/ 3500 h 10671"/>
                      <a:gd name="connsiteX4" fmla="*/ 18469 w 31569"/>
                      <a:gd name="connsiteY4" fmla="*/ 10668 h 10671"/>
                      <a:gd name="connsiteX5" fmla="*/ 400 w 31569"/>
                      <a:gd name="connsiteY5" fmla="*/ 3167 h 10671"/>
                      <a:gd name="connsiteX6" fmla="*/ 400 w 31569"/>
                      <a:gd name="connsiteY6" fmla="*/ 0 h 1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569" h="10671">
                        <a:moveTo>
                          <a:pt x="400" y="0"/>
                        </a:moveTo>
                        <a:cubicBezTo>
                          <a:pt x="6051" y="2217"/>
                          <a:pt x="12012" y="3544"/>
                          <a:pt x="18069" y="3934"/>
                        </a:cubicBezTo>
                        <a:cubicBezTo>
                          <a:pt x="27903" y="3934"/>
                          <a:pt x="31237" y="600"/>
                          <a:pt x="31237" y="600"/>
                        </a:cubicBezTo>
                        <a:cubicBezTo>
                          <a:pt x="31681" y="1516"/>
                          <a:pt x="31681" y="2584"/>
                          <a:pt x="31237" y="3500"/>
                        </a:cubicBezTo>
                        <a:cubicBezTo>
                          <a:pt x="28604" y="8036"/>
                          <a:pt x="23713" y="10782"/>
                          <a:pt x="18469" y="10668"/>
                        </a:cubicBezTo>
                        <a:cubicBezTo>
                          <a:pt x="12201" y="10668"/>
                          <a:pt x="1200" y="5134"/>
                          <a:pt x="400" y="3167"/>
                        </a:cubicBezTo>
                        <a:cubicBezTo>
                          <a:pt x="-133" y="2179"/>
                          <a:pt x="-133" y="988"/>
                          <a:pt x="400" y="0"/>
                        </a:cubicBezTo>
                        <a:close/>
                      </a:path>
                    </a:pathLst>
                  </a:custGeom>
                  <a:solidFill>
                    <a:srgbClr val="F2BBB3"/>
                  </a:solidFill>
                  <a:ln w="3329" cap="flat">
                    <a:noFill/>
                    <a:prstDash val="solid"/>
                    <a:miter/>
                  </a:ln>
                </p:spPr>
                <p:txBody>
                  <a:bodyPr rtlCol="0" anchor="ctr"/>
                  <a:lstStyle/>
                  <a:p>
                    <a:endParaRPr lang="en-US" dirty="0"/>
                  </a:p>
                </p:txBody>
              </p:sp>
              <p:sp>
                <p:nvSpPr>
                  <p:cNvPr id="218" name="Grafik 13">
                    <a:extLst>
                      <a:ext uri="{FF2B5EF4-FFF2-40B4-BE49-F238E27FC236}">
                        <a16:creationId xmlns:a16="http://schemas.microsoft.com/office/drawing/2014/main" id="{208FAE51-A712-8E1C-4EC4-248BFE401176}"/>
                      </a:ext>
                    </a:extLst>
                  </p:cNvPr>
                  <p:cNvSpPr/>
                  <p:nvPr/>
                </p:nvSpPr>
                <p:spPr bwMode="gray">
                  <a:xfrm>
                    <a:off x="7083806" y="2333228"/>
                    <a:ext cx="28657" cy="13882"/>
                  </a:xfrm>
                  <a:custGeom>
                    <a:avLst/>
                    <a:gdLst>
                      <a:gd name="connsiteX0" fmla="*/ 16320 w 20206"/>
                      <a:gd name="connsiteY0" fmla="*/ 2335 h 9788"/>
                      <a:gd name="connsiteX1" fmla="*/ 2418 w 20206"/>
                      <a:gd name="connsiteY1" fmla="*/ 301 h 9788"/>
                      <a:gd name="connsiteX2" fmla="*/ 1351 w 20206"/>
                      <a:gd name="connsiteY2" fmla="*/ 1134 h 9788"/>
                      <a:gd name="connsiteX3" fmla="*/ 1265 w 20206"/>
                      <a:gd name="connsiteY3" fmla="*/ 7451 h 9788"/>
                      <a:gd name="connsiteX4" fmla="*/ 4385 w 20206"/>
                      <a:gd name="connsiteY4" fmla="*/ 8802 h 9788"/>
                      <a:gd name="connsiteX5" fmla="*/ 17420 w 20206"/>
                      <a:gd name="connsiteY5" fmla="*/ 9569 h 9788"/>
                      <a:gd name="connsiteX6" fmla="*/ 16320 w 20206"/>
                      <a:gd name="connsiteY6" fmla="*/ 2335 h 9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206" h="9788">
                        <a:moveTo>
                          <a:pt x="16320" y="2335"/>
                        </a:moveTo>
                        <a:cubicBezTo>
                          <a:pt x="16320" y="2335"/>
                          <a:pt x="7986" y="-999"/>
                          <a:pt x="2418" y="301"/>
                        </a:cubicBezTo>
                        <a:cubicBezTo>
                          <a:pt x="1952" y="301"/>
                          <a:pt x="1652" y="834"/>
                          <a:pt x="1351" y="1134"/>
                        </a:cubicBezTo>
                        <a:cubicBezTo>
                          <a:pt x="-416" y="2855"/>
                          <a:pt x="-455" y="5684"/>
                          <a:pt x="1265" y="7451"/>
                        </a:cubicBezTo>
                        <a:cubicBezTo>
                          <a:pt x="2088" y="8295"/>
                          <a:pt x="3208" y="8780"/>
                          <a:pt x="4385" y="8802"/>
                        </a:cubicBezTo>
                        <a:cubicBezTo>
                          <a:pt x="8742" y="8321"/>
                          <a:pt x="13150" y="8581"/>
                          <a:pt x="17420" y="9569"/>
                        </a:cubicBezTo>
                        <a:cubicBezTo>
                          <a:pt x="22387" y="11102"/>
                          <a:pt x="19887" y="4168"/>
                          <a:pt x="16320" y="2335"/>
                        </a:cubicBezTo>
                        <a:close/>
                      </a:path>
                    </a:pathLst>
                  </a:custGeom>
                  <a:solidFill>
                    <a:srgbClr val="8A5942"/>
                  </a:solidFill>
                  <a:ln w="3329" cap="flat">
                    <a:noFill/>
                    <a:prstDash val="solid"/>
                    <a:miter/>
                  </a:ln>
                </p:spPr>
                <p:txBody>
                  <a:bodyPr rtlCol="0" anchor="ctr"/>
                  <a:lstStyle/>
                  <a:p>
                    <a:endParaRPr lang="en-US" dirty="0"/>
                  </a:p>
                </p:txBody>
              </p:sp>
              <p:sp>
                <p:nvSpPr>
                  <p:cNvPr id="219" name="Grafik 13">
                    <a:extLst>
                      <a:ext uri="{FF2B5EF4-FFF2-40B4-BE49-F238E27FC236}">
                        <a16:creationId xmlns:a16="http://schemas.microsoft.com/office/drawing/2014/main" id="{566510B4-02D8-CD9E-7E8F-14639770C32C}"/>
                      </a:ext>
                    </a:extLst>
                  </p:cNvPr>
                  <p:cNvSpPr/>
                  <p:nvPr/>
                </p:nvSpPr>
                <p:spPr bwMode="gray">
                  <a:xfrm rot="16434000">
                    <a:off x="7010333" y="2363335"/>
                    <a:ext cx="17966" cy="16925"/>
                  </a:xfrm>
                  <a:custGeom>
                    <a:avLst/>
                    <a:gdLst>
                      <a:gd name="connsiteX0" fmla="*/ 12668 w 12668"/>
                      <a:gd name="connsiteY0" fmla="*/ 5967 h 11934"/>
                      <a:gd name="connsiteX1" fmla="*/ 6334 w 12668"/>
                      <a:gd name="connsiteY1" fmla="*/ 11935 h 11934"/>
                      <a:gd name="connsiteX2" fmla="*/ 0 w 12668"/>
                      <a:gd name="connsiteY2" fmla="*/ 5967 h 11934"/>
                      <a:gd name="connsiteX3" fmla="*/ 6334 w 12668"/>
                      <a:gd name="connsiteY3" fmla="*/ 0 h 11934"/>
                      <a:gd name="connsiteX4" fmla="*/ 12668 w 12668"/>
                      <a:gd name="connsiteY4" fmla="*/ 5967 h 11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68" h="11934">
                        <a:moveTo>
                          <a:pt x="12668" y="5967"/>
                        </a:moveTo>
                        <a:cubicBezTo>
                          <a:pt x="12668" y="9263"/>
                          <a:pt x="9832" y="11935"/>
                          <a:pt x="6334" y="11935"/>
                        </a:cubicBezTo>
                        <a:cubicBezTo>
                          <a:pt x="2836" y="11935"/>
                          <a:pt x="0" y="9263"/>
                          <a:pt x="0" y="5967"/>
                        </a:cubicBezTo>
                        <a:cubicBezTo>
                          <a:pt x="0" y="2672"/>
                          <a:pt x="2836" y="0"/>
                          <a:pt x="6334" y="0"/>
                        </a:cubicBezTo>
                        <a:cubicBezTo>
                          <a:pt x="9832" y="0"/>
                          <a:pt x="12668" y="2672"/>
                          <a:pt x="12668" y="5967"/>
                        </a:cubicBezTo>
                        <a:close/>
                      </a:path>
                    </a:pathLst>
                  </a:custGeom>
                  <a:solidFill>
                    <a:srgbClr val="8A5942"/>
                  </a:solidFill>
                  <a:ln w="3329" cap="flat">
                    <a:noFill/>
                    <a:prstDash val="solid"/>
                    <a:miter/>
                  </a:ln>
                </p:spPr>
                <p:txBody>
                  <a:bodyPr rtlCol="0" anchor="ctr"/>
                  <a:lstStyle/>
                  <a:p>
                    <a:endParaRPr lang="en-US" dirty="0"/>
                  </a:p>
                </p:txBody>
              </p:sp>
              <p:sp>
                <p:nvSpPr>
                  <p:cNvPr id="220" name="Grafik 13">
                    <a:extLst>
                      <a:ext uri="{FF2B5EF4-FFF2-40B4-BE49-F238E27FC236}">
                        <a16:creationId xmlns:a16="http://schemas.microsoft.com/office/drawing/2014/main" id="{F8B2247C-8C87-8317-D46E-2B569C90E211}"/>
                      </a:ext>
                    </a:extLst>
                  </p:cNvPr>
                  <p:cNvSpPr/>
                  <p:nvPr/>
                </p:nvSpPr>
                <p:spPr bwMode="gray">
                  <a:xfrm>
                    <a:off x="6980713" y="2331062"/>
                    <a:ext cx="62152" cy="21174"/>
                  </a:xfrm>
                  <a:custGeom>
                    <a:avLst/>
                    <a:gdLst>
                      <a:gd name="connsiteX0" fmla="*/ 9668 w 43823"/>
                      <a:gd name="connsiteY0" fmla="*/ 5696 h 14930"/>
                      <a:gd name="connsiteX1" fmla="*/ 26337 w 43823"/>
                      <a:gd name="connsiteY1" fmla="*/ 395 h 14930"/>
                      <a:gd name="connsiteX2" fmla="*/ 26337 w 43823"/>
                      <a:gd name="connsiteY2" fmla="*/ 395 h 14930"/>
                      <a:gd name="connsiteX3" fmla="*/ 41405 w 43823"/>
                      <a:gd name="connsiteY3" fmla="*/ 2095 h 14930"/>
                      <a:gd name="connsiteX4" fmla="*/ 42472 w 43823"/>
                      <a:gd name="connsiteY4" fmla="*/ 2929 h 14930"/>
                      <a:gd name="connsiteX5" fmla="*/ 42559 w 43823"/>
                      <a:gd name="connsiteY5" fmla="*/ 9246 h 14930"/>
                      <a:gd name="connsiteX6" fmla="*/ 39472 w 43823"/>
                      <a:gd name="connsiteY6" fmla="*/ 10596 h 14930"/>
                      <a:gd name="connsiteX7" fmla="*/ 30871 w 43823"/>
                      <a:gd name="connsiteY7" fmla="*/ 9830 h 14930"/>
                      <a:gd name="connsiteX8" fmla="*/ 10868 w 43823"/>
                      <a:gd name="connsiteY8" fmla="*/ 10963 h 14930"/>
                      <a:gd name="connsiteX9" fmla="*/ 0 w 43823"/>
                      <a:gd name="connsiteY9" fmla="*/ 14930 h 14930"/>
                      <a:gd name="connsiteX10" fmla="*/ 9668 w 43823"/>
                      <a:gd name="connsiteY10" fmla="*/ 5696 h 14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3823" h="14930">
                        <a:moveTo>
                          <a:pt x="9668" y="5696"/>
                        </a:moveTo>
                        <a:cubicBezTo>
                          <a:pt x="14682" y="2539"/>
                          <a:pt x="20419" y="714"/>
                          <a:pt x="26337" y="395"/>
                        </a:cubicBezTo>
                        <a:lnTo>
                          <a:pt x="26337" y="395"/>
                        </a:lnTo>
                        <a:cubicBezTo>
                          <a:pt x="31421" y="-482"/>
                          <a:pt x="36645" y="108"/>
                          <a:pt x="41405" y="2095"/>
                        </a:cubicBezTo>
                        <a:cubicBezTo>
                          <a:pt x="41792" y="2329"/>
                          <a:pt x="42152" y="2609"/>
                          <a:pt x="42472" y="2929"/>
                        </a:cubicBezTo>
                        <a:cubicBezTo>
                          <a:pt x="44239" y="4649"/>
                          <a:pt x="44279" y="7477"/>
                          <a:pt x="42559" y="9246"/>
                        </a:cubicBezTo>
                        <a:cubicBezTo>
                          <a:pt x="41745" y="10082"/>
                          <a:pt x="40638" y="10566"/>
                          <a:pt x="39472" y="10596"/>
                        </a:cubicBezTo>
                        <a:cubicBezTo>
                          <a:pt x="37672" y="10596"/>
                          <a:pt x="33338" y="10063"/>
                          <a:pt x="30871" y="9830"/>
                        </a:cubicBezTo>
                        <a:cubicBezTo>
                          <a:pt x="24183" y="9478"/>
                          <a:pt x="17476" y="9859"/>
                          <a:pt x="10868" y="10963"/>
                        </a:cubicBezTo>
                        <a:cubicBezTo>
                          <a:pt x="7121" y="11916"/>
                          <a:pt x="3480" y="13246"/>
                          <a:pt x="0" y="14930"/>
                        </a:cubicBezTo>
                        <a:cubicBezTo>
                          <a:pt x="2330" y="11036"/>
                          <a:pt x="5671" y="7845"/>
                          <a:pt x="9668" y="5696"/>
                        </a:cubicBezTo>
                        <a:close/>
                      </a:path>
                    </a:pathLst>
                  </a:custGeom>
                  <a:solidFill>
                    <a:srgbClr val="8A5942"/>
                  </a:solidFill>
                  <a:ln w="3329" cap="flat">
                    <a:noFill/>
                    <a:prstDash val="solid"/>
                    <a:miter/>
                  </a:ln>
                </p:spPr>
                <p:txBody>
                  <a:bodyPr rtlCol="0" anchor="ctr"/>
                  <a:lstStyle/>
                  <a:p>
                    <a:endParaRPr lang="en-US" dirty="0"/>
                  </a:p>
                </p:txBody>
              </p:sp>
              <p:sp>
                <p:nvSpPr>
                  <p:cNvPr id="221" name="Grafik 13">
                    <a:extLst>
                      <a:ext uri="{FF2B5EF4-FFF2-40B4-BE49-F238E27FC236}">
                        <a16:creationId xmlns:a16="http://schemas.microsoft.com/office/drawing/2014/main" id="{D6E14EC6-EEE7-6B3B-7EA8-4192F14DF462}"/>
                      </a:ext>
                    </a:extLst>
                  </p:cNvPr>
                  <p:cNvSpPr/>
                  <p:nvPr/>
                </p:nvSpPr>
                <p:spPr bwMode="gray">
                  <a:xfrm>
                    <a:off x="6996163" y="2358327"/>
                    <a:ext cx="45985" cy="12543"/>
                  </a:xfrm>
                  <a:custGeom>
                    <a:avLst/>
                    <a:gdLst>
                      <a:gd name="connsiteX0" fmla="*/ 741 w 32424"/>
                      <a:gd name="connsiteY0" fmla="*/ 5707 h 8844"/>
                      <a:gd name="connsiteX1" fmla="*/ 14076 w 32424"/>
                      <a:gd name="connsiteY1" fmla="*/ 206 h 8844"/>
                      <a:gd name="connsiteX2" fmla="*/ 31678 w 32424"/>
                      <a:gd name="connsiteY2" fmla="*/ 5707 h 8844"/>
                      <a:gd name="connsiteX3" fmla="*/ 30611 w 32424"/>
                      <a:gd name="connsiteY3" fmla="*/ 8674 h 8844"/>
                      <a:gd name="connsiteX4" fmla="*/ 16910 w 32424"/>
                      <a:gd name="connsiteY4" fmla="*/ 3873 h 8844"/>
                      <a:gd name="connsiteX5" fmla="*/ 3275 w 32424"/>
                      <a:gd name="connsiteY5" fmla="*/ 6907 h 8844"/>
                      <a:gd name="connsiteX6" fmla="*/ 274 w 32424"/>
                      <a:gd name="connsiteY6" fmla="*/ 8240 h 8844"/>
                      <a:gd name="connsiteX7" fmla="*/ 741 w 32424"/>
                      <a:gd name="connsiteY7" fmla="*/ 5707 h 8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424" h="8844">
                        <a:moveTo>
                          <a:pt x="741" y="5707"/>
                        </a:moveTo>
                        <a:cubicBezTo>
                          <a:pt x="4442" y="2429"/>
                          <a:pt x="9139" y="492"/>
                          <a:pt x="14076" y="206"/>
                        </a:cubicBezTo>
                        <a:cubicBezTo>
                          <a:pt x="20470" y="-683"/>
                          <a:pt x="26928" y="1335"/>
                          <a:pt x="31678" y="5707"/>
                        </a:cubicBezTo>
                        <a:cubicBezTo>
                          <a:pt x="33312" y="7473"/>
                          <a:pt x="31945" y="9440"/>
                          <a:pt x="30611" y="8674"/>
                        </a:cubicBezTo>
                        <a:cubicBezTo>
                          <a:pt x="26577" y="5837"/>
                          <a:pt x="21834" y="4175"/>
                          <a:pt x="16910" y="3873"/>
                        </a:cubicBezTo>
                        <a:cubicBezTo>
                          <a:pt x="12166" y="3522"/>
                          <a:pt x="7422" y="4577"/>
                          <a:pt x="3275" y="6907"/>
                        </a:cubicBezTo>
                        <a:cubicBezTo>
                          <a:pt x="1608" y="7840"/>
                          <a:pt x="774" y="8607"/>
                          <a:pt x="274" y="8240"/>
                        </a:cubicBezTo>
                        <a:cubicBezTo>
                          <a:pt x="-226" y="7873"/>
                          <a:pt x="-26" y="6607"/>
                          <a:pt x="741" y="5707"/>
                        </a:cubicBezTo>
                        <a:close/>
                      </a:path>
                    </a:pathLst>
                  </a:custGeom>
                  <a:solidFill>
                    <a:srgbClr val="8A5942"/>
                  </a:solidFill>
                  <a:ln w="3329" cap="flat">
                    <a:noFill/>
                    <a:prstDash val="solid"/>
                    <a:miter/>
                  </a:ln>
                </p:spPr>
                <p:txBody>
                  <a:bodyPr rtlCol="0" anchor="ctr"/>
                  <a:lstStyle/>
                  <a:p>
                    <a:endParaRPr lang="en-US" dirty="0"/>
                  </a:p>
                </p:txBody>
              </p:sp>
              <p:sp>
                <p:nvSpPr>
                  <p:cNvPr id="222" name="Grafik 13">
                    <a:extLst>
                      <a:ext uri="{FF2B5EF4-FFF2-40B4-BE49-F238E27FC236}">
                        <a16:creationId xmlns:a16="http://schemas.microsoft.com/office/drawing/2014/main" id="{A666DEEE-7D65-F45E-A1BD-0F8FB67536EF}"/>
                      </a:ext>
                    </a:extLst>
                  </p:cNvPr>
                  <p:cNvSpPr/>
                  <p:nvPr/>
                </p:nvSpPr>
                <p:spPr bwMode="gray">
                  <a:xfrm rot="21366000">
                    <a:off x="7089278" y="2361784"/>
                    <a:ext cx="14277" cy="17966"/>
                  </a:xfrm>
                  <a:custGeom>
                    <a:avLst/>
                    <a:gdLst>
                      <a:gd name="connsiteX0" fmla="*/ 10068 w 10067"/>
                      <a:gd name="connsiteY0" fmla="*/ 6334 h 12668"/>
                      <a:gd name="connsiteX1" fmla="*/ 5034 w 10067"/>
                      <a:gd name="connsiteY1" fmla="*/ 12668 h 12668"/>
                      <a:gd name="connsiteX2" fmla="*/ 0 w 10067"/>
                      <a:gd name="connsiteY2" fmla="*/ 6334 h 12668"/>
                      <a:gd name="connsiteX3" fmla="*/ 5034 w 10067"/>
                      <a:gd name="connsiteY3" fmla="*/ 0 h 12668"/>
                      <a:gd name="connsiteX4" fmla="*/ 10068 w 10067"/>
                      <a:gd name="connsiteY4" fmla="*/ 6334 h 126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67" h="12668">
                        <a:moveTo>
                          <a:pt x="10068" y="6334"/>
                        </a:moveTo>
                        <a:cubicBezTo>
                          <a:pt x="10068" y="9832"/>
                          <a:pt x="7814" y="12668"/>
                          <a:pt x="5034" y="12668"/>
                        </a:cubicBezTo>
                        <a:cubicBezTo>
                          <a:pt x="2254" y="12668"/>
                          <a:pt x="0" y="9832"/>
                          <a:pt x="0" y="6334"/>
                        </a:cubicBezTo>
                        <a:cubicBezTo>
                          <a:pt x="0" y="2836"/>
                          <a:pt x="2254" y="0"/>
                          <a:pt x="5034" y="0"/>
                        </a:cubicBezTo>
                        <a:cubicBezTo>
                          <a:pt x="7814" y="0"/>
                          <a:pt x="10068" y="2836"/>
                          <a:pt x="10068" y="6334"/>
                        </a:cubicBezTo>
                        <a:close/>
                      </a:path>
                    </a:pathLst>
                  </a:custGeom>
                  <a:solidFill>
                    <a:srgbClr val="8A5942"/>
                  </a:solidFill>
                  <a:ln w="3329" cap="flat">
                    <a:noFill/>
                    <a:prstDash val="solid"/>
                    <a:miter/>
                  </a:ln>
                </p:spPr>
                <p:txBody>
                  <a:bodyPr rtlCol="0" anchor="ctr"/>
                  <a:lstStyle/>
                  <a:p>
                    <a:endParaRPr lang="en-US" dirty="0"/>
                  </a:p>
                </p:txBody>
              </p:sp>
              <p:sp>
                <p:nvSpPr>
                  <p:cNvPr id="223" name="Grafik 13">
                    <a:extLst>
                      <a:ext uri="{FF2B5EF4-FFF2-40B4-BE49-F238E27FC236}">
                        <a16:creationId xmlns:a16="http://schemas.microsoft.com/office/drawing/2014/main" id="{A4163C7B-D166-F65A-F31E-9DA45C787E42}"/>
                      </a:ext>
                    </a:extLst>
                  </p:cNvPr>
                  <p:cNvSpPr/>
                  <p:nvPr/>
                </p:nvSpPr>
                <p:spPr bwMode="gray">
                  <a:xfrm>
                    <a:off x="7079058" y="2357972"/>
                    <a:ext cx="30509" cy="9143"/>
                  </a:xfrm>
                  <a:custGeom>
                    <a:avLst/>
                    <a:gdLst>
                      <a:gd name="connsiteX0" fmla="*/ 19501 w 21512"/>
                      <a:gd name="connsiteY0" fmla="*/ 1290 h 6447"/>
                      <a:gd name="connsiteX1" fmla="*/ 799 w 21512"/>
                      <a:gd name="connsiteY1" fmla="*/ 4290 h 6447"/>
                      <a:gd name="connsiteX2" fmla="*/ 1666 w 21512"/>
                      <a:gd name="connsiteY2" fmla="*/ 6191 h 6447"/>
                      <a:gd name="connsiteX3" fmla="*/ 20001 w 21512"/>
                      <a:gd name="connsiteY3" fmla="*/ 4357 h 6447"/>
                      <a:gd name="connsiteX4" fmla="*/ 19501 w 21512"/>
                      <a:gd name="connsiteY4" fmla="*/ 1290 h 6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2" h="6447">
                        <a:moveTo>
                          <a:pt x="19501" y="1290"/>
                        </a:moveTo>
                        <a:cubicBezTo>
                          <a:pt x="9800" y="-2044"/>
                          <a:pt x="3066" y="1857"/>
                          <a:pt x="799" y="4290"/>
                        </a:cubicBezTo>
                        <a:cubicBezTo>
                          <a:pt x="-834" y="6024"/>
                          <a:pt x="332" y="6924"/>
                          <a:pt x="1666" y="6191"/>
                        </a:cubicBezTo>
                        <a:cubicBezTo>
                          <a:pt x="7340" y="3328"/>
                          <a:pt x="13874" y="2675"/>
                          <a:pt x="20001" y="4357"/>
                        </a:cubicBezTo>
                        <a:cubicBezTo>
                          <a:pt x="22468" y="3290"/>
                          <a:pt x="21635" y="2624"/>
                          <a:pt x="19501" y="1290"/>
                        </a:cubicBezTo>
                        <a:close/>
                      </a:path>
                    </a:pathLst>
                  </a:custGeom>
                  <a:solidFill>
                    <a:srgbClr val="8A5942"/>
                  </a:solidFill>
                  <a:ln w="3329" cap="flat">
                    <a:noFill/>
                    <a:prstDash val="solid"/>
                    <a:miter/>
                  </a:ln>
                </p:spPr>
                <p:txBody>
                  <a:bodyPr rtlCol="0" anchor="ctr"/>
                  <a:lstStyle/>
                  <a:p>
                    <a:endParaRPr lang="en-US" dirty="0"/>
                  </a:p>
                </p:txBody>
              </p:sp>
              <p:sp>
                <p:nvSpPr>
                  <p:cNvPr id="224" name="Grafik 13">
                    <a:extLst>
                      <a:ext uri="{FF2B5EF4-FFF2-40B4-BE49-F238E27FC236}">
                        <a16:creationId xmlns:a16="http://schemas.microsoft.com/office/drawing/2014/main" id="{7DC2EFB5-8BEB-9408-6582-2320B5A57CB2}"/>
                      </a:ext>
                    </a:extLst>
                  </p:cNvPr>
                  <p:cNvSpPr/>
                  <p:nvPr/>
                </p:nvSpPr>
                <p:spPr bwMode="gray">
                  <a:xfrm>
                    <a:off x="7029224" y="2457976"/>
                    <a:ext cx="57729" cy="18158"/>
                  </a:xfrm>
                  <a:custGeom>
                    <a:avLst/>
                    <a:gdLst>
                      <a:gd name="connsiteX0" fmla="*/ 0 w 40705"/>
                      <a:gd name="connsiteY0" fmla="*/ 2119 h 12803"/>
                      <a:gd name="connsiteX1" fmla="*/ 40705 w 40705"/>
                      <a:gd name="connsiteY1" fmla="*/ 2119 h 12803"/>
                      <a:gd name="connsiteX2" fmla="*/ 19136 w 40705"/>
                      <a:gd name="connsiteY2" fmla="*/ 12654 h 12803"/>
                      <a:gd name="connsiteX3" fmla="*/ 0 w 40705"/>
                      <a:gd name="connsiteY3" fmla="*/ 2119 h 12803"/>
                    </a:gdLst>
                    <a:ahLst/>
                    <a:cxnLst>
                      <a:cxn ang="0">
                        <a:pos x="connsiteX0" y="connsiteY0"/>
                      </a:cxn>
                      <a:cxn ang="0">
                        <a:pos x="connsiteX1" y="connsiteY1"/>
                      </a:cxn>
                      <a:cxn ang="0">
                        <a:pos x="connsiteX2" y="connsiteY2"/>
                      </a:cxn>
                      <a:cxn ang="0">
                        <a:pos x="connsiteX3" y="connsiteY3"/>
                      </a:cxn>
                    </a:cxnLst>
                    <a:rect l="l" t="t" r="r" b="b"/>
                    <a:pathLst>
                      <a:path w="40705" h="12803">
                        <a:moveTo>
                          <a:pt x="0" y="2119"/>
                        </a:moveTo>
                        <a:cubicBezTo>
                          <a:pt x="17035" y="-148"/>
                          <a:pt x="32237" y="-1215"/>
                          <a:pt x="40705" y="2119"/>
                        </a:cubicBezTo>
                        <a:cubicBezTo>
                          <a:pt x="36191" y="9543"/>
                          <a:pt x="27767" y="13658"/>
                          <a:pt x="19136" y="12654"/>
                        </a:cubicBezTo>
                        <a:cubicBezTo>
                          <a:pt x="10768" y="11687"/>
                          <a:pt x="0" y="2119"/>
                          <a:pt x="0" y="2119"/>
                        </a:cubicBezTo>
                        <a:close/>
                      </a:path>
                    </a:pathLst>
                  </a:custGeom>
                  <a:solidFill>
                    <a:srgbClr val="FFFFFF"/>
                  </a:solidFill>
                  <a:ln w="3329" cap="flat">
                    <a:noFill/>
                    <a:prstDash val="solid"/>
                    <a:miter/>
                  </a:ln>
                </p:spPr>
                <p:txBody>
                  <a:bodyPr rtlCol="0" anchor="ctr"/>
                  <a:lstStyle/>
                  <a:p>
                    <a:endParaRPr lang="en-US" dirty="0"/>
                  </a:p>
                </p:txBody>
              </p:sp>
              <p:sp>
                <p:nvSpPr>
                  <p:cNvPr id="225" name="Grafik 13">
                    <a:extLst>
                      <a:ext uri="{FF2B5EF4-FFF2-40B4-BE49-F238E27FC236}">
                        <a16:creationId xmlns:a16="http://schemas.microsoft.com/office/drawing/2014/main" id="{8C6EAB10-C2AC-FAE9-3990-560DB709E05D}"/>
                      </a:ext>
                    </a:extLst>
                  </p:cNvPr>
                  <p:cNvSpPr/>
                  <p:nvPr/>
                </p:nvSpPr>
                <p:spPr bwMode="gray">
                  <a:xfrm>
                    <a:off x="6799913" y="2148908"/>
                    <a:ext cx="306238" cy="268369"/>
                  </a:xfrm>
                  <a:custGeom>
                    <a:avLst/>
                    <a:gdLst>
                      <a:gd name="connsiteX0" fmla="*/ 62674 w 215928"/>
                      <a:gd name="connsiteY0" fmla="*/ 189172 h 189227"/>
                      <a:gd name="connsiteX1" fmla="*/ 101013 w 215928"/>
                      <a:gd name="connsiteY1" fmla="*/ 141299 h 189227"/>
                      <a:gd name="connsiteX2" fmla="*/ 121382 w 215928"/>
                      <a:gd name="connsiteY2" fmla="*/ 98461 h 189227"/>
                      <a:gd name="connsiteX3" fmla="*/ 198058 w 215928"/>
                      <a:gd name="connsiteY3" fmla="*/ 104695 h 189227"/>
                      <a:gd name="connsiteX4" fmla="*/ 212560 w 215928"/>
                      <a:gd name="connsiteY4" fmla="*/ 120697 h 189227"/>
                      <a:gd name="connsiteX5" fmla="*/ 189857 w 215928"/>
                      <a:gd name="connsiteY5" fmla="*/ 38320 h 189227"/>
                      <a:gd name="connsiteX6" fmla="*/ 133350 w 215928"/>
                      <a:gd name="connsiteY6" fmla="*/ 82 h 189227"/>
                      <a:gd name="connsiteX7" fmla="*/ 0 w 215928"/>
                      <a:gd name="connsiteY7" fmla="*/ 21551 h 189227"/>
                      <a:gd name="connsiteX8" fmla="*/ 85277 w 215928"/>
                      <a:gd name="connsiteY8" fmla="*/ 55789 h 189227"/>
                      <a:gd name="connsiteX9" fmla="*/ 50206 w 215928"/>
                      <a:gd name="connsiteY9" fmla="*/ 63223 h 189227"/>
                      <a:gd name="connsiteX10" fmla="*/ 62674 w 215928"/>
                      <a:gd name="connsiteY10" fmla="*/ 189172 h 189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5928" h="189227">
                        <a:moveTo>
                          <a:pt x="62674" y="189172"/>
                        </a:moveTo>
                        <a:cubicBezTo>
                          <a:pt x="69342" y="190305"/>
                          <a:pt x="102113" y="174003"/>
                          <a:pt x="101013" y="141299"/>
                        </a:cubicBezTo>
                        <a:cubicBezTo>
                          <a:pt x="99913" y="108595"/>
                          <a:pt x="103613" y="99427"/>
                          <a:pt x="121382" y="98461"/>
                        </a:cubicBezTo>
                        <a:cubicBezTo>
                          <a:pt x="139151" y="97494"/>
                          <a:pt x="190157" y="106162"/>
                          <a:pt x="198058" y="104695"/>
                        </a:cubicBezTo>
                        <a:cubicBezTo>
                          <a:pt x="210893" y="102294"/>
                          <a:pt x="210893" y="108962"/>
                          <a:pt x="212560" y="120697"/>
                        </a:cubicBezTo>
                        <a:cubicBezTo>
                          <a:pt x="212560" y="120697"/>
                          <a:pt x="228829" y="53322"/>
                          <a:pt x="189857" y="38320"/>
                        </a:cubicBezTo>
                        <a:cubicBezTo>
                          <a:pt x="189857" y="38320"/>
                          <a:pt x="192924" y="-2052"/>
                          <a:pt x="133350" y="82"/>
                        </a:cubicBezTo>
                        <a:cubicBezTo>
                          <a:pt x="76676" y="2149"/>
                          <a:pt x="38038" y="35886"/>
                          <a:pt x="0" y="21551"/>
                        </a:cubicBezTo>
                        <a:cubicBezTo>
                          <a:pt x="0" y="21551"/>
                          <a:pt x="9268" y="73924"/>
                          <a:pt x="85277" y="55789"/>
                        </a:cubicBezTo>
                        <a:cubicBezTo>
                          <a:pt x="85277" y="55789"/>
                          <a:pt x="54173" y="62856"/>
                          <a:pt x="50206" y="63223"/>
                        </a:cubicBezTo>
                        <a:cubicBezTo>
                          <a:pt x="-633" y="67690"/>
                          <a:pt x="-1200" y="171136"/>
                          <a:pt x="62674" y="189172"/>
                        </a:cubicBezTo>
                        <a:close/>
                      </a:path>
                    </a:pathLst>
                  </a:custGeom>
                  <a:solidFill>
                    <a:srgbClr val="4C4646"/>
                  </a:solidFill>
                  <a:ln w="3329" cap="flat">
                    <a:noFill/>
                    <a:prstDash val="solid"/>
                    <a:miter/>
                  </a:ln>
                </p:spPr>
                <p:txBody>
                  <a:bodyPr rtlCol="0" anchor="ctr"/>
                  <a:lstStyle/>
                  <a:p>
                    <a:endParaRPr lang="en-US" dirty="0"/>
                  </a:p>
                </p:txBody>
              </p:sp>
              <p:sp>
                <p:nvSpPr>
                  <p:cNvPr id="226" name="Grafik 13">
                    <a:extLst>
                      <a:ext uri="{FF2B5EF4-FFF2-40B4-BE49-F238E27FC236}">
                        <a16:creationId xmlns:a16="http://schemas.microsoft.com/office/drawing/2014/main" id="{B4811CF4-B613-B7E9-4BAF-8A4ACD4D36A5}"/>
                      </a:ext>
                    </a:extLst>
                  </p:cNvPr>
                  <p:cNvSpPr/>
                  <p:nvPr/>
                </p:nvSpPr>
                <p:spPr bwMode="gray">
                  <a:xfrm>
                    <a:off x="6803979" y="2165998"/>
                    <a:ext cx="304142" cy="142496"/>
                  </a:xfrm>
                  <a:custGeom>
                    <a:avLst/>
                    <a:gdLst>
                      <a:gd name="connsiteX0" fmla="*/ 206426 w 214450"/>
                      <a:gd name="connsiteY0" fmla="*/ 90978 h 100474"/>
                      <a:gd name="connsiteX1" fmla="*/ 84244 w 214450"/>
                      <a:gd name="connsiteY1" fmla="*/ 65208 h 100474"/>
                      <a:gd name="connsiteX2" fmla="*/ 0 w 214450"/>
                      <a:gd name="connsiteY2" fmla="*/ 83311 h 100474"/>
                      <a:gd name="connsiteX3" fmla="*/ 205259 w 214450"/>
                      <a:gd name="connsiteY3" fmla="*/ 34205 h 100474"/>
                      <a:gd name="connsiteX4" fmla="*/ 206426 w 214450"/>
                      <a:gd name="connsiteY4" fmla="*/ 90978 h 100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450" h="100474">
                        <a:moveTo>
                          <a:pt x="206426" y="90978"/>
                        </a:moveTo>
                        <a:cubicBezTo>
                          <a:pt x="143618" y="119782"/>
                          <a:pt x="112414" y="74776"/>
                          <a:pt x="84244" y="65208"/>
                        </a:cubicBezTo>
                        <a:cubicBezTo>
                          <a:pt x="41872" y="50807"/>
                          <a:pt x="0" y="83311"/>
                          <a:pt x="0" y="83311"/>
                        </a:cubicBezTo>
                        <a:cubicBezTo>
                          <a:pt x="32737" y="5301"/>
                          <a:pt x="160520" y="-32037"/>
                          <a:pt x="205259" y="34205"/>
                        </a:cubicBezTo>
                        <a:cubicBezTo>
                          <a:pt x="217074" y="51158"/>
                          <a:pt x="217537" y="73554"/>
                          <a:pt x="206426" y="90978"/>
                        </a:cubicBezTo>
                        <a:close/>
                      </a:path>
                    </a:pathLst>
                  </a:custGeom>
                  <a:solidFill>
                    <a:srgbClr val="4C4646"/>
                  </a:solidFill>
                  <a:ln w="3329" cap="flat">
                    <a:noFill/>
                    <a:prstDash val="solid"/>
                    <a:miter/>
                  </a:ln>
                </p:spPr>
                <p:txBody>
                  <a:bodyPr rtlCol="0" anchor="ctr"/>
                  <a:lstStyle/>
                  <a:p>
                    <a:endParaRPr lang="en-US" dirty="0"/>
                  </a:p>
                </p:txBody>
              </p:sp>
              <p:sp>
                <p:nvSpPr>
                  <p:cNvPr id="227" name="Grafik 13">
                    <a:extLst>
                      <a:ext uri="{FF2B5EF4-FFF2-40B4-BE49-F238E27FC236}">
                        <a16:creationId xmlns:a16="http://schemas.microsoft.com/office/drawing/2014/main" id="{F0243049-1944-C106-1918-AD20FED6EF1D}"/>
                      </a:ext>
                    </a:extLst>
                  </p:cNvPr>
                  <p:cNvSpPr/>
                  <p:nvPr/>
                </p:nvSpPr>
                <p:spPr bwMode="gray">
                  <a:xfrm rot="20113201">
                    <a:off x="6855033" y="2369572"/>
                    <a:ext cx="54940" cy="84253"/>
                  </a:xfrm>
                  <a:custGeom>
                    <a:avLst/>
                    <a:gdLst>
                      <a:gd name="connsiteX0" fmla="*/ 38738 w 38738"/>
                      <a:gd name="connsiteY0" fmla="*/ 29704 h 59407"/>
                      <a:gd name="connsiteX1" fmla="*/ 19369 w 38738"/>
                      <a:gd name="connsiteY1" fmla="*/ 59407 h 59407"/>
                      <a:gd name="connsiteX2" fmla="*/ 0 w 38738"/>
                      <a:gd name="connsiteY2" fmla="*/ 29704 h 59407"/>
                      <a:gd name="connsiteX3" fmla="*/ 19369 w 38738"/>
                      <a:gd name="connsiteY3" fmla="*/ 0 h 59407"/>
                      <a:gd name="connsiteX4" fmla="*/ 38738 w 38738"/>
                      <a:gd name="connsiteY4" fmla="*/ 29704 h 59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738" h="59407">
                        <a:moveTo>
                          <a:pt x="38738" y="29704"/>
                        </a:moveTo>
                        <a:cubicBezTo>
                          <a:pt x="38738" y="46109"/>
                          <a:pt x="30067" y="59407"/>
                          <a:pt x="19369" y="59407"/>
                        </a:cubicBezTo>
                        <a:cubicBezTo>
                          <a:pt x="8672" y="59407"/>
                          <a:pt x="0" y="46109"/>
                          <a:pt x="0" y="29704"/>
                        </a:cubicBezTo>
                        <a:cubicBezTo>
                          <a:pt x="0" y="13299"/>
                          <a:pt x="8672" y="0"/>
                          <a:pt x="19369" y="0"/>
                        </a:cubicBezTo>
                        <a:cubicBezTo>
                          <a:pt x="30067" y="0"/>
                          <a:pt x="38738" y="13299"/>
                          <a:pt x="38738" y="29704"/>
                        </a:cubicBezTo>
                        <a:close/>
                      </a:path>
                    </a:pathLst>
                  </a:custGeom>
                  <a:solidFill>
                    <a:srgbClr val="F9D9D2"/>
                  </a:solidFill>
                  <a:ln w="3329" cap="flat">
                    <a:noFill/>
                    <a:prstDash val="solid"/>
                    <a:miter/>
                  </a:ln>
                </p:spPr>
                <p:txBody>
                  <a:bodyPr rtlCol="0" anchor="ctr"/>
                  <a:lstStyle/>
                  <a:p>
                    <a:endParaRPr lang="en-US" dirty="0"/>
                  </a:p>
                </p:txBody>
              </p:sp>
              <p:sp>
                <p:nvSpPr>
                  <p:cNvPr id="228" name="Grafik 13">
                    <a:extLst>
                      <a:ext uri="{FF2B5EF4-FFF2-40B4-BE49-F238E27FC236}">
                        <a16:creationId xmlns:a16="http://schemas.microsoft.com/office/drawing/2014/main" id="{797A8E2B-2D8A-C341-8422-4D635A107C88}"/>
                      </a:ext>
                    </a:extLst>
                  </p:cNvPr>
                  <p:cNvSpPr/>
                  <p:nvPr/>
                </p:nvSpPr>
                <p:spPr bwMode="gray">
                  <a:xfrm>
                    <a:off x="6888800" y="2431101"/>
                    <a:ext cx="12671" cy="12671"/>
                  </a:xfrm>
                  <a:custGeom>
                    <a:avLst/>
                    <a:gdLst>
                      <a:gd name="connsiteX0" fmla="*/ 8934 w 8934"/>
                      <a:gd name="connsiteY0" fmla="*/ 4467 h 8934"/>
                      <a:gd name="connsiteX1" fmla="*/ 4467 w 8934"/>
                      <a:gd name="connsiteY1" fmla="*/ 8934 h 8934"/>
                      <a:gd name="connsiteX2" fmla="*/ 0 w 8934"/>
                      <a:gd name="connsiteY2" fmla="*/ 4467 h 8934"/>
                      <a:gd name="connsiteX3" fmla="*/ 4467 w 8934"/>
                      <a:gd name="connsiteY3" fmla="*/ 0 h 8934"/>
                      <a:gd name="connsiteX4" fmla="*/ 8934 w 8934"/>
                      <a:gd name="connsiteY4" fmla="*/ 4467 h 8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34" h="8934">
                        <a:moveTo>
                          <a:pt x="8934" y="4467"/>
                        </a:moveTo>
                        <a:cubicBezTo>
                          <a:pt x="8934" y="6934"/>
                          <a:pt x="6934" y="8934"/>
                          <a:pt x="4467" y="8934"/>
                        </a:cubicBezTo>
                        <a:cubicBezTo>
                          <a:pt x="2000" y="8934"/>
                          <a:pt x="0" y="6934"/>
                          <a:pt x="0" y="4467"/>
                        </a:cubicBezTo>
                        <a:cubicBezTo>
                          <a:pt x="0" y="2000"/>
                          <a:pt x="2000" y="0"/>
                          <a:pt x="4467" y="0"/>
                        </a:cubicBezTo>
                        <a:cubicBezTo>
                          <a:pt x="6934" y="0"/>
                          <a:pt x="8934" y="2000"/>
                          <a:pt x="8934" y="4467"/>
                        </a:cubicBezTo>
                        <a:close/>
                      </a:path>
                    </a:pathLst>
                  </a:custGeom>
                  <a:solidFill>
                    <a:srgbClr val="7F0034"/>
                  </a:solidFill>
                  <a:ln w="3329" cap="flat">
                    <a:noFill/>
                    <a:prstDash val="solid"/>
                    <a:miter/>
                  </a:ln>
                </p:spPr>
                <p:txBody>
                  <a:bodyPr rtlCol="0" anchor="ctr"/>
                  <a:lstStyle/>
                  <a:p>
                    <a:endParaRPr lang="en-US" dirty="0"/>
                  </a:p>
                </p:txBody>
              </p:sp>
              <p:sp>
                <p:nvSpPr>
                  <p:cNvPr id="229" name="Grafik 13">
                    <a:extLst>
                      <a:ext uri="{FF2B5EF4-FFF2-40B4-BE49-F238E27FC236}">
                        <a16:creationId xmlns:a16="http://schemas.microsoft.com/office/drawing/2014/main" id="{B8627AA5-79B2-6850-2BD3-02C18005562D}"/>
                      </a:ext>
                    </a:extLst>
                  </p:cNvPr>
                  <p:cNvSpPr/>
                  <p:nvPr/>
                </p:nvSpPr>
                <p:spPr bwMode="gray">
                  <a:xfrm>
                    <a:off x="6965621" y="4784064"/>
                    <a:ext cx="177036" cy="52292"/>
                  </a:xfrm>
                  <a:custGeom>
                    <a:avLst/>
                    <a:gdLst>
                      <a:gd name="connsiteX0" fmla="*/ 124822 w 124828"/>
                      <a:gd name="connsiteY0" fmla="*/ 0 h 36871"/>
                      <a:gd name="connsiteX1" fmla="*/ 124822 w 124828"/>
                      <a:gd name="connsiteY1" fmla="*/ 27437 h 36871"/>
                      <a:gd name="connsiteX2" fmla="*/ 118988 w 124828"/>
                      <a:gd name="connsiteY2" fmla="*/ 36871 h 36871"/>
                      <a:gd name="connsiteX3" fmla="*/ 5641 w 124828"/>
                      <a:gd name="connsiteY3" fmla="*/ 36871 h 36871"/>
                      <a:gd name="connsiteX4" fmla="*/ 7 w 124828"/>
                      <a:gd name="connsiteY4" fmla="*/ 27503 h 36871"/>
                      <a:gd name="connsiteX5" fmla="*/ 7 w 124828"/>
                      <a:gd name="connsiteY5" fmla="*/ 0 h 36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828" h="36871">
                        <a:moveTo>
                          <a:pt x="124822" y="0"/>
                        </a:moveTo>
                        <a:lnTo>
                          <a:pt x="124822" y="27437"/>
                        </a:lnTo>
                        <a:cubicBezTo>
                          <a:pt x="124959" y="31471"/>
                          <a:pt x="122659" y="35191"/>
                          <a:pt x="118988" y="36871"/>
                        </a:cubicBezTo>
                        <a:lnTo>
                          <a:pt x="5641" y="36871"/>
                        </a:lnTo>
                        <a:cubicBezTo>
                          <a:pt x="2071" y="35141"/>
                          <a:pt x="-140" y="31467"/>
                          <a:pt x="7" y="27503"/>
                        </a:cubicBezTo>
                        <a:lnTo>
                          <a:pt x="7" y="0"/>
                        </a:lnTo>
                        <a:close/>
                      </a:path>
                    </a:pathLst>
                  </a:custGeom>
                  <a:solidFill>
                    <a:srgbClr val="404040"/>
                  </a:solidFill>
                  <a:ln w="3329" cap="flat">
                    <a:noFill/>
                    <a:prstDash val="solid"/>
                    <a:miter/>
                  </a:ln>
                </p:spPr>
                <p:txBody>
                  <a:bodyPr rtlCol="0" anchor="ctr"/>
                  <a:lstStyle/>
                  <a:p>
                    <a:endParaRPr lang="en-US" dirty="0"/>
                  </a:p>
                </p:txBody>
              </p:sp>
              <p:sp>
                <p:nvSpPr>
                  <p:cNvPr id="230" name="Grafik 13">
                    <a:extLst>
                      <a:ext uri="{FF2B5EF4-FFF2-40B4-BE49-F238E27FC236}">
                        <a16:creationId xmlns:a16="http://schemas.microsoft.com/office/drawing/2014/main" id="{B327DCE2-A1E6-7860-FBA1-FC97784AA32C}"/>
                      </a:ext>
                    </a:extLst>
                  </p:cNvPr>
                  <p:cNvSpPr/>
                  <p:nvPr/>
                </p:nvSpPr>
                <p:spPr bwMode="gray">
                  <a:xfrm>
                    <a:off x="6965336" y="4712565"/>
                    <a:ext cx="177264" cy="79525"/>
                  </a:xfrm>
                  <a:custGeom>
                    <a:avLst/>
                    <a:gdLst>
                      <a:gd name="connsiteX0" fmla="*/ 74 w 124989"/>
                      <a:gd name="connsiteY0" fmla="*/ 50414 h 56073"/>
                      <a:gd name="connsiteX1" fmla="*/ 14509 w 124989"/>
                      <a:gd name="connsiteY1" fmla="*/ 6309 h 56073"/>
                      <a:gd name="connsiteX2" fmla="*/ 21877 w 124989"/>
                      <a:gd name="connsiteY2" fmla="*/ 20110 h 56073"/>
                      <a:gd name="connsiteX3" fmla="*/ 87785 w 124989"/>
                      <a:gd name="connsiteY3" fmla="*/ 12943 h 56073"/>
                      <a:gd name="connsiteX4" fmla="*/ 124990 w 124989"/>
                      <a:gd name="connsiteY4" fmla="*/ 50414 h 56073"/>
                      <a:gd name="connsiteX5" fmla="*/ 74 w 124989"/>
                      <a:gd name="connsiteY5" fmla="*/ 50414 h 56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989" h="56073">
                        <a:moveTo>
                          <a:pt x="74" y="50414"/>
                        </a:moveTo>
                        <a:cubicBezTo>
                          <a:pt x="-426" y="28945"/>
                          <a:pt x="1308" y="12643"/>
                          <a:pt x="14509" y="6309"/>
                        </a:cubicBezTo>
                        <a:lnTo>
                          <a:pt x="21877" y="20110"/>
                        </a:lnTo>
                        <a:cubicBezTo>
                          <a:pt x="21877" y="20110"/>
                          <a:pt x="69783" y="-19895"/>
                          <a:pt x="87785" y="12943"/>
                        </a:cubicBezTo>
                        <a:cubicBezTo>
                          <a:pt x="103087" y="40646"/>
                          <a:pt x="119322" y="30112"/>
                          <a:pt x="124990" y="50414"/>
                        </a:cubicBezTo>
                        <a:cubicBezTo>
                          <a:pt x="111688" y="56748"/>
                          <a:pt x="16010" y="59082"/>
                          <a:pt x="74" y="50414"/>
                        </a:cubicBezTo>
                        <a:close/>
                      </a:path>
                    </a:pathLst>
                  </a:custGeom>
                  <a:solidFill>
                    <a:srgbClr val="7F0034"/>
                  </a:solidFill>
                  <a:ln w="3329" cap="flat">
                    <a:noFill/>
                    <a:prstDash val="solid"/>
                    <a:miter/>
                  </a:ln>
                </p:spPr>
                <p:txBody>
                  <a:bodyPr rtlCol="0" anchor="ctr"/>
                  <a:lstStyle/>
                  <a:p>
                    <a:endParaRPr lang="en-US" dirty="0"/>
                  </a:p>
                </p:txBody>
              </p:sp>
              <p:sp>
                <p:nvSpPr>
                  <p:cNvPr id="231" name="Grafik 13">
                    <a:extLst>
                      <a:ext uri="{FF2B5EF4-FFF2-40B4-BE49-F238E27FC236}">
                        <a16:creationId xmlns:a16="http://schemas.microsoft.com/office/drawing/2014/main" id="{464862B3-0D97-F477-8FFE-1AB81DBFF7BA}"/>
                      </a:ext>
                    </a:extLst>
                  </p:cNvPr>
                  <p:cNvSpPr/>
                  <p:nvPr/>
                </p:nvSpPr>
                <p:spPr bwMode="gray">
                  <a:xfrm>
                    <a:off x="6392165" y="2807028"/>
                    <a:ext cx="82835" cy="82835"/>
                  </a:xfrm>
                  <a:custGeom>
                    <a:avLst/>
                    <a:gdLst>
                      <a:gd name="connsiteX0" fmla="*/ 58407 w 58407"/>
                      <a:gd name="connsiteY0" fmla="*/ 29204 h 58407"/>
                      <a:gd name="connsiteX1" fmla="*/ 29204 w 58407"/>
                      <a:gd name="connsiteY1" fmla="*/ 58407 h 58407"/>
                      <a:gd name="connsiteX2" fmla="*/ 0 w 58407"/>
                      <a:gd name="connsiteY2" fmla="*/ 29204 h 58407"/>
                      <a:gd name="connsiteX3" fmla="*/ 29204 w 58407"/>
                      <a:gd name="connsiteY3" fmla="*/ 0 h 58407"/>
                      <a:gd name="connsiteX4" fmla="*/ 58407 w 58407"/>
                      <a:gd name="connsiteY4" fmla="*/ 29204 h 58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407" h="58407">
                        <a:moveTo>
                          <a:pt x="58407" y="29204"/>
                        </a:moveTo>
                        <a:cubicBezTo>
                          <a:pt x="58407" y="45332"/>
                          <a:pt x="45332" y="58407"/>
                          <a:pt x="29204" y="58407"/>
                        </a:cubicBezTo>
                        <a:cubicBezTo>
                          <a:pt x="13075" y="58407"/>
                          <a:pt x="0" y="45332"/>
                          <a:pt x="0" y="29204"/>
                        </a:cubicBezTo>
                        <a:cubicBezTo>
                          <a:pt x="0" y="13075"/>
                          <a:pt x="13075" y="0"/>
                          <a:pt x="29204" y="0"/>
                        </a:cubicBezTo>
                        <a:cubicBezTo>
                          <a:pt x="45332" y="0"/>
                          <a:pt x="58407" y="13075"/>
                          <a:pt x="58407" y="29204"/>
                        </a:cubicBezTo>
                        <a:close/>
                      </a:path>
                    </a:pathLst>
                  </a:custGeom>
                  <a:solidFill>
                    <a:srgbClr val="F9D9D2"/>
                  </a:solidFill>
                  <a:ln w="3329" cap="flat">
                    <a:noFill/>
                    <a:prstDash val="solid"/>
                    <a:miter/>
                  </a:ln>
                </p:spPr>
                <p:txBody>
                  <a:bodyPr rtlCol="0" anchor="ctr"/>
                  <a:lstStyle/>
                  <a:p>
                    <a:endParaRPr lang="en-US" dirty="0"/>
                  </a:p>
                </p:txBody>
              </p:sp>
              <p:sp>
                <p:nvSpPr>
                  <p:cNvPr id="232" name="Grafik 13">
                    <a:extLst>
                      <a:ext uri="{FF2B5EF4-FFF2-40B4-BE49-F238E27FC236}">
                        <a16:creationId xmlns:a16="http://schemas.microsoft.com/office/drawing/2014/main" id="{6931CE18-3330-8950-DCB8-BA212199626D}"/>
                      </a:ext>
                    </a:extLst>
                  </p:cNvPr>
                  <p:cNvSpPr/>
                  <p:nvPr/>
                </p:nvSpPr>
                <p:spPr bwMode="gray">
                  <a:xfrm>
                    <a:off x="6367543" y="2707455"/>
                    <a:ext cx="46640" cy="46949"/>
                  </a:xfrm>
                  <a:custGeom>
                    <a:avLst/>
                    <a:gdLst>
                      <a:gd name="connsiteX0" fmla="*/ 1792 w 32886"/>
                      <a:gd name="connsiteY0" fmla="*/ 100 h 33104"/>
                      <a:gd name="connsiteX1" fmla="*/ 25962 w 32886"/>
                      <a:gd name="connsiteY1" fmla="*/ 12568 h 33104"/>
                      <a:gd name="connsiteX2" fmla="*/ 32629 w 32886"/>
                      <a:gd name="connsiteY2" fmla="*/ 25670 h 33104"/>
                      <a:gd name="connsiteX3" fmla="*/ 29296 w 32886"/>
                      <a:gd name="connsiteY3" fmla="*/ 33104 h 33104"/>
                      <a:gd name="connsiteX4" fmla="*/ 4626 w 32886"/>
                      <a:gd name="connsiteY4" fmla="*/ 20002 h 33104"/>
                      <a:gd name="connsiteX5" fmla="*/ 1892 w 32886"/>
                      <a:gd name="connsiteY5" fmla="*/ 0 h 3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886" h="33104">
                        <a:moveTo>
                          <a:pt x="1792" y="100"/>
                        </a:moveTo>
                        <a:cubicBezTo>
                          <a:pt x="1792" y="100"/>
                          <a:pt x="18128" y="11101"/>
                          <a:pt x="25962" y="12568"/>
                        </a:cubicBezTo>
                        <a:cubicBezTo>
                          <a:pt x="33796" y="14035"/>
                          <a:pt x="33096" y="16302"/>
                          <a:pt x="32629" y="25670"/>
                        </a:cubicBezTo>
                        <a:cubicBezTo>
                          <a:pt x="32683" y="28520"/>
                          <a:pt x="31459" y="31247"/>
                          <a:pt x="29296" y="33104"/>
                        </a:cubicBezTo>
                        <a:cubicBezTo>
                          <a:pt x="22228" y="30637"/>
                          <a:pt x="15027" y="30104"/>
                          <a:pt x="4626" y="20002"/>
                        </a:cubicBezTo>
                        <a:cubicBezTo>
                          <a:pt x="792" y="16302"/>
                          <a:pt x="-2042" y="10001"/>
                          <a:pt x="1892" y="0"/>
                        </a:cubicBezTo>
                        <a:close/>
                      </a:path>
                    </a:pathLst>
                  </a:custGeom>
                  <a:solidFill>
                    <a:srgbClr val="F9D9D2"/>
                  </a:solidFill>
                  <a:ln w="3329" cap="flat">
                    <a:noFill/>
                    <a:prstDash val="solid"/>
                    <a:miter/>
                  </a:ln>
                </p:spPr>
                <p:txBody>
                  <a:bodyPr rtlCol="0" anchor="ctr"/>
                  <a:lstStyle/>
                  <a:p>
                    <a:endParaRPr lang="en-US" dirty="0"/>
                  </a:p>
                </p:txBody>
              </p:sp>
              <p:sp>
                <p:nvSpPr>
                  <p:cNvPr id="233" name="Grafik 13">
                    <a:extLst>
                      <a:ext uri="{FF2B5EF4-FFF2-40B4-BE49-F238E27FC236}">
                        <a16:creationId xmlns:a16="http://schemas.microsoft.com/office/drawing/2014/main" id="{C5BF25DE-2A12-55FE-27DD-8B7C7FFD98A2}"/>
                      </a:ext>
                    </a:extLst>
                  </p:cNvPr>
                  <p:cNvSpPr/>
                  <p:nvPr/>
                </p:nvSpPr>
                <p:spPr bwMode="gray">
                  <a:xfrm>
                    <a:off x="6393160" y="2727738"/>
                    <a:ext cx="53324" cy="63836"/>
                  </a:xfrm>
                  <a:custGeom>
                    <a:avLst/>
                    <a:gdLst>
                      <a:gd name="connsiteX0" fmla="*/ 13966 w 37599"/>
                      <a:gd name="connsiteY0" fmla="*/ 1167 h 45011"/>
                      <a:gd name="connsiteX1" fmla="*/ 36669 w 37599"/>
                      <a:gd name="connsiteY1" fmla="*/ 23803 h 45011"/>
                      <a:gd name="connsiteX2" fmla="*/ 11166 w 37599"/>
                      <a:gd name="connsiteY2" fmla="*/ 42039 h 45011"/>
                      <a:gd name="connsiteX3" fmla="*/ 12100 w 37599"/>
                      <a:gd name="connsiteY3" fmla="*/ 41172 h 45011"/>
                      <a:gd name="connsiteX4" fmla="*/ 698 w 37599"/>
                      <a:gd name="connsiteY4" fmla="*/ 14935 h 45011"/>
                      <a:gd name="connsiteX5" fmla="*/ 12666 w 37599"/>
                      <a:gd name="connsiteY5" fmla="*/ 0 h 4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99" h="45011">
                        <a:moveTo>
                          <a:pt x="13966" y="1167"/>
                        </a:moveTo>
                        <a:cubicBezTo>
                          <a:pt x="19627" y="10411"/>
                          <a:pt x="27408" y="18169"/>
                          <a:pt x="36669" y="23803"/>
                        </a:cubicBezTo>
                        <a:cubicBezTo>
                          <a:pt x="41070" y="31571"/>
                          <a:pt x="29402" y="52773"/>
                          <a:pt x="11166" y="42039"/>
                        </a:cubicBezTo>
                        <a:lnTo>
                          <a:pt x="12100" y="41172"/>
                        </a:lnTo>
                        <a:lnTo>
                          <a:pt x="698" y="14935"/>
                        </a:lnTo>
                        <a:cubicBezTo>
                          <a:pt x="-2036" y="8034"/>
                          <a:pt x="3532" y="4934"/>
                          <a:pt x="12666" y="0"/>
                        </a:cubicBezTo>
                        <a:close/>
                      </a:path>
                    </a:pathLst>
                  </a:custGeom>
                  <a:solidFill>
                    <a:srgbClr val="F9D9D2"/>
                  </a:solidFill>
                  <a:ln w="3329" cap="flat">
                    <a:noFill/>
                    <a:prstDash val="solid"/>
                    <a:miter/>
                  </a:ln>
                </p:spPr>
                <p:txBody>
                  <a:bodyPr rtlCol="0" anchor="ctr"/>
                  <a:lstStyle/>
                  <a:p>
                    <a:endParaRPr lang="en-US" dirty="0"/>
                  </a:p>
                </p:txBody>
              </p:sp>
              <p:sp>
                <p:nvSpPr>
                  <p:cNvPr id="234" name="Grafik 13">
                    <a:extLst>
                      <a:ext uri="{FF2B5EF4-FFF2-40B4-BE49-F238E27FC236}">
                        <a16:creationId xmlns:a16="http://schemas.microsoft.com/office/drawing/2014/main" id="{6176BE5A-849D-23FD-2B04-F687136DAED2}"/>
                      </a:ext>
                    </a:extLst>
                  </p:cNvPr>
                  <p:cNvSpPr/>
                  <p:nvPr/>
                </p:nvSpPr>
                <p:spPr bwMode="gray">
                  <a:xfrm>
                    <a:off x="6407754" y="2761592"/>
                    <a:ext cx="68371" cy="94643"/>
                  </a:xfrm>
                  <a:custGeom>
                    <a:avLst/>
                    <a:gdLst>
                      <a:gd name="connsiteX0" fmla="*/ 46515 w 48208"/>
                      <a:gd name="connsiteY0" fmla="*/ 36671 h 66733"/>
                      <a:gd name="connsiteX1" fmla="*/ 26246 w 48208"/>
                      <a:gd name="connsiteY1" fmla="*/ 0 h 66733"/>
                      <a:gd name="connsiteX2" fmla="*/ 1076 w 48208"/>
                      <a:gd name="connsiteY2" fmla="*/ 15869 h 66733"/>
                      <a:gd name="connsiteX3" fmla="*/ 4410 w 48208"/>
                      <a:gd name="connsiteY3" fmla="*/ 45872 h 66733"/>
                      <a:gd name="connsiteX4" fmla="*/ 35314 w 48208"/>
                      <a:gd name="connsiteY4" fmla="*/ 66542 h 66733"/>
                      <a:gd name="connsiteX5" fmla="*/ 46515 w 48208"/>
                      <a:gd name="connsiteY5" fmla="*/ 36671 h 66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208" h="66733">
                        <a:moveTo>
                          <a:pt x="46515" y="36671"/>
                        </a:moveTo>
                        <a:cubicBezTo>
                          <a:pt x="44548" y="26937"/>
                          <a:pt x="39848" y="15502"/>
                          <a:pt x="26246" y="0"/>
                        </a:cubicBezTo>
                        <a:cubicBezTo>
                          <a:pt x="24612" y="0"/>
                          <a:pt x="-1391" y="7801"/>
                          <a:pt x="1076" y="15869"/>
                        </a:cubicBezTo>
                        <a:cubicBezTo>
                          <a:pt x="1076" y="15869"/>
                          <a:pt x="-2891" y="34838"/>
                          <a:pt x="4410" y="45872"/>
                        </a:cubicBezTo>
                        <a:cubicBezTo>
                          <a:pt x="13077" y="59207"/>
                          <a:pt x="18178" y="68175"/>
                          <a:pt x="35314" y="66542"/>
                        </a:cubicBezTo>
                        <a:cubicBezTo>
                          <a:pt x="50849" y="65141"/>
                          <a:pt x="49082" y="48706"/>
                          <a:pt x="46515" y="36671"/>
                        </a:cubicBezTo>
                        <a:close/>
                      </a:path>
                    </a:pathLst>
                  </a:custGeom>
                  <a:solidFill>
                    <a:srgbClr val="F9D9D2"/>
                  </a:solidFill>
                  <a:ln w="3329" cap="flat">
                    <a:noFill/>
                    <a:prstDash val="solid"/>
                    <a:miter/>
                  </a:ln>
                </p:spPr>
                <p:txBody>
                  <a:bodyPr rtlCol="0" anchor="ctr"/>
                  <a:lstStyle/>
                  <a:p>
                    <a:endParaRPr lang="en-US" dirty="0"/>
                  </a:p>
                </p:txBody>
              </p:sp>
              <p:sp>
                <p:nvSpPr>
                  <p:cNvPr id="235" name="Grafik 13">
                    <a:extLst>
                      <a:ext uri="{FF2B5EF4-FFF2-40B4-BE49-F238E27FC236}">
                        <a16:creationId xmlns:a16="http://schemas.microsoft.com/office/drawing/2014/main" id="{AAF06112-7202-A4A2-C4E7-78F2252CA5BD}"/>
                      </a:ext>
                    </a:extLst>
                  </p:cNvPr>
                  <p:cNvSpPr/>
                  <p:nvPr/>
                </p:nvSpPr>
                <p:spPr bwMode="gray">
                  <a:xfrm>
                    <a:off x="6324432" y="2747029"/>
                    <a:ext cx="146976" cy="123242"/>
                  </a:xfrm>
                  <a:custGeom>
                    <a:avLst/>
                    <a:gdLst>
                      <a:gd name="connsiteX0" fmla="*/ 50292 w 103633"/>
                      <a:gd name="connsiteY0" fmla="*/ 80677 h 86898"/>
                      <a:gd name="connsiteX1" fmla="*/ 6953 w 103633"/>
                      <a:gd name="connsiteY1" fmla="*/ 46906 h 86898"/>
                      <a:gd name="connsiteX2" fmla="*/ 2619 w 103633"/>
                      <a:gd name="connsiteY2" fmla="*/ 0 h 86898"/>
                      <a:gd name="connsiteX3" fmla="*/ 60060 w 103633"/>
                      <a:gd name="connsiteY3" fmla="*/ 18169 h 86898"/>
                      <a:gd name="connsiteX4" fmla="*/ 67394 w 103633"/>
                      <a:gd name="connsiteY4" fmla="*/ 15535 h 86898"/>
                      <a:gd name="connsiteX5" fmla="*/ 75995 w 103633"/>
                      <a:gd name="connsiteY5" fmla="*/ 17502 h 86898"/>
                      <a:gd name="connsiteX6" fmla="*/ 103632 w 103633"/>
                      <a:gd name="connsiteY6" fmla="*/ 54907 h 86898"/>
                      <a:gd name="connsiteX7" fmla="*/ 103265 w 103633"/>
                      <a:gd name="connsiteY7" fmla="*/ 63375 h 86898"/>
                      <a:gd name="connsiteX8" fmla="*/ 50292 w 103633"/>
                      <a:gd name="connsiteY8" fmla="*/ 80677 h 86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633" h="86898">
                        <a:moveTo>
                          <a:pt x="50292" y="80677"/>
                        </a:moveTo>
                        <a:cubicBezTo>
                          <a:pt x="37624" y="71509"/>
                          <a:pt x="36424" y="74309"/>
                          <a:pt x="6953" y="46906"/>
                        </a:cubicBezTo>
                        <a:cubicBezTo>
                          <a:pt x="2086" y="32804"/>
                          <a:pt x="-3348" y="16535"/>
                          <a:pt x="2619" y="0"/>
                        </a:cubicBezTo>
                        <a:cubicBezTo>
                          <a:pt x="11687" y="5501"/>
                          <a:pt x="53592" y="14969"/>
                          <a:pt x="60060" y="18169"/>
                        </a:cubicBezTo>
                        <a:cubicBezTo>
                          <a:pt x="61360" y="18802"/>
                          <a:pt x="61660" y="16269"/>
                          <a:pt x="67394" y="15535"/>
                        </a:cubicBezTo>
                        <a:cubicBezTo>
                          <a:pt x="70391" y="15345"/>
                          <a:pt x="73378" y="16029"/>
                          <a:pt x="75995" y="17502"/>
                        </a:cubicBezTo>
                        <a:cubicBezTo>
                          <a:pt x="81596" y="20503"/>
                          <a:pt x="103865" y="28170"/>
                          <a:pt x="103632" y="54907"/>
                        </a:cubicBezTo>
                        <a:cubicBezTo>
                          <a:pt x="103632" y="59607"/>
                          <a:pt x="103265" y="63375"/>
                          <a:pt x="103265" y="63375"/>
                        </a:cubicBezTo>
                        <a:cubicBezTo>
                          <a:pt x="105066" y="79877"/>
                          <a:pt x="71595" y="96145"/>
                          <a:pt x="50292" y="80677"/>
                        </a:cubicBezTo>
                        <a:close/>
                      </a:path>
                    </a:pathLst>
                  </a:custGeom>
                  <a:solidFill>
                    <a:srgbClr val="F9D9D2"/>
                  </a:solidFill>
                  <a:ln w="3329" cap="flat">
                    <a:noFill/>
                    <a:prstDash val="solid"/>
                    <a:miter/>
                  </a:ln>
                </p:spPr>
                <p:txBody>
                  <a:bodyPr rtlCol="0" anchor="ctr"/>
                  <a:lstStyle/>
                  <a:p>
                    <a:endParaRPr lang="en-US" dirty="0"/>
                  </a:p>
                </p:txBody>
              </p:sp>
              <p:sp>
                <p:nvSpPr>
                  <p:cNvPr id="236" name="Grafik 13">
                    <a:extLst>
                      <a:ext uri="{FF2B5EF4-FFF2-40B4-BE49-F238E27FC236}">
                        <a16:creationId xmlns:a16="http://schemas.microsoft.com/office/drawing/2014/main" id="{26EF90F6-117B-551D-E57B-6DC548C4F4E8}"/>
                      </a:ext>
                    </a:extLst>
                  </p:cNvPr>
                  <p:cNvSpPr/>
                  <p:nvPr/>
                </p:nvSpPr>
                <p:spPr bwMode="gray">
                  <a:xfrm>
                    <a:off x="6374813" y="2766495"/>
                    <a:ext cx="80123" cy="75825"/>
                  </a:xfrm>
                  <a:custGeom>
                    <a:avLst/>
                    <a:gdLst>
                      <a:gd name="connsiteX0" fmla="*/ 0 w 56495"/>
                      <a:gd name="connsiteY0" fmla="*/ 4244 h 53464"/>
                      <a:gd name="connsiteX1" fmla="*/ 19036 w 56495"/>
                      <a:gd name="connsiteY1" fmla="*/ 10 h 53464"/>
                      <a:gd name="connsiteX2" fmla="*/ 55040 w 56495"/>
                      <a:gd name="connsiteY2" fmla="*/ 36081 h 53464"/>
                      <a:gd name="connsiteX3" fmla="*/ 29904 w 56495"/>
                      <a:gd name="connsiteY3" fmla="*/ 44482 h 53464"/>
                      <a:gd name="connsiteX4" fmla="*/ 5201 w 56495"/>
                      <a:gd name="connsiteY4" fmla="*/ 15412 h 53464"/>
                      <a:gd name="connsiteX5" fmla="*/ 0 w 56495"/>
                      <a:gd name="connsiteY5" fmla="*/ 4244 h 5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495" h="53464">
                        <a:moveTo>
                          <a:pt x="0" y="4244"/>
                        </a:moveTo>
                        <a:cubicBezTo>
                          <a:pt x="10635" y="11578"/>
                          <a:pt x="18002" y="-390"/>
                          <a:pt x="19036" y="10"/>
                        </a:cubicBezTo>
                        <a:cubicBezTo>
                          <a:pt x="15702" y="3077"/>
                          <a:pt x="31370" y="26680"/>
                          <a:pt x="55040" y="36081"/>
                        </a:cubicBezTo>
                        <a:cubicBezTo>
                          <a:pt x="61708" y="46349"/>
                          <a:pt x="44105" y="64451"/>
                          <a:pt x="29904" y="44482"/>
                        </a:cubicBezTo>
                        <a:cubicBezTo>
                          <a:pt x="16135" y="25146"/>
                          <a:pt x="14768" y="23213"/>
                          <a:pt x="5201" y="15412"/>
                        </a:cubicBezTo>
                        <a:cubicBezTo>
                          <a:pt x="5367" y="13678"/>
                          <a:pt x="533" y="6111"/>
                          <a:pt x="0" y="4244"/>
                        </a:cubicBezTo>
                        <a:close/>
                      </a:path>
                    </a:pathLst>
                  </a:custGeom>
                  <a:solidFill>
                    <a:srgbClr val="F2BBB3"/>
                  </a:solidFill>
                  <a:ln w="3329" cap="flat">
                    <a:noFill/>
                    <a:prstDash val="solid"/>
                    <a:miter/>
                  </a:ln>
                </p:spPr>
                <p:txBody>
                  <a:bodyPr rtlCol="0" anchor="ctr"/>
                  <a:lstStyle/>
                  <a:p>
                    <a:endParaRPr lang="en-US" dirty="0"/>
                  </a:p>
                </p:txBody>
              </p:sp>
              <p:sp>
                <p:nvSpPr>
                  <p:cNvPr id="237" name="Grafik 13">
                    <a:extLst>
                      <a:ext uri="{FF2B5EF4-FFF2-40B4-BE49-F238E27FC236}">
                        <a16:creationId xmlns:a16="http://schemas.microsoft.com/office/drawing/2014/main" id="{076AFA84-642B-47A3-C58C-2885F299F66D}"/>
                      </a:ext>
                    </a:extLst>
                  </p:cNvPr>
                  <p:cNvSpPr/>
                  <p:nvPr/>
                </p:nvSpPr>
                <p:spPr bwMode="gray">
                  <a:xfrm>
                    <a:off x="6202664" y="2533841"/>
                    <a:ext cx="457344" cy="322311"/>
                  </a:xfrm>
                  <a:custGeom>
                    <a:avLst/>
                    <a:gdLst>
                      <a:gd name="connsiteX0" fmla="*/ 0 w 322473"/>
                      <a:gd name="connsiteY0" fmla="*/ 6701 h 227261"/>
                      <a:gd name="connsiteX1" fmla="*/ 5101 w 322473"/>
                      <a:gd name="connsiteY1" fmla="*/ 0 h 227261"/>
                      <a:gd name="connsiteX2" fmla="*/ 322474 w 322473"/>
                      <a:gd name="connsiteY2" fmla="*/ 220527 h 227261"/>
                      <a:gd name="connsiteX3" fmla="*/ 317340 w 322473"/>
                      <a:gd name="connsiteY3" fmla="*/ 227262 h 227261"/>
                      <a:gd name="connsiteX4" fmla="*/ 0 w 322473"/>
                      <a:gd name="connsiteY4" fmla="*/ 6701 h 227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473" h="227261">
                        <a:moveTo>
                          <a:pt x="0" y="6701"/>
                        </a:moveTo>
                        <a:lnTo>
                          <a:pt x="5101" y="0"/>
                        </a:lnTo>
                        <a:lnTo>
                          <a:pt x="322474" y="220527"/>
                        </a:lnTo>
                        <a:lnTo>
                          <a:pt x="317340" y="227262"/>
                        </a:lnTo>
                        <a:lnTo>
                          <a:pt x="0" y="6701"/>
                        </a:lnTo>
                        <a:close/>
                      </a:path>
                    </a:pathLst>
                  </a:custGeom>
                  <a:solidFill>
                    <a:srgbClr val="BFBFBF"/>
                  </a:solidFill>
                  <a:ln w="3329" cap="flat">
                    <a:noFill/>
                    <a:prstDash val="solid"/>
                    <a:miter/>
                  </a:ln>
                </p:spPr>
                <p:txBody>
                  <a:bodyPr rtlCol="0" anchor="ctr"/>
                  <a:lstStyle/>
                  <a:p>
                    <a:endParaRPr lang="en-US" dirty="0"/>
                  </a:p>
                </p:txBody>
              </p:sp>
              <p:sp>
                <p:nvSpPr>
                  <p:cNvPr id="238" name="Grafik 13">
                    <a:extLst>
                      <a:ext uri="{FF2B5EF4-FFF2-40B4-BE49-F238E27FC236}">
                        <a16:creationId xmlns:a16="http://schemas.microsoft.com/office/drawing/2014/main" id="{267A278B-BD85-C7BF-ABF4-E32CB94FE16B}"/>
                      </a:ext>
                    </a:extLst>
                  </p:cNvPr>
                  <p:cNvSpPr/>
                  <p:nvPr/>
                </p:nvSpPr>
                <p:spPr bwMode="gray">
                  <a:xfrm>
                    <a:off x="6209993" y="2533841"/>
                    <a:ext cx="450016" cy="312760"/>
                  </a:xfrm>
                  <a:custGeom>
                    <a:avLst/>
                    <a:gdLst>
                      <a:gd name="connsiteX0" fmla="*/ 317306 w 317306"/>
                      <a:gd name="connsiteY0" fmla="*/ 220527 h 220527"/>
                      <a:gd name="connsiteX1" fmla="*/ 149585 w 317306"/>
                      <a:gd name="connsiteY1" fmla="*/ 220527 h 220527"/>
                      <a:gd name="connsiteX2" fmla="*/ 0 w 317306"/>
                      <a:gd name="connsiteY2" fmla="*/ 0 h 220527"/>
                      <a:gd name="connsiteX3" fmla="*/ 167754 w 317306"/>
                      <a:gd name="connsiteY3" fmla="*/ 0 h 220527"/>
                      <a:gd name="connsiteX4" fmla="*/ 317306 w 317306"/>
                      <a:gd name="connsiteY4" fmla="*/ 220527 h 2205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306" h="220527">
                        <a:moveTo>
                          <a:pt x="317306" y="220527"/>
                        </a:moveTo>
                        <a:lnTo>
                          <a:pt x="149585" y="220527"/>
                        </a:lnTo>
                        <a:lnTo>
                          <a:pt x="0" y="0"/>
                        </a:lnTo>
                        <a:lnTo>
                          <a:pt x="167754" y="0"/>
                        </a:lnTo>
                        <a:lnTo>
                          <a:pt x="317306" y="220527"/>
                        </a:lnTo>
                        <a:close/>
                      </a:path>
                    </a:pathLst>
                  </a:custGeom>
                  <a:solidFill>
                    <a:srgbClr val="BFBFBF"/>
                  </a:solidFill>
                  <a:ln w="3329" cap="flat">
                    <a:noFill/>
                    <a:prstDash val="solid"/>
                    <a:miter/>
                  </a:ln>
                </p:spPr>
                <p:txBody>
                  <a:bodyPr rtlCol="0" anchor="ctr"/>
                  <a:lstStyle/>
                  <a:p>
                    <a:endParaRPr lang="en-US" dirty="0"/>
                  </a:p>
                </p:txBody>
              </p:sp>
              <p:sp>
                <p:nvSpPr>
                  <p:cNvPr id="239" name="Grafik 13">
                    <a:extLst>
                      <a:ext uri="{FF2B5EF4-FFF2-40B4-BE49-F238E27FC236}">
                        <a16:creationId xmlns:a16="http://schemas.microsoft.com/office/drawing/2014/main" id="{70EF1548-1EC9-E128-FD46-B29A500FB836}"/>
                      </a:ext>
                    </a:extLst>
                  </p:cNvPr>
                  <p:cNvSpPr/>
                  <p:nvPr/>
                </p:nvSpPr>
                <p:spPr bwMode="gray">
                  <a:xfrm>
                    <a:off x="6202664" y="2543345"/>
                    <a:ext cx="450063" cy="312807"/>
                  </a:xfrm>
                  <a:custGeom>
                    <a:avLst/>
                    <a:gdLst>
                      <a:gd name="connsiteX0" fmla="*/ 317340 w 317339"/>
                      <a:gd name="connsiteY0" fmla="*/ 220561 h 220560"/>
                      <a:gd name="connsiteX1" fmla="*/ 149585 w 317339"/>
                      <a:gd name="connsiteY1" fmla="*/ 220561 h 220560"/>
                      <a:gd name="connsiteX2" fmla="*/ 0 w 317339"/>
                      <a:gd name="connsiteY2" fmla="*/ 0 h 220560"/>
                      <a:gd name="connsiteX3" fmla="*/ 167754 w 317339"/>
                      <a:gd name="connsiteY3" fmla="*/ 0 h 220560"/>
                      <a:gd name="connsiteX4" fmla="*/ 317340 w 317339"/>
                      <a:gd name="connsiteY4" fmla="*/ 220561 h 220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7339" h="220560">
                        <a:moveTo>
                          <a:pt x="317340" y="220561"/>
                        </a:moveTo>
                        <a:lnTo>
                          <a:pt x="149585" y="220561"/>
                        </a:lnTo>
                        <a:lnTo>
                          <a:pt x="0" y="0"/>
                        </a:lnTo>
                        <a:lnTo>
                          <a:pt x="167754" y="0"/>
                        </a:lnTo>
                        <a:lnTo>
                          <a:pt x="317340" y="220561"/>
                        </a:lnTo>
                        <a:close/>
                      </a:path>
                    </a:pathLst>
                  </a:custGeom>
                  <a:solidFill>
                    <a:srgbClr val="808080"/>
                  </a:solidFill>
                  <a:ln w="3329" cap="flat">
                    <a:noFill/>
                    <a:prstDash val="solid"/>
                    <a:miter/>
                  </a:ln>
                </p:spPr>
                <p:txBody>
                  <a:bodyPr rtlCol="0" anchor="ctr"/>
                  <a:lstStyle/>
                  <a:p>
                    <a:endParaRPr lang="en-US" dirty="0"/>
                  </a:p>
                </p:txBody>
              </p:sp>
              <p:sp>
                <p:nvSpPr>
                  <p:cNvPr id="240" name="Grafik 13">
                    <a:extLst>
                      <a:ext uri="{FF2B5EF4-FFF2-40B4-BE49-F238E27FC236}">
                        <a16:creationId xmlns:a16="http://schemas.microsoft.com/office/drawing/2014/main" id="{F487B020-8E84-F2CE-77F2-1C8340564EF1}"/>
                      </a:ext>
                    </a:extLst>
                  </p:cNvPr>
                  <p:cNvSpPr/>
                  <p:nvPr/>
                </p:nvSpPr>
                <p:spPr bwMode="gray">
                  <a:xfrm rot="17759398">
                    <a:off x="6418055" y="2565300"/>
                    <a:ext cx="13710" cy="17115"/>
                  </a:xfrm>
                  <a:custGeom>
                    <a:avLst/>
                    <a:gdLst>
                      <a:gd name="connsiteX0" fmla="*/ 9668 w 9667"/>
                      <a:gd name="connsiteY0" fmla="*/ 6034 h 12068"/>
                      <a:gd name="connsiteX1" fmla="*/ 4834 w 9667"/>
                      <a:gd name="connsiteY1" fmla="*/ 12068 h 12068"/>
                      <a:gd name="connsiteX2" fmla="*/ 0 w 9667"/>
                      <a:gd name="connsiteY2" fmla="*/ 6034 h 12068"/>
                      <a:gd name="connsiteX3" fmla="*/ 4834 w 9667"/>
                      <a:gd name="connsiteY3" fmla="*/ 0 h 12068"/>
                      <a:gd name="connsiteX4" fmla="*/ 9668 w 9667"/>
                      <a:gd name="connsiteY4" fmla="*/ 6034 h 12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 h="12068">
                        <a:moveTo>
                          <a:pt x="9668" y="6034"/>
                        </a:moveTo>
                        <a:cubicBezTo>
                          <a:pt x="9668" y="9367"/>
                          <a:pt x="7504" y="12068"/>
                          <a:pt x="4834" y="12068"/>
                        </a:cubicBezTo>
                        <a:cubicBezTo>
                          <a:pt x="2164" y="12068"/>
                          <a:pt x="0" y="9367"/>
                          <a:pt x="0" y="6034"/>
                        </a:cubicBezTo>
                        <a:cubicBezTo>
                          <a:pt x="0" y="2702"/>
                          <a:pt x="2164" y="0"/>
                          <a:pt x="4834" y="0"/>
                        </a:cubicBezTo>
                        <a:cubicBezTo>
                          <a:pt x="7504" y="0"/>
                          <a:pt x="9668" y="2702"/>
                          <a:pt x="9668" y="6034"/>
                        </a:cubicBezTo>
                        <a:close/>
                      </a:path>
                    </a:pathLst>
                  </a:custGeom>
                  <a:solidFill>
                    <a:srgbClr val="BFBFBF"/>
                  </a:solidFill>
                  <a:ln w="3329" cap="flat">
                    <a:noFill/>
                    <a:prstDash val="solid"/>
                    <a:miter/>
                  </a:ln>
                </p:spPr>
                <p:txBody>
                  <a:bodyPr rtlCol="0" anchor="ctr"/>
                  <a:lstStyle/>
                  <a:p>
                    <a:endParaRPr lang="en-US" dirty="0"/>
                  </a:p>
                </p:txBody>
              </p:sp>
              <p:sp>
                <p:nvSpPr>
                  <p:cNvPr id="241" name="Grafik 13">
                    <a:extLst>
                      <a:ext uri="{FF2B5EF4-FFF2-40B4-BE49-F238E27FC236}">
                        <a16:creationId xmlns:a16="http://schemas.microsoft.com/office/drawing/2014/main" id="{0E72323D-B2C8-7B8B-B297-ED93C7CED2AB}"/>
                      </a:ext>
                    </a:extLst>
                  </p:cNvPr>
                  <p:cNvSpPr/>
                  <p:nvPr/>
                </p:nvSpPr>
                <p:spPr bwMode="gray">
                  <a:xfrm>
                    <a:off x="6300283" y="2721788"/>
                    <a:ext cx="47189" cy="50294"/>
                  </a:xfrm>
                  <a:custGeom>
                    <a:avLst/>
                    <a:gdLst>
                      <a:gd name="connsiteX0" fmla="*/ 2745 w 33273"/>
                      <a:gd name="connsiteY0" fmla="*/ 14030 h 35462"/>
                      <a:gd name="connsiteX1" fmla="*/ 2345 w 33273"/>
                      <a:gd name="connsiteY1" fmla="*/ 2762 h 35462"/>
                      <a:gd name="connsiteX2" fmla="*/ 13873 w 33273"/>
                      <a:gd name="connsiteY2" fmla="*/ 2045 h 35462"/>
                      <a:gd name="connsiteX3" fmla="*/ 14313 w 33273"/>
                      <a:gd name="connsiteY3" fmla="*/ 2462 h 35462"/>
                      <a:gd name="connsiteX4" fmla="*/ 31282 w 33273"/>
                      <a:gd name="connsiteY4" fmla="*/ 23465 h 35462"/>
                      <a:gd name="connsiteX5" fmla="*/ 30249 w 33273"/>
                      <a:gd name="connsiteY5" fmla="*/ 31866 h 35462"/>
                      <a:gd name="connsiteX6" fmla="*/ 17000 w 33273"/>
                      <a:gd name="connsiteY6" fmla="*/ 33439 h 35462"/>
                      <a:gd name="connsiteX7" fmla="*/ 16747 w 33273"/>
                      <a:gd name="connsiteY7" fmla="*/ 33233 h 35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73" h="35462">
                        <a:moveTo>
                          <a:pt x="2745" y="14030"/>
                        </a:moveTo>
                        <a:cubicBezTo>
                          <a:pt x="2745" y="14030"/>
                          <a:pt x="-3156" y="7596"/>
                          <a:pt x="2345" y="2762"/>
                        </a:cubicBezTo>
                        <a:cubicBezTo>
                          <a:pt x="5329" y="-618"/>
                          <a:pt x="10493" y="-942"/>
                          <a:pt x="13873" y="2045"/>
                        </a:cubicBezTo>
                        <a:cubicBezTo>
                          <a:pt x="14027" y="2179"/>
                          <a:pt x="14173" y="2319"/>
                          <a:pt x="14313" y="2462"/>
                        </a:cubicBezTo>
                        <a:lnTo>
                          <a:pt x="31282" y="23465"/>
                        </a:lnTo>
                        <a:cubicBezTo>
                          <a:pt x="34616" y="27599"/>
                          <a:pt x="33416" y="28765"/>
                          <a:pt x="30249" y="31866"/>
                        </a:cubicBezTo>
                        <a:cubicBezTo>
                          <a:pt x="27025" y="35960"/>
                          <a:pt x="21091" y="36663"/>
                          <a:pt x="17000" y="33439"/>
                        </a:cubicBezTo>
                        <a:cubicBezTo>
                          <a:pt x="16914" y="33373"/>
                          <a:pt x="16830" y="33303"/>
                          <a:pt x="16747" y="33233"/>
                        </a:cubicBezTo>
                        <a:close/>
                      </a:path>
                    </a:pathLst>
                  </a:custGeom>
                  <a:solidFill>
                    <a:srgbClr val="F9D9D2"/>
                  </a:solidFill>
                  <a:ln w="3329" cap="flat">
                    <a:noFill/>
                    <a:prstDash val="solid"/>
                    <a:miter/>
                  </a:ln>
                </p:spPr>
                <p:txBody>
                  <a:bodyPr rtlCol="0" anchor="ctr"/>
                  <a:lstStyle/>
                  <a:p>
                    <a:endParaRPr lang="en-US" dirty="0"/>
                  </a:p>
                </p:txBody>
              </p:sp>
              <p:sp>
                <p:nvSpPr>
                  <p:cNvPr id="242" name="Grafik 13">
                    <a:extLst>
                      <a:ext uri="{FF2B5EF4-FFF2-40B4-BE49-F238E27FC236}">
                        <a16:creationId xmlns:a16="http://schemas.microsoft.com/office/drawing/2014/main" id="{E6E8DCD3-AB12-7684-4A13-54681956285C}"/>
                      </a:ext>
                    </a:extLst>
                  </p:cNvPr>
                  <p:cNvSpPr/>
                  <p:nvPr/>
                </p:nvSpPr>
                <p:spPr bwMode="gray">
                  <a:xfrm>
                    <a:off x="6307943" y="2716557"/>
                    <a:ext cx="38753" cy="28108"/>
                  </a:xfrm>
                  <a:custGeom>
                    <a:avLst/>
                    <a:gdLst>
                      <a:gd name="connsiteX0" fmla="*/ 19613 w 27325"/>
                      <a:gd name="connsiteY0" fmla="*/ 50 h 19819"/>
                      <a:gd name="connsiteX1" fmla="*/ 25914 w 27325"/>
                      <a:gd name="connsiteY1" fmla="*/ 5984 h 19819"/>
                      <a:gd name="connsiteX2" fmla="*/ 26247 w 27325"/>
                      <a:gd name="connsiteY2" fmla="*/ 12818 h 19819"/>
                      <a:gd name="connsiteX3" fmla="*/ 7445 w 27325"/>
                      <a:gd name="connsiteY3" fmla="*/ 19819 h 19819"/>
                      <a:gd name="connsiteX4" fmla="*/ 1878 w 27325"/>
                      <a:gd name="connsiteY4" fmla="*/ 14685 h 19819"/>
                      <a:gd name="connsiteX5" fmla="*/ 1244 w 27325"/>
                      <a:gd name="connsiteY5" fmla="*/ 3851 h 1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25" h="19819">
                        <a:moveTo>
                          <a:pt x="19613" y="50"/>
                        </a:moveTo>
                        <a:cubicBezTo>
                          <a:pt x="19613" y="50"/>
                          <a:pt x="22947" y="-950"/>
                          <a:pt x="25914" y="5984"/>
                        </a:cubicBezTo>
                        <a:cubicBezTo>
                          <a:pt x="28881" y="12918"/>
                          <a:pt x="26247" y="12818"/>
                          <a:pt x="26247" y="12818"/>
                        </a:cubicBezTo>
                        <a:lnTo>
                          <a:pt x="7445" y="19819"/>
                        </a:lnTo>
                        <a:cubicBezTo>
                          <a:pt x="3645" y="19253"/>
                          <a:pt x="3011" y="17752"/>
                          <a:pt x="1878" y="14685"/>
                        </a:cubicBezTo>
                        <a:cubicBezTo>
                          <a:pt x="344" y="9851"/>
                          <a:pt x="-1123" y="6884"/>
                          <a:pt x="1244" y="3851"/>
                        </a:cubicBezTo>
                        <a:close/>
                      </a:path>
                    </a:pathLst>
                  </a:custGeom>
                  <a:solidFill>
                    <a:srgbClr val="F9D9D2"/>
                  </a:solidFill>
                  <a:ln w="3329" cap="flat">
                    <a:noFill/>
                    <a:prstDash val="solid"/>
                    <a:miter/>
                  </a:ln>
                </p:spPr>
                <p:txBody>
                  <a:bodyPr rtlCol="0" anchor="ctr"/>
                  <a:lstStyle/>
                  <a:p>
                    <a:endParaRPr lang="en-US" dirty="0"/>
                  </a:p>
                </p:txBody>
              </p:sp>
              <p:sp>
                <p:nvSpPr>
                  <p:cNvPr id="243" name="Grafik 13">
                    <a:extLst>
                      <a:ext uri="{FF2B5EF4-FFF2-40B4-BE49-F238E27FC236}">
                        <a16:creationId xmlns:a16="http://schemas.microsoft.com/office/drawing/2014/main" id="{A142E7D4-634A-996A-A889-729D17D31473}"/>
                      </a:ext>
                    </a:extLst>
                  </p:cNvPr>
                  <p:cNvSpPr/>
                  <p:nvPr/>
                </p:nvSpPr>
                <p:spPr bwMode="gray">
                  <a:xfrm>
                    <a:off x="6328113" y="2707738"/>
                    <a:ext cx="46304" cy="28935"/>
                  </a:xfrm>
                  <a:custGeom>
                    <a:avLst/>
                    <a:gdLst>
                      <a:gd name="connsiteX0" fmla="*/ 20627 w 32649"/>
                      <a:gd name="connsiteY0" fmla="*/ 2700 h 20402"/>
                      <a:gd name="connsiteX1" fmla="*/ 32228 w 32649"/>
                      <a:gd name="connsiteY1" fmla="*/ 0 h 20402"/>
                      <a:gd name="connsiteX2" fmla="*/ 22493 w 32649"/>
                      <a:gd name="connsiteY2" fmla="*/ 15602 h 20402"/>
                      <a:gd name="connsiteX3" fmla="*/ 8758 w 32649"/>
                      <a:gd name="connsiteY3" fmla="*/ 20403 h 20402"/>
                      <a:gd name="connsiteX4" fmla="*/ 191 w 32649"/>
                      <a:gd name="connsiteY4" fmla="*/ 15069 h 20402"/>
                      <a:gd name="connsiteX5" fmla="*/ 3291 w 32649"/>
                      <a:gd name="connsiteY5" fmla="*/ 6868 h 20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49" h="20402">
                        <a:moveTo>
                          <a:pt x="20627" y="2700"/>
                        </a:moveTo>
                        <a:lnTo>
                          <a:pt x="32228" y="0"/>
                        </a:lnTo>
                        <a:cubicBezTo>
                          <a:pt x="34395" y="7434"/>
                          <a:pt x="27761" y="13068"/>
                          <a:pt x="22493" y="15602"/>
                        </a:cubicBezTo>
                        <a:cubicBezTo>
                          <a:pt x="18046" y="17556"/>
                          <a:pt x="13456" y="19159"/>
                          <a:pt x="8758" y="20403"/>
                        </a:cubicBezTo>
                        <a:cubicBezTo>
                          <a:pt x="5091" y="19669"/>
                          <a:pt x="1057" y="18036"/>
                          <a:pt x="191" y="15069"/>
                        </a:cubicBezTo>
                        <a:cubicBezTo>
                          <a:pt x="-499" y="11961"/>
                          <a:pt x="717" y="8741"/>
                          <a:pt x="3291" y="6868"/>
                        </a:cubicBezTo>
                        <a:close/>
                      </a:path>
                    </a:pathLst>
                  </a:custGeom>
                  <a:solidFill>
                    <a:srgbClr val="F9D9D2"/>
                  </a:solidFill>
                  <a:ln w="3329" cap="flat">
                    <a:noFill/>
                    <a:prstDash val="solid"/>
                    <a:miter/>
                  </a:ln>
                </p:spPr>
                <p:txBody>
                  <a:bodyPr rtlCol="0" anchor="ctr"/>
                  <a:lstStyle/>
                  <a:p>
                    <a:endParaRPr lang="en-US" dirty="0"/>
                  </a:p>
                </p:txBody>
              </p:sp>
              <p:sp>
                <p:nvSpPr>
                  <p:cNvPr id="244" name="Grafik 13">
                    <a:extLst>
                      <a:ext uri="{FF2B5EF4-FFF2-40B4-BE49-F238E27FC236}">
                        <a16:creationId xmlns:a16="http://schemas.microsoft.com/office/drawing/2014/main" id="{6E10CAF1-CF2D-51B4-42A9-3B4525D4D44B}"/>
                      </a:ext>
                    </a:extLst>
                  </p:cNvPr>
                  <p:cNvSpPr/>
                  <p:nvPr/>
                </p:nvSpPr>
                <p:spPr bwMode="gray">
                  <a:xfrm>
                    <a:off x="6327768" y="2738574"/>
                    <a:ext cx="28273" cy="49884"/>
                  </a:xfrm>
                  <a:custGeom>
                    <a:avLst/>
                    <a:gdLst>
                      <a:gd name="connsiteX0" fmla="*/ 1233 w 19935"/>
                      <a:gd name="connsiteY0" fmla="*/ 9062 h 35173"/>
                      <a:gd name="connsiteX1" fmla="*/ 10668 w 19935"/>
                      <a:gd name="connsiteY1" fmla="*/ 61 h 35173"/>
                      <a:gd name="connsiteX2" fmla="*/ 19936 w 19935"/>
                      <a:gd name="connsiteY2" fmla="*/ 6729 h 35173"/>
                      <a:gd name="connsiteX3" fmla="*/ 18802 w 19935"/>
                      <a:gd name="connsiteY3" fmla="*/ 27198 h 35173"/>
                      <a:gd name="connsiteX4" fmla="*/ 12135 w 19935"/>
                      <a:gd name="connsiteY4" fmla="*/ 35099 h 35173"/>
                      <a:gd name="connsiteX5" fmla="*/ 43 w 19935"/>
                      <a:gd name="connsiteY5" fmla="*/ 25534 h 35173"/>
                      <a:gd name="connsiteX6" fmla="*/ 0 w 19935"/>
                      <a:gd name="connsiteY6" fmla="*/ 25097 h 35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935" h="35173">
                        <a:moveTo>
                          <a:pt x="1233" y="9062"/>
                        </a:moveTo>
                        <a:cubicBezTo>
                          <a:pt x="2227" y="4405"/>
                          <a:pt x="5971" y="834"/>
                          <a:pt x="10668" y="61"/>
                        </a:cubicBezTo>
                        <a:cubicBezTo>
                          <a:pt x="15022" y="-462"/>
                          <a:pt x="19049" y="2435"/>
                          <a:pt x="19936" y="6729"/>
                        </a:cubicBezTo>
                        <a:lnTo>
                          <a:pt x="18802" y="27198"/>
                        </a:lnTo>
                        <a:cubicBezTo>
                          <a:pt x="19006" y="31175"/>
                          <a:pt x="16089" y="34629"/>
                          <a:pt x="12135" y="35099"/>
                        </a:cubicBezTo>
                        <a:cubicBezTo>
                          <a:pt x="6154" y="35799"/>
                          <a:pt x="740" y="31515"/>
                          <a:pt x="43" y="25534"/>
                        </a:cubicBezTo>
                        <a:cubicBezTo>
                          <a:pt x="27" y="25391"/>
                          <a:pt x="10" y="25244"/>
                          <a:pt x="0" y="25097"/>
                        </a:cubicBezTo>
                        <a:close/>
                      </a:path>
                    </a:pathLst>
                  </a:custGeom>
                  <a:solidFill>
                    <a:srgbClr val="F9D9D2"/>
                  </a:solidFill>
                  <a:ln w="3329" cap="flat">
                    <a:noFill/>
                    <a:prstDash val="solid"/>
                    <a:miter/>
                  </a:ln>
                </p:spPr>
                <p:txBody>
                  <a:bodyPr rtlCol="0" anchor="ctr"/>
                  <a:lstStyle/>
                  <a:p>
                    <a:endParaRPr lang="en-US" dirty="0"/>
                  </a:p>
                </p:txBody>
              </p:sp>
              <p:sp>
                <p:nvSpPr>
                  <p:cNvPr id="245" name="Grafik 13">
                    <a:extLst>
                      <a:ext uri="{FF2B5EF4-FFF2-40B4-BE49-F238E27FC236}">
                        <a16:creationId xmlns:a16="http://schemas.microsoft.com/office/drawing/2014/main" id="{99CE2B88-FA7C-F474-2395-988118CFED28}"/>
                      </a:ext>
                    </a:extLst>
                  </p:cNvPr>
                  <p:cNvSpPr/>
                  <p:nvPr/>
                </p:nvSpPr>
                <p:spPr bwMode="gray">
                  <a:xfrm>
                    <a:off x="6335191" y="2733156"/>
                    <a:ext cx="49851" cy="28535"/>
                  </a:xfrm>
                  <a:custGeom>
                    <a:avLst/>
                    <a:gdLst>
                      <a:gd name="connsiteX0" fmla="*/ 27404 w 35150"/>
                      <a:gd name="connsiteY0" fmla="*/ 47 h 20120"/>
                      <a:gd name="connsiteX1" fmla="*/ 35095 w 35150"/>
                      <a:gd name="connsiteY1" fmla="*/ 6131 h 20120"/>
                      <a:gd name="connsiteX2" fmla="*/ 35138 w 35150"/>
                      <a:gd name="connsiteY2" fmla="*/ 7115 h 20120"/>
                      <a:gd name="connsiteX3" fmla="*/ 30104 w 35150"/>
                      <a:gd name="connsiteY3" fmla="*/ 16349 h 20120"/>
                      <a:gd name="connsiteX4" fmla="*/ 14236 w 35150"/>
                      <a:gd name="connsiteY4" fmla="*/ 19283 h 20120"/>
                      <a:gd name="connsiteX5" fmla="*/ 901 w 35150"/>
                      <a:gd name="connsiteY5" fmla="*/ 15949 h 20120"/>
                      <a:gd name="connsiteX6" fmla="*/ 4434 w 35150"/>
                      <a:gd name="connsiteY6" fmla="*/ 3981 h 20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150" h="20120">
                        <a:moveTo>
                          <a:pt x="27404" y="47"/>
                        </a:moveTo>
                        <a:cubicBezTo>
                          <a:pt x="31208" y="-396"/>
                          <a:pt x="34651" y="2328"/>
                          <a:pt x="35095" y="6131"/>
                        </a:cubicBezTo>
                        <a:cubicBezTo>
                          <a:pt x="35131" y="6458"/>
                          <a:pt x="35145" y="6788"/>
                          <a:pt x="35138" y="7115"/>
                        </a:cubicBezTo>
                        <a:cubicBezTo>
                          <a:pt x="35438" y="15616"/>
                          <a:pt x="30104" y="16349"/>
                          <a:pt x="30104" y="16349"/>
                        </a:cubicBezTo>
                        <a:lnTo>
                          <a:pt x="14236" y="19283"/>
                        </a:lnTo>
                        <a:cubicBezTo>
                          <a:pt x="10902" y="21083"/>
                          <a:pt x="2934" y="19983"/>
                          <a:pt x="901" y="15949"/>
                        </a:cubicBezTo>
                        <a:cubicBezTo>
                          <a:pt x="-1136" y="11642"/>
                          <a:pt x="384" y="6491"/>
                          <a:pt x="4434" y="3981"/>
                        </a:cubicBezTo>
                        <a:close/>
                      </a:path>
                    </a:pathLst>
                  </a:custGeom>
                  <a:solidFill>
                    <a:srgbClr val="F9D9D2"/>
                  </a:solidFill>
                  <a:ln w="3329" cap="flat">
                    <a:noFill/>
                    <a:prstDash val="solid"/>
                    <a:miter/>
                  </a:ln>
                </p:spPr>
                <p:txBody>
                  <a:bodyPr rtlCol="0" anchor="ctr"/>
                  <a:lstStyle/>
                  <a:p>
                    <a:endParaRPr lang="en-US" dirty="0"/>
                  </a:p>
                </p:txBody>
              </p:sp>
              <p:sp>
                <p:nvSpPr>
                  <p:cNvPr id="246" name="Grafik 13">
                    <a:extLst>
                      <a:ext uri="{FF2B5EF4-FFF2-40B4-BE49-F238E27FC236}">
                        <a16:creationId xmlns:a16="http://schemas.microsoft.com/office/drawing/2014/main" id="{0A16CD2C-6CF4-4F0E-4013-CE3ED70F3F44}"/>
                      </a:ext>
                    </a:extLst>
                  </p:cNvPr>
                  <p:cNvSpPr/>
                  <p:nvPr/>
                </p:nvSpPr>
                <p:spPr bwMode="gray">
                  <a:xfrm>
                    <a:off x="6362569" y="2724523"/>
                    <a:ext cx="54341" cy="32906"/>
                  </a:xfrm>
                  <a:custGeom>
                    <a:avLst/>
                    <a:gdLst>
                      <a:gd name="connsiteX0" fmla="*/ 37837 w 38316"/>
                      <a:gd name="connsiteY0" fmla="*/ 0 h 23202"/>
                      <a:gd name="connsiteX1" fmla="*/ 25769 w 38316"/>
                      <a:gd name="connsiteY1" fmla="*/ 18636 h 23202"/>
                      <a:gd name="connsiteX2" fmla="*/ 6733 w 38316"/>
                      <a:gd name="connsiteY2" fmla="*/ 23203 h 23202"/>
                      <a:gd name="connsiteX3" fmla="*/ 733 w 38316"/>
                      <a:gd name="connsiteY3" fmla="*/ 15735 h 23202"/>
                      <a:gd name="connsiteX4" fmla="*/ 4366 w 38316"/>
                      <a:gd name="connsiteY4" fmla="*/ 6834 h 232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316" h="23202">
                        <a:moveTo>
                          <a:pt x="37837" y="0"/>
                        </a:moveTo>
                        <a:cubicBezTo>
                          <a:pt x="39737" y="8601"/>
                          <a:pt x="36037" y="14869"/>
                          <a:pt x="25769" y="18636"/>
                        </a:cubicBezTo>
                        <a:cubicBezTo>
                          <a:pt x="19532" y="20576"/>
                          <a:pt x="13171" y="22103"/>
                          <a:pt x="6733" y="23203"/>
                        </a:cubicBezTo>
                        <a:cubicBezTo>
                          <a:pt x="2433" y="22103"/>
                          <a:pt x="1499" y="19169"/>
                          <a:pt x="733" y="15735"/>
                        </a:cubicBezTo>
                        <a:cubicBezTo>
                          <a:pt x="-34" y="12302"/>
                          <a:pt x="-1468" y="8868"/>
                          <a:pt x="4366" y="6834"/>
                        </a:cubicBezTo>
                        <a:close/>
                      </a:path>
                    </a:pathLst>
                  </a:custGeom>
                  <a:solidFill>
                    <a:srgbClr val="F9D9D2"/>
                  </a:solidFill>
                  <a:ln w="3329" cap="flat">
                    <a:noFill/>
                    <a:prstDash val="solid"/>
                    <a:miter/>
                  </a:ln>
                </p:spPr>
                <p:txBody>
                  <a:bodyPr rtlCol="0" anchor="ctr"/>
                  <a:lstStyle/>
                  <a:p>
                    <a:endParaRPr lang="en-US" dirty="0"/>
                  </a:p>
                </p:txBody>
              </p:sp>
              <p:sp>
                <p:nvSpPr>
                  <p:cNvPr id="247" name="Grafik 13">
                    <a:extLst>
                      <a:ext uri="{FF2B5EF4-FFF2-40B4-BE49-F238E27FC236}">
                        <a16:creationId xmlns:a16="http://schemas.microsoft.com/office/drawing/2014/main" id="{6E66FB83-B08B-9BE6-3A58-C3C95645DB8E}"/>
                      </a:ext>
                    </a:extLst>
                  </p:cNvPr>
                  <p:cNvSpPr/>
                  <p:nvPr/>
                </p:nvSpPr>
                <p:spPr bwMode="gray">
                  <a:xfrm>
                    <a:off x="6338321" y="2757927"/>
                    <a:ext cx="32343" cy="49689"/>
                  </a:xfrm>
                  <a:custGeom>
                    <a:avLst/>
                    <a:gdLst>
                      <a:gd name="connsiteX0" fmla="*/ 10495 w 22805"/>
                      <a:gd name="connsiteY0" fmla="*/ 651 h 35036"/>
                      <a:gd name="connsiteX1" fmla="*/ 21796 w 22805"/>
                      <a:gd name="connsiteY1" fmla="*/ 3318 h 35036"/>
                      <a:gd name="connsiteX2" fmla="*/ 19529 w 22805"/>
                      <a:gd name="connsiteY2" fmla="*/ 15452 h 35036"/>
                      <a:gd name="connsiteX3" fmla="*/ 15562 w 22805"/>
                      <a:gd name="connsiteY3" fmla="*/ 27787 h 35036"/>
                      <a:gd name="connsiteX4" fmla="*/ 8395 w 22805"/>
                      <a:gd name="connsiteY4" fmla="*/ 34888 h 35036"/>
                      <a:gd name="connsiteX5" fmla="*/ 147 w 22805"/>
                      <a:gd name="connsiteY5" fmla="*/ 29494 h 35036"/>
                      <a:gd name="connsiteX6" fmla="*/ 60 w 22805"/>
                      <a:gd name="connsiteY6" fmla="*/ 27154 h 35036"/>
                      <a:gd name="connsiteX7" fmla="*/ 10495 w 22805"/>
                      <a:gd name="connsiteY7" fmla="*/ 651 h 3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805" h="35036">
                        <a:moveTo>
                          <a:pt x="10495" y="651"/>
                        </a:moveTo>
                        <a:cubicBezTo>
                          <a:pt x="12495" y="-350"/>
                          <a:pt x="19796" y="-683"/>
                          <a:pt x="21796" y="3318"/>
                        </a:cubicBezTo>
                        <a:cubicBezTo>
                          <a:pt x="23737" y="7428"/>
                          <a:pt x="22823" y="12319"/>
                          <a:pt x="19529" y="15452"/>
                        </a:cubicBezTo>
                        <a:cubicBezTo>
                          <a:pt x="17529" y="22120"/>
                          <a:pt x="16696" y="24687"/>
                          <a:pt x="15562" y="27787"/>
                        </a:cubicBezTo>
                        <a:cubicBezTo>
                          <a:pt x="14525" y="31211"/>
                          <a:pt x="11828" y="33881"/>
                          <a:pt x="8395" y="34888"/>
                        </a:cubicBezTo>
                        <a:cubicBezTo>
                          <a:pt x="4627" y="35675"/>
                          <a:pt x="937" y="33261"/>
                          <a:pt x="147" y="29494"/>
                        </a:cubicBezTo>
                        <a:cubicBezTo>
                          <a:pt x="-13" y="28724"/>
                          <a:pt x="-43" y="27934"/>
                          <a:pt x="60" y="27154"/>
                        </a:cubicBezTo>
                        <a:cubicBezTo>
                          <a:pt x="60" y="27154"/>
                          <a:pt x="2394" y="4818"/>
                          <a:pt x="10495" y="651"/>
                        </a:cubicBezTo>
                        <a:close/>
                      </a:path>
                    </a:pathLst>
                  </a:custGeom>
                  <a:solidFill>
                    <a:srgbClr val="F9D9D2"/>
                  </a:solidFill>
                  <a:ln w="3329" cap="flat">
                    <a:noFill/>
                    <a:prstDash val="solid"/>
                    <a:miter/>
                  </a:ln>
                </p:spPr>
                <p:txBody>
                  <a:bodyPr rtlCol="0" anchor="ctr"/>
                  <a:lstStyle/>
                  <a:p>
                    <a:endParaRPr lang="en-US" dirty="0"/>
                  </a:p>
                </p:txBody>
              </p:sp>
              <p:sp>
                <p:nvSpPr>
                  <p:cNvPr id="248" name="Grafik 13">
                    <a:extLst>
                      <a:ext uri="{FF2B5EF4-FFF2-40B4-BE49-F238E27FC236}">
                        <a16:creationId xmlns:a16="http://schemas.microsoft.com/office/drawing/2014/main" id="{186A2E69-680D-4F0C-0A26-A0345F0B500E}"/>
                      </a:ext>
                    </a:extLst>
                  </p:cNvPr>
                  <p:cNvSpPr/>
                  <p:nvPr/>
                </p:nvSpPr>
                <p:spPr bwMode="gray">
                  <a:xfrm>
                    <a:off x="6345967" y="2756013"/>
                    <a:ext cx="54909" cy="24916"/>
                  </a:xfrm>
                  <a:custGeom>
                    <a:avLst/>
                    <a:gdLst>
                      <a:gd name="connsiteX0" fmla="*/ 29440 w 38716"/>
                      <a:gd name="connsiteY0" fmla="*/ 0 h 17568"/>
                      <a:gd name="connsiteX1" fmla="*/ 38675 w 38716"/>
                      <a:gd name="connsiteY1" fmla="*/ 8701 h 17568"/>
                      <a:gd name="connsiteX2" fmla="*/ 25840 w 38716"/>
                      <a:gd name="connsiteY2" fmla="*/ 16569 h 17568"/>
                      <a:gd name="connsiteX3" fmla="*/ 10838 w 38716"/>
                      <a:gd name="connsiteY3" fmla="*/ 17569 h 17568"/>
                      <a:gd name="connsiteX4" fmla="*/ 3 w 38716"/>
                      <a:gd name="connsiteY4" fmla="*/ 11201 h 17568"/>
                      <a:gd name="connsiteX5" fmla="*/ 8004 w 38716"/>
                      <a:gd name="connsiteY5" fmla="*/ 1200 h 17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16" h="17568">
                        <a:moveTo>
                          <a:pt x="29440" y="0"/>
                        </a:moveTo>
                        <a:cubicBezTo>
                          <a:pt x="29440" y="0"/>
                          <a:pt x="39441" y="3600"/>
                          <a:pt x="38675" y="8701"/>
                        </a:cubicBezTo>
                        <a:cubicBezTo>
                          <a:pt x="37441" y="16869"/>
                          <a:pt x="25840" y="16569"/>
                          <a:pt x="25840" y="16569"/>
                        </a:cubicBezTo>
                        <a:lnTo>
                          <a:pt x="10838" y="17569"/>
                        </a:lnTo>
                        <a:cubicBezTo>
                          <a:pt x="6437" y="17336"/>
                          <a:pt x="-164" y="16702"/>
                          <a:pt x="3" y="11201"/>
                        </a:cubicBezTo>
                        <a:cubicBezTo>
                          <a:pt x="170" y="5701"/>
                          <a:pt x="3670" y="1400"/>
                          <a:pt x="8004" y="1200"/>
                        </a:cubicBezTo>
                        <a:close/>
                      </a:path>
                    </a:pathLst>
                  </a:custGeom>
                  <a:solidFill>
                    <a:srgbClr val="F9D9D2"/>
                  </a:solidFill>
                  <a:ln w="3329" cap="flat">
                    <a:noFill/>
                    <a:prstDash val="solid"/>
                    <a:miter/>
                  </a:ln>
                </p:spPr>
                <p:txBody>
                  <a:bodyPr rtlCol="0" anchor="ctr"/>
                  <a:lstStyle/>
                  <a:p>
                    <a:endParaRPr lang="en-US" dirty="0"/>
                  </a:p>
                </p:txBody>
              </p:sp>
              <p:sp>
                <p:nvSpPr>
                  <p:cNvPr id="249" name="Grafik 13">
                    <a:extLst>
                      <a:ext uri="{FF2B5EF4-FFF2-40B4-BE49-F238E27FC236}">
                        <a16:creationId xmlns:a16="http://schemas.microsoft.com/office/drawing/2014/main" id="{74E99EF4-C158-04A0-9C87-8CFB4D4F0697}"/>
                      </a:ext>
                    </a:extLst>
                  </p:cNvPr>
                  <p:cNvSpPr/>
                  <p:nvPr/>
                </p:nvSpPr>
                <p:spPr bwMode="gray">
                  <a:xfrm>
                    <a:off x="6375546" y="2753506"/>
                    <a:ext cx="55409" cy="25957"/>
                  </a:xfrm>
                  <a:custGeom>
                    <a:avLst/>
                    <a:gdLst>
                      <a:gd name="connsiteX0" fmla="*/ 38855 w 39069"/>
                      <a:gd name="connsiteY0" fmla="*/ 0 h 18302"/>
                      <a:gd name="connsiteX1" fmla="*/ 24620 w 39069"/>
                      <a:gd name="connsiteY1" fmla="*/ 16102 h 18302"/>
                      <a:gd name="connsiteX2" fmla="*/ 6517 w 39069"/>
                      <a:gd name="connsiteY2" fmla="*/ 18302 h 18302"/>
                      <a:gd name="connsiteX3" fmla="*/ 50 w 39069"/>
                      <a:gd name="connsiteY3" fmla="*/ 10401 h 18302"/>
                      <a:gd name="connsiteX4" fmla="*/ 6151 w 39069"/>
                      <a:gd name="connsiteY4" fmla="*/ 1900 h 18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69" h="18302">
                        <a:moveTo>
                          <a:pt x="38855" y="0"/>
                        </a:moveTo>
                        <a:cubicBezTo>
                          <a:pt x="39988" y="8701"/>
                          <a:pt x="36821" y="14102"/>
                          <a:pt x="24620" y="16102"/>
                        </a:cubicBezTo>
                        <a:cubicBezTo>
                          <a:pt x="17685" y="17202"/>
                          <a:pt x="6517" y="18302"/>
                          <a:pt x="6517" y="18302"/>
                        </a:cubicBezTo>
                        <a:cubicBezTo>
                          <a:pt x="2947" y="17239"/>
                          <a:pt x="387" y="14112"/>
                          <a:pt x="50" y="10401"/>
                        </a:cubicBezTo>
                        <a:cubicBezTo>
                          <a:pt x="-417" y="7068"/>
                          <a:pt x="2450" y="4334"/>
                          <a:pt x="6151" y="1900"/>
                        </a:cubicBezTo>
                        <a:close/>
                      </a:path>
                    </a:pathLst>
                  </a:custGeom>
                  <a:solidFill>
                    <a:srgbClr val="F9D9D2"/>
                  </a:solidFill>
                  <a:ln w="3329" cap="flat">
                    <a:noFill/>
                    <a:prstDash val="solid"/>
                    <a:miter/>
                  </a:ln>
                </p:spPr>
                <p:txBody>
                  <a:bodyPr rtlCol="0" anchor="ctr"/>
                  <a:lstStyle/>
                  <a:p>
                    <a:endParaRPr lang="en-US" dirty="0"/>
                  </a:p>
                </p:txBody>
              </p:sp>
              <p:sp>
                <p:nvSpPr>
                  <p:cNvPr id="250" name="Grafik 13">
                    <a:extLst>
                      <a:ext uri="{FF2B5EF4-FFF2-40B4-BE49-F238E27FC236}">
                        <a16:creationId xmlns:a16="http://schemas.microsoft.com/office/drawing/2014/main" id="{3E134DAE-31BC-1402-51A0-4732B03E3B13}"/>
                      </a:ext>
                    </a:extLst>
                  </p:cNvPr>
                  <p:cNvSpPr/>
                  <p:nvPr/>
                </p:nvSpPr>
                <p:spPr bwMode="gray">
                  <a:xfrm>
                    <a:off x="6344149" y="2778117"/>
                    <a:ext cx="39168" cy="46754"/>
                  </a:xfrm>
                  <a:custGeom>
                    <a:avLst/>
                    <a:gdLst>
                      <a:gd name="connsiteX0" fmla="*/ 10853 w 27617"/>
                      <a:gd name="connsiteY0" fmla="*/ 4883 h 32966"/>
                      <a:gd name="connsiteX1" fmla="*/ 23855 w 27617"/>
                      <a:gd name="connsiteY1" fmla="*/ 950 h 32966"/>
                      <a:gd name="connsiteX2" fmla="*/ 26088 w 27617"/>
                      <a:gd name="connsiteY2" fmla="*/ 15918 h 32966"/>
                      <a:gd name="connsiteX3" fmla="*/ 19621 w 27617"/>
                      <a:gd name="connsiteY3" fmla="*/ 26419 h 32966"/>
                      <a:gd name="connsiteX4" fmla="*/ 7019 w 27617"/>
                      <a:gd name="connsiteY4" fmla="*/ 32120 h 32966"/>
                      <a:gd name="connsiteX5" fmla="*/ 1185 w 27617"/>
                      <a:gd name="connsiteY5" fmla="*/ 18785 h 3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17" h="32966">
                        <a:moveTo>
                          <a:pt x="10853" y="4883"/>
                        </a:moveTo>
                        <a:cubicBezTo>
                          <a:pt x="10853" y="4883"/>
                          <a:pt x="16987" y="-2584"/>
                          <a:pt x="23855" y="950"/>
                        </a:cubicBezTo>
                        <a:cubicBezTo>
                          <a:pt x="30722" y="4483"/>
                          <a:pt x="26088" y="15918"/>
                          <a:pt x="26088" y="15918"/>
                        </a:cubicBezTo>
                        <a:lnTo>
                          <a:pt x="19621" y="26419"/>
                        </a:lnTo>
                        <a:cubicBezTo>
                          <a:pt x="16054" y="31353"/>
                          <a:pt x="11620" y="34587"/>
                          <a:pt x="7019" y="32120"/>
                        </a:cubicBezTo>
                        <a:cubicBezTo>
                          <a:pt x="2419" y="29653"/>
                          <a:pt x="-2248" y="25019"/>
                          <a:pt x="1185" y="18785"/>
                        </a:cubicBezTo>
                        <a:close/>
                      </a:path>
                    </a:pathLst>
                  </a:custGeom>
                  <a:solidFill>
                    <a:srgbClr val="F9D9D2"/>
                  </a:solidFill>
                  <a:ln w="3329" cap="flat">
                    <a:noFill/>
                    <a:prstDash val="solid"/>
                    <a:miter/>
                  </a:ln>
                </p:spPr>
                <p:txBody>
                  <a:bodyPr rtlCol="0" anchor="ctr"/>
                  <a:lstStyle/>
                  <a:p>
                    <a:endParaRPr lang="en-US" dirty="0"/>
                  </a:p>
                </p:txBody>
              </p:sp>
              <p:sp>
                <p:nvSpPr>
                  <p:cNvPr id="251" name="Grafik 13">
                    <a:extLst>
                      <a:ext uri="{FF2B5EF4-FFF2-40B4-BE49-F238E27FC236}">
                        <a16:creationId xmlns:a16="http://schemas.microsoft.com/office/drawing/2014/main" id="{8FC9215D-7933-AE6A-F823-3962EE3A8A90}"/>
                      </a:ext>
                    </a:extLst>
                  </p:cNvPr>
                  <p:cNvSpPr/>
                  <p:nvPr/>
                </p:nvSpPr>
                <p:spPr bwMode="gray">
                  <a:xfrm>
                    <a:off x="6364041" y="2777998"/>
                    <a:ext cx="41814" cy="25106"/>
                  </a:xfrm>
                  <a:custGeom>
                    <a:avLst/>
                    <a:gdLst>
                      <a:gd name="connsiteX0" fmla="*/ 26431 w 29483"/>
                      <a:gd name="connsiteY0" fmla="*/ 833 h 17702"/>
                      <a:gd name="connsiteX1" fmla="*/ 29465 w 29483"/>
                      <a:gd name="connsiteY1" fmla="*/ 9968 h 17702"/>
                      <a:gd name="connsiteX2" fmla="*/ 22164 w 29483"/>
                      <a:gd name="connsiteY2" fmla="*/ 16135 h 17702"/>
                      <a:gd name="connsiteX3" fmla="*/ 11029 w 29483"/>
                      <a:gd name="connsiteY3" fmla="*/ 17702 h 17702"/>
                      <a:gd name="connsiteX4" fmla="*/ 6062 w 29483"/>
                      <a:gd name="connsiteY4" fmla="*/ 0 h 177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83" h="17702">
                        <a:moveTo>
                          <a:pt x="26431" y="833"/>
                        </a:moveTo>
                        <a:cubicBezTo>
                          <a:pt x="26431" y="833"/>
                          <a:pt x="29765" y="1500"/>
                          <a:pt x="29465" y="9968"/>
                        </a:cubicBezTo>
                        <a:cubicBezTo>
                          <a:pt x="29198" y="15235"/>
                          <a:pt x="21797" y="16235"/>
                          <a:pt x="22164" y="16135"/>
                        </a:cubicBezTo>
                        <a:cubicBezTo>
                          <a:pt x="22530" y="16035"/>
                          <a:pt x="17130" y="16702"/>
                          <a:pt x="11029" y="17702"/>
                        </a:cubicBezTo>
                        <a:cubicBezTo>
                          <a:pt x="-3206" y="17502"/>
                          <a:pt x="-2306" y="1967"/>
                          <a:pt x="6062" y="0"/>
                        </a:cubicBezTo>
                        <a:close/>
                      </a:path>
                    </a:pathLst>
                  </a:custGeom>
                  <a:solidFill>
                    <a:srgbClr val="F9D9D2"/>
                  </a:solidFill>
                  <a:ln w="3329" cap="flat">
                    <a:noFill/>
                    <a:prstDash val="solid"/>
                    <a:miter/>
                  </a:ln>
                </p:spPr>
                <p:txBody>
                  <a:bodyPr rtlCol="0" anchor="ctr"/>
                  <a:lstStyle/>
                  <a:p>
                    <a:endParaRPr lang="en-US" dirty="0"/>
                  </a:p>
                </p:txBody>
              </p:sp>
              <p:sp>
                <p:nvSpPr>
                  <p:cNvPr id="252" name="Grafik 13">
                    <a:extLst>
                      <a:ext uri="{FF2B5EF4-FFF2-40B4-BE49-F238E27FC236}">
                        <a16:creationId xmlns:a16="http://schemas.microsoft.com/office/drawing/2014/main" id="{37619F5C-BB8A-6263-57BA-4A4FE675CE0F}"/>
                      </a:ext>
                    </a:extLst>
                  </p:cNvPr>
                  <p:cNvSpPr/>
                  <p:nvPr/>
                </p:nvSpPr>
                <p:spPr bwMode="gray">
                  <a:xfrm>
                    <a:off x="6386010" y="2778045"/>
                    <a:ext cx="47365" cy="22836"/>
                  </a:xfrm>
                  <a:custGeom>
                    <a:avLst/>
                    <a:gdLst>
                      <a:gd name="connsiteX0" fmla="*/ 33310 w 33397"/>
                      <a:gd name="connsiteY0" fmla="*/ 0 h 16102"/>
                      <a:gd name="connsiteX1" fmla="*/ 20842 w 33397"/>
                      <a:gd name="connsiteY1" fmla="*/ 13835 h 16102"/>
                      <a:gd name="connsiteX2" fmla="*/ 6674 w 33397"/>
                      <a:gd name="connsiteY2" fmla="*/ 16102 h 16102"/>
                      <a:gd name="connsiteX3" fmla="*/ 6 w 33397"/>
                      <a:gd name="connsiteY3" fmla="*/ 8701 h 16102"/>
                      <a:gd name="connsiteX4" fmla="*/ 9074 w 33397"/>
                      <a:gd name="connsiteY4" fmla="*/ 733 h 16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97" h="16102">
                        <a:moveTo>
                          <a:pt x="33310" y="0"/>
                        </a:moveTo>
                        <a:cubicBezTo>
                          <a:pt x="33944" y="8868"/>
                          <a:pt x="31277" y="12235"/>
                          <a:pt x="20842" y="13835"/>
                        </a:cubicBezTo>
                        <a:cubicBezTo>
                          <a:pt x="15141" y="14702"/>
                          <a:pt x="6674" y="16102"/>
                          <a:pt x="6674" y="16102"/>
                        </a:cubicBezTo>
                        <a:cubicBezTo>
                          <a:pt x="2860" y="15755"/>
                          <a:pt x="-44" y="12532"/>
                          <a:pt x="6" y="8701"/>
                        </a:cubicBezTo>
                        <a:cubicBezTo>
                          <a:pt x="-227" y="2200"/>
                          <a:pt x="6107" y="1100"/>
                          <a:pt x="9074" y="733"/>
                        </a:cubicBezTo>
                        <a:close/>
                      </a:path>
                    </a:pathLst>
                  </a:custGeom>
                  <a:solidFill>
                    <a:srgbClr val="F9D9D2"/>
                  </a:solidFill>
                  <a:ln w="3329" cap="flat">
                    <a:noFill/>
                    <a:prstDash val="solid"/>
                    <a:miter/>
                  </a:ln>
                </p:spPr>
                <p:txBody>
                  <a:bodyPr rtlCol="0" anchor="ctr"/>
                  <a:lstStyle/>
                  <a:p>
                    <a:endParaRPr lang="en-US" dirty="0"/>
                  </a:p>
                </p:txBody>
              </p:sp>
            </p:grpSp>
            <p:grpSp>
              <p:nvGrpSpPr>
                <p:cNvPr id="13" name="Grafik 47">
                  <a:extLst>
                    <a:ext uri="{FF2B5EF4-FFF2-40B4-BE49-F238E27FC236}">
                      <a16:creationId xmlns:a16="http://schemas.microsoft.com/office/drawing/2014/main" id="{04E28145-CB4B-62A3-2605-1A8A62AB8854}"/>
                    </a:ext>
                  </a:extLst>
                </p:cNvPr>
                <p:cNvGrpSpPr/>
                <p:nvPr/>
              </p:nvGrpSpPr>
              <p:grpSpPr bwMode="gray">
                <a:xfrm>
                  <a:off x="5849971" y="3855431"/>
                  <a:ext cx="2435881" cy="973623"/>
                  <a:chOff x="5794990" y="3868114"/>
                  <a:chExt cx="2938691" cy="1174584"/>
                </a:xfrm>
                <a:solidFill>
                  <a:srgbClr val="404040"/>
                </a:solidFill>
              </p:grpSpPr>
              <p:sp>
                <p:nvSpPr>
                  <p:cNvPr id="182" name="Grafik 47">
                    <a:extLst>
                      <a:ext uri="{FF2B5EF4-FFF2-40B4-BE49-F238E27FC236}">
                        <a16:creationId xmlns:a16="http://schemas.microsoft.com/office/drawing/2014/main" id="{E32D2BA6-A0D4-8633-6BD9-B78D05A21F4B}"/>
                      </a:ext>
                    </a:extLst>
                  </p:cNvPr>
                  <p:cNvSpPr/>
                  <p:nvPr/>
                </p:nvSpPr>
                <p:spPr bwMode="gray">
                  <a:xfrm>
                    <a:off x="5794990" y="3868114"/>
                    <a:ext cx="2938691" cy="29756"/>
                  </a:xfrm>
                  <a:custGeom>
                    <a:avLst/>
                    <a:gdLst>
                      <a:gd name="connsiteX0" fmla="*/ 0 w 2938691"/>
                      <a:gd name="connsiteY0" fmla="*/ 0 h 29756"/>
                      <a:gd name="connsiteX1" fmla="*/ 2938691 w 2938691"/>
                      <a:gd name="connsiteY1" fmla="*/ 0 h 29756"/>
                      <a:gd name="connsiteX2" fmla="*/ 2938691 w 2938691"/>
                      <a:gd name="connsiteY2" fmla="*/ 29756 h 29756"/>
                      <a:gd name="connsiteX3" fmla="*/ 0 w 2938691"/>
                      <a:gd name="connsiteY3" fmla="*/ 29756 h 29756"/>
                    </a:gdLst>
                    <a:ahLst/>
                    <a:cxnLst>
                      <a:cxn ang="0">
                        <a:pos x="connsiteX0" y="connsiteY0"/>
                      </a:cxn>
                      <a:cxn ang="0">
                        <a:pos x="connsiteX1" y="connsiteY1"/>
                      </a:cxn>
                      <a:cxn ang="0">
                        <a:pos x="connsiteX2" y="connsiteY2"/>
                      </a:cxn>
                      <a:cxn ang="0">
                        <a:pos x="connsiteX3" y="connsiteY3"/>
                      </a:cxn>
                    </a:cxnLst>
                    <a:rect l="l" t="t" r="r" b="b"/>
                    <a:pathLst>
                      <a:path w="2938691" h="29756">
                        <a:moveTo>
                          <a:pt x="0" y="0"/>
                        </a:moveTo>
                        <a:lnTo>
                          <a:pt x="2938691" y="0"/>
                        </a:lnTo>
                        <a:lnTo>
                          <a:pt x="2938691" y="29756"/>
                        </a:lnTo>
                        <a:lnTo>
                          <a:pt x="0" y="29756"/>
                        </a:lnTo>
                        <a:close/>
                      </a:path>
                    </a:pathLst>
                  </a:custGeom>
                  <a:solidFill>
                    <a:srgbClr val="404040"/>
                  </a:solidFill>
                  <a:ln w="3805" cap="flat">
                    <a:noFill/>
                    <a:prstDash val="solid"/>
                    <a:miter/>
                  </a:ln>
                </p:spPr>
                <p:txBody>
                  <a:bodyPr rtlCol="0" anchor="ctr"/>
                  <a:lstStyle/>
                  <a:p>
                    <a:endParaRPr lang="en-US" dirty="0"/>
                  </a:p>
                </p:txBody>
              </p:sp>
              <p:sp>
                <p:nvSpPr>
                  <p:cNvPr id="183" name="Grafik 47">
                    <a:extLst>
                      <a:ext uri="{FF2B5EF4-FFF2-40B4-BE49-F238E27FC236}">
                        <a16:creationId xmlns:a16="http://schemas.microsoft.com/office/drawing/2014/main" id="{1FCD78B6-FCD9-1A88-EF74-D6F2D12B0B56}"/>
                      </a:ext>
                    </a:extLst>
                  </p:cNvPr>
                  <p:cNvSpPr/>
                  <p:nvPr/>
                </p:nvSpPr>
                <p:spPr bwMode="gray">
                  <a:xfrm>
                    <a:off x="8197233" y="3868114"/>
                    <a:ext cx="338594" cy="1174584"/>
                  </a:xfrm>
                  <a:custGeom>
                    <a:avLst/>
                    <a:gdLst>
                      <a:gd name="connsiteX0" fmla="*/ 338595 w 338594"/>
                      <a:gd name="connsiteY0" fmla="*/ 1174585 h 1174584"/>
                      <a:gd name="connsiteX1" fmla="*/ 308839 w 338594"/>
                      <a:gd name="connsiteY1" fmla="*/ 1174585 h 1174584"/>
                      <a:gd name="connsiteX2" fmla="*/ 308839 w 338594"/>
                      <a:gd name="connsiteY2" fmla="*/ 338633 h 1174584"/>
                      <a:gd name="connsiteX3" fmla="*/ 0 w 338594"/>
                      <a:gd name="connsiteY3" fmla="*/ 29756 h 1174584"/>
                      <a:gd name="connsiteX4" fmla="*/ 0 w 338594"/>
                      <a:gd name="connsiteY4" fmla="*/ 0 h 1174584"/>
                      <a:gd name="connsiteX5" fmla="*/ 338595 w 338594"/>
                      <a:gd name="connsiteY5" fmla="*/ 338633 h 1174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594" h="1174584">
                        <a:moveTo>
                          <a:pt x="338595" y="1174585"/>
                        </a:moveTo>
                        <a:lnTo>
                          <a:pt x="308839" y="1174585"/>
                        </a:lnTo>
                        <a:lnTo>
                          <a:pt x="308839" y="338633"/>
                        </a:lnTo>
                        <a:cubicBezTo>
                          <a:pt x="308648" y="168138"/>
                          <a:pt x="170494" y="29966"/>
                          <a:pt x="0" y="29756"/>
                        </a:cubicBezTo>
                        <a:lnTo>
                          <a:pt x="0" y="0"/>
                        </a:lnTo>
                        <a:cubicBezTo>
                          <a:pt x="186903" y="273"/>
                          <a:pt x="338343" y="151730"/>
                          <a:pt x="338595" y="338633"/>
                        </a:cubicBezTo>
                        <a:close/>
                      </a:path>
                    </a:pathLst>
                  </a:custGeom>
                  <a:solidFill>
                    <a:srgbClr val="404040"/>
                  </a:solidFill>
                  <a:ln w="3805" cap="flat">
                    <a:noFill/>
                    <a:prstDash val="solid"/>
                    <a:miter/>
                  </a:ln>
                </p:spPr>
                <p:txBody>
                  <a:bodyPr rtlCol="0" anchor="ctr"/>
                  <a:lstStyle/>
                  <a:p>
                    <a:endParaRPr lang="en-US" dirty="0"/>
                  </a:p>
                </p:txBody>
              </p:sp>
              <p:sp>
                <p:nvSpPr>
                  <p:cNvPr id="184" name="Grafik 47">
                    <a:extLst>
                      <a:ext uri="{FF2B5EF4-FFF2-40B4-BE49-F238E27FC236}">
                        <a16:creationId xmlns:a16="http://schemas.microsoft.com/office/drawing/2014/main" id="{C30E146A-6E15-19F5-BCAA-77CE42D783A0}"/>
                      </a:ext>
                    </a:extLst>
                  </p:cNvPr>
                  <p:cNvSpPr/>
                  <p:nvPr/>
                </p:nvSpPr>
                <p:spPr bwMode="gray">
                  <a:xfrm>
                    <a:off x="7857228" y="3868114"/>
                    <a:ext cx="338594" cy="1174584"/>
                  </a:xfrm>
                  <a:custGeom>
                    <a:avLst/>
                    <a:gdLst>
                      <a:gd name="connsiteX0" fmla="*/ 338595 w 338594"/>
                      <a:gd name="connsiteY0" fmla="*/ 1174585 h 1174584"/>
                      <a:gd name="connsiteX1" fmla="*/ 308839 w 338594"/>
                      <a:gd name="connsiteY1" fmla="*/ 1174585 h 1174584"/>
                      <a:gd name="connsiteX2" fmla="*/ 308839 w 338594"/>
                      <a:gd name="connsiteY2" fmla="*/ 338633 h 1174584"/>
                      <a:gd name="connsiteX3" fmla="*/ 0 w 338594"/>
                      <a:gd name="connsiteY3" fmla="*/ 29756 h 1174584"/>
                      <a:gd name="connsiteX4" fmla="*/ 0 w 338594"/>
                      <a:gd name="connsiteY4" fmla="*/ 0 h 1174584"/>
                      <a:gd name="connsiteX5" fmla="*/ 338595 w 338594"/>
                      <a:gd name="connsiteY5" fmla="*/ 338633 h 1174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594" h="1174584">
                        <a:moveTo>
                          <a:pt x="338595" y="1174585"/>
                        </a:moveTo>
                        <a:lnTo>
                          <a:pt x="308839" y="1174585"/>
                        </a:lnTo>
                        <a:lnTo>
                          <a:pt x="308839" y="338633"/>
                        </a:lnTo>
                        <a:cubicBezTo>
                          <a:pt x="308648" y="168138"/>
                          <a:pt x="170494" y="29966"/>
                          <a:pt x="0" y="29756"/>
                        </a:cubicBezTo>
                        <a:lnTo>
                          <a:pt x="0" y="0"/>
                        </a:lnTo>
                        <a:cubicBezTo>
                          <a:pt x="186903" y="273"/>
                          <a:pt x="338343" y="151730"/>
                          <a:pt x="338595" y="338633"/>
                        </a:cubicBezTo>
                        <a:close/>
                      </a:path>
                    </a:pathLst>
                  </a:custGeom>
                  <a:solidFill>
                    <a:srgbClr val="404040"/>
                  </a:solidFill>
                  <a:ln w="3805" cap="flat">
                    <a:noFill/>
                    <a:prstDash val="solid"/>
                    <a:miter/>
                  </a:ln>
                </p:spPr>
                <p:txBody>
                  <a:bodyPr rtlCol="0" anchor="ctr"/>
                  <a:lstStyle/>
                  <a:p>
                    <a:endParaRPr lang="en-US" dirty="0"/>
                  </a:p>
                </p:txBody>
              </p:sp>
              <p:sp>
                <p:nvSpPr>
                  <p:cNvPr id="185" name="Grafik 47">
                    <a:extLst>
                      <a:ext uri="{FF2B5EF4-FFF2-40B4-BE49-F238E27FC236}">
                        <a16:creationId xmlns:a16="http://schemas.microsoft.com/office/drawing/2014/main" id="{D4BB9F75-0EE5-A159-4C4A-6AF49666F4B7}"/>
                      </a:ext>
                    </a:extLst>
                  </p:cNvPr>
                  <p:cNvSpPr/>
                  <p:nvPr/>
                </p:nvSpPr>
                <p:spPr bwMode="gray">
                  <a:xfrm>
                    <a:off x="5995548" y="3868114"/>
                    <a:ext cx="338632" cy="1174584"/>
                  </a:xfrm>
                  <a:custGeom>
                    <a:avLst/>
                    <a:gdLst>
                      <a:gd name="connsiteX0" fmla="*/ 0 w 338632"/>
                      <a:gd name="connsiteY0" fmla="*/ 1174585 h 1174584"/>
                      <a:gd name="connsiteX1" fmla="*/ 29756 w 338632"/>
                      <a:gd name="connsiteY1" fmla="*/ 1174585 h 1174584"/>
                      <a:gd name="connsiteX2" fmla="*/ 29756 w 338632"/>
                      <a:gd name="connsiteY2" fmla="*/ 338633 h 1174584"/>
                      <a:gd name="connsiteX3" fmla="*/ 338633 w 338632"/>
                      <a:gd name="connsiteY3" fmla="*/ 29756 h 1174584"/>
                      <a:gd name="connsiteX4" fmla="*/ 338633 w 338632"/>
                      <a:gd name="connsiteY4" fmla="*/ 0 h 1174584"/>
                      <a:gd name="connsiteX5" fmla="*/ 0 w 338632"/>
                      <a:gd name="connsiteY5" fmla="*/ 338633 h 1174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632" h="1174584">
                        <a:moveTo>
                          <a:pt x="0" y="1174585"/>
                        </a:moveTo>
                        <a:lnTo>
                          <a:pt x="29756" y="1174585"/>
                        </a:lnTo>
                        <a:lnTo>
                          <a:pt x="29756" y="338633"/>
                        </a:lnTo>
                        <a:cubicBezTo>
                          <a:pt x="29945" y="168123"/>
                          <a:pt x="168123" y="29945"/>
                          <a:pt x="338633" y="29756"/>
                        </a:cubicBezTo>
                        <a:lnTo>
                          <a:pt x="338633" y="0"/>
                        </a:lnTo>
                        <a:cubicBezTo>
                          <a:pt x="151715" y="252"/>
                          <a:pt x="252" y="151715"/>
                          <a:pt x="0" y="338633"/>
                        </a:cubicBezTo>
                        <a:close/>
                      </a:path>
                    </a:pathLst>
                  </a:custGeom>
                  <a:solidFill>
                    <a:srgbClr val="404040"/>
                  </a:solidFill>
                  <a:ln w="3805" cap="flat">
                    <a:noFill/>
                    <a:prstDash val="solid"/>
                    <a:miter/>
                  </a:ln>
                </p:spPr>
                <p:txBody>
                  <a:bodyPr rtlCol="0" anchor="ctr"/>
                  <a:lstStyle/>
                  <a:p>
                    <a:endParaRPr lang="en-US" dirty="0"/>
                  </a:p>
                </p:txBody>
              </p:sp>
            </p:grpSp>
            <p:grpSp>
              <p:nvGrpSpPr>
                <p:cNvPr id="14" name="Group 81">
                  <a:extLst>
                    <a:ext uri="{FF2B5EF4-FFF2-40B4-BE49-F238E27FC236}">
                      <a16:creationId xmlns:a16="http://schemas.microsoft.com/office/drawing/2014/main" id="{9D3CD0EE-2D90-DC3F-C152-4964D6D9F4CE}"/>
                    </a:ext>
                  </a:extLst>
                </p:cNvPr>
                <p:cNvGrpSpPr/>
                <p:nvPr/>
              </p:nvGrpSpPr>
              <p:grpSpPr bwMode="gray">
                <a:xfrm>
                  <a:off x="8334904" y="2787052"/>
                  <a:ext cx="1230190" cy="1936325"/>
                  <a:chOff x="8926216" y="2902867"/>
                  <a:chExt cx="1230190" cy="1936325"/>
                </a:xfrm>
              </p:grpSpPr>
              <p:sp>
                <p:nvSpPr>
                  <p:cNvPr id="137" name="Grafik 13">
                    <a:extLst>
                      <a:ext uri="{FF2B5EF4-FFF2-40B4-BE49-F238E27FC236}">
                        <a16:creationId xmlns:a16="http://schemas.microsoft.com/office/drawing/2014/main" id="{A85E4C29-9AB5-6907-C093-3E681FE70AA1}"/>
                      </a:ext>
                    </a:extLst>
                  </p:cNvPr>
                  <p:cNvSpPr/>
                  <p:nvPr/>
                </p:nvSpPr>
                <p:spPr bwMode="gray">
                  <a:xfrm>
                    <a:off x="9208480" y="4040484"/>
                    <a:ext cx="241997" cy="649589"/>
                  </a:xfrm>
                  <a:custGeom>
                    <a:avLst/>
                    <a:gdLst>
                      <a:gd name="connsiteX0" fmla="*/ 167454 w 170632"/>
                      <a:gd name="connsiteY0" fmla="*/ 411251 h 458025"/>
                      <a:gd name="connsiteX1" fmla="*/ 99279 w 170632"/>
                      <a:gd name="connsiteY1" fmla="*/ 430487 h 458025"/>
                      <a:gd name="connsiteX2" fmla="*/ 0 w 170632"/>
                      <a:gd name="connsiteY2" fmla="*/ 16435 h 458025"/>
                      <a:gd name="connsiteX3" fmla="*/ 58341 w 170632"/>
                      <a:gd name="connsiteY3" fmla="*/ 0 h 458025"/>
                    </a:gdLst>
                    <a:ahLst/>
                    <a:cxnLst>
                      <a:cxn ang="0">
                        <a:pos x="connsiteX0" y="connsiteY0"/>
                      </a:cxn>
                      <a:cxn ang="0">
                        <a:pos x="connsiteX1" y="connsiteY1"/>
                      </a:cxn>
                      <a:cxn ang="0">
                        <a:pos x="connsiteX2" y="connsiteY2"/>
                      </a:cxn>
                      <a:cxn ang="0">
                        <a:pos x="connsiteX3" y="connsiteY3"/>
                      </a:cxn>
                    </a:cxnLst>
                    <a:rect l="l" t="t" r="r" b="b"/>
                    <a:pathLst>
                      <a:path w="170632" h="458025">
                        <a:moveTo>
                          <a:pt x="167454" y="411251"/>
                        </a:moveTo>
                        <a:cubicBezTo>
                          <a:pt x="187457" y="466291"/>
                          <a:pt x="106813" y="472826"/>
                          <a:pt x="99279" y="430487"/>
                        </a:cubicBezTo>
                        <a:lnTo>
                          <a:pt x="0" y="16435"/>
                        </a:lnTo>
                        <a:lnTo>
                          <a:pt x="58341" y="0"/>
                        </a:lnTo>
                        <a:close/>
                      </a:path>
                    </a:pathLst>
                  </a:custGeom>
                  <a:solidFill>
                    <a:srgbClr val="C09066"/>
                  </a:solidFill>
                  <a:ln w="3329" cap="flat">
                    <a:noFill/>
                    <a:prstDash val="solid"/>
                    <a:miter/>
                  </a:ln>
                </p:spPr>
                <p:txBody>
                  <a:bodyPr rtlCol="0" anchor="ctr"/>
                  <a:lstStyle/>
                  <a:p>
                    <a:endParaRPr lang="en-US" dirty="0"/>
                  </a:p>
                </p:txBody>
              </p:sp>
              <p:grpSp>
                <p:nvGrpSpPr>
                  <p:cNvPr id="138" name="Group 205">
                    <a:extLst>
                      <a:ext uri="{FF2B5EF4-FFF2-40B4-BE49-F238E27FC236}">
                        <a16:creationId xmlns:a16="http://schemas.microsoft.com/office/drawing/2014/main" id="{65144B4F-8527-9898-486C-5205B883BAFA}"/>
                      </a:ext>
                    </a:extLst>
                  </p:cNvPr>
                  <p:cNvGrpSpPr/>
                  <p:nvPr/>
                </p:nvGrpSpPr>
                <p:grpSpPr bwMode="gray">
                  <a:xfrm>
                    <a:off x="8926216" y="2902867"/>
                    <a:ext cx="1230190" cy="1936325"/>
                    <a:chOff x="8926216" y="2902867"/>
                    <a:chExt cx="1230190" cy="1936325"/>
                  </a:xfrm>
                </p:grpSpPr>
                <p:sp>
                  <p:nvSpPr>
                    <p:cNvPr id="139" name="Grafik 13">
                      <a:extLst>
                        <a:ext uri="{FF2B5EF4-FFF2-40B4-BE49-F238E27FC236}">
                          <a16:creationId xmlns:a16="http://schemas.microsoft.com/office/drawing/2014/main" id="{81267DA8-F9C0-4AB7-B892-9D70C1493357}"/>
                        </a:ext>
                      </a:extLst>
                    </p:cNvPr>
                    <p:cNvSpPr/>
                    <p:nvPr/>
                  </p:nvSpPr>
                  <p:spPr bwMode="gray">
                    <a:xfrm>
                      <a:off x="9239512" y="4571245"/>
                      <a:ext cx="247464" cy="251186"/>
                    </a:xfrm>
                    <a:custGeom>
                      <a:avLst/>
                      <a:gdLst>
                        <a:gd name="connsiteX0" fmla="*/ 95033 w 174487"/>
                        <a:gd name="connsiteY0" fmla="*/ 2808 h 177111"/>
                        <a:gd name="connsiteX1" fmla="*/ 138105 w 174487"/>
                        <a:gd name="connsiteY1" fmla="*/ 19420 h 177111"/>
                        <a:gd name="connsiteX2" fmla="*/ 139472 w 174487"/>
                        <a:gd name="connsiteY2" fmla="*/ 23110 h 177111"/>
                        <a:gd name="connsiteX3" fmla="*/ 146406 w 174487"/>
                        <a:gd name="connsiteY3" fmla="*/ 41813 h 177111"/>
                        <a:gd name="connsiteX4" fmla="*/ 174410 w 174487"/>
                        <a:gd name="connsiteY4" fmla="*/ 82584 h 177111"/>
                        <a:gd name="connsiteX5" fmla="*/ 24391 w 174487"/>
                        <a:gd name="connsiteY5" fmla="*/ 174363 h 177111"/>
                        <a:gd name="connsiteX6" fmla="*/ 25158 w 174487"/>
                        <a:gd name="connsiteY6" fmla="*/ 142159 h 177111"/>
                        <a:gd name="connsiteX7" fmla="*/ 62662 w 174487"/>
                        <a:gd name="connsiteY7" fmla="*/ 125490 h 177111"/>
                        <a:gd name="connsiteX8" fmla="*/ 72463 w 174487"/>
                        <a:gd name="connsiteY8" fmla="*/ 33979 h 177111"/>
                        <a:gd name="connsiteX9" fmla="*/ 73730 w 174487"/>
                        <a:gd name="connsiteY9" fmla="*/ 21477 h 177111"/>
                        <a:gd name="connsiteX10" fmla="*/ 95200 w 174487"/>
                        <a:gd name="connsiteY10" fmla="*/ 2708 h 17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487" h="177111">
                          <a:moveTo>
                            <a:pt x="95033" y="2808"/>
                          </a:moveTo>
                          <a:cubicBezTo>
                            <a:pt x="111502" y="-4496"/>
                            <a:pt x="130804" y="2941"/>
                            <a:pt x="138105" y="19420"/>
                          </a:cubicBezTo>
                          <a:cubicBezTo>
                            <a:pt x="138639" y="20620"/>
                            <a:pt x="139072" y="21854"/>
                            <a:pt x="139472" y="23110"/>
                          </a:cubicBezTo>
                          <a:cubicBezTo>
                            <a:pt x="141339" y="29501"/>
                            <a:pt x="143672" y="35749"/>
                            <a:pt x="146406" y="41813"/>
                          </a:cubicBezTo>
                          <a:cubicBezTo>
                            <a:pt x="153374" y="57515"/>
                            <a:pt x="167809" y="62082"/>
                            <a:pt x="174410" y="82584"/>
                          </a:cubicBezTo>
                          <a:cubicBezTo>
                            <a:pt x="177744" y="92353"/>
                            <a:pt x="73597" y="195065"/>
                            <a:pt x="24391" y="174363"/>
                          </a:cubicBezTo>
                          <a:cubicBezTo>
                            <a:pt x="-24815" y="153660"/>
                            <a:pt x="13756" y="145326"/>
                            <a:pt x="25158" y="142159"/>
                          </a:cubicBezTo>
                          <a:cubicBezTo>
                            <a:pt x="30092" y="140792"/>
                            <a:pt x="48194" y="137225"/>
                            <a:pt x="62662" y="125490"/>
                          </a:cubicBezTo>
                          <a:cubicBezTo>
                            <a:pt x="91266" y="102554"/>
                            <a:pt x="79331" y="65782"/>
                            <a:pt x="72463" y="33979"/>
                          </a:cubicBezTo>
                          <a:lnTo>
                            <a:pt x="73730" y="21477"/>
                          </a:lnTo>
                          <a:cubicBezTo>
                            <a:pt x="70597" y="6442"/>
                            <a:pt x="81165" y="8942"/>
                            <a:pt x="95200" y="2708"/>
                          </a:cubicBezTo>
                          <a:close/>
                        </a:path>
                      </a:pathLst>
                    </a:custGeom>
                    <a:solidFill>
                      <a:srgbClr val="C09066"/>
                    </a:solidFill>
                    <a:ln w="3329" cap="flat">
                      <a:noFill/>
                      <a:prstDash val="solid"/>
                      <a:miter/>
                    </a:ln>
                  </p:spPr>
                  <p:txBody>
                    <a:bodyPr rtlCol="0" anchor="ctr"/>
                    <a:lstStyle/>
                    <a:p>
                      <a:endParaRPr lang="en-US" dirty="0"/>
                    </a:p>
                  </p:txBody>
                </p:sp>
                <p:sp>
                  <p:nvSpPr>
                    <p:cNvPr id="140" name="Grafik 13">
                      <a:extLst>
                        <a:ext uri="{FF2B5EF4-FFF2-40B4-BE49-F238E27FC236}">
                          <a16:creationId xmlns:a16="http://schemas.microsoft.com/office/drawing/2014/main" id="{B50A4361-895B-B930-BB32-17A212B2B68F}"/>
                        </a:ext>
                      </a:extLst>
                    </p:cNvPr>
                    <p:cNvSpPr/>
                    <p:nvPr/>
                  </p:nvSpPr>
                  <p:spPr bwMode="gray">
                    <a:xfrm>
                      <a:off x="9165832" y="4019208"/>
                      <a:ext cx="261272" cy="529211"/>
                    </a:xfrm>
                    <a:custGeom>
                      <a:avLst/>
                      <a:gdLst>
                        <a:gd name="connsiteX0" fmla="*/ 184223 w 184223"/>
                        <a:gd name="connsiteY0" fmla="*/ 349344 h 373146"/>
                        <a:gd name="connsiteX1" fmla="*/ 146318 w 184223"/>
                        <a:gd name="connsiteY1" fmla="*/ 0 h 373146"/>
                        <a:gd name="connsiteX2" fmla="*/ 0 w 184223"/>
                        <a:gd name="connsiteY2" fmla="*/ 39772 h 373146"/>
                        <a:gd name="connsiteX3" fmla="*/ 100013 w 184223"/>
                        <a:gd name="connsiteY3" fmla="*/ 373147 h 373146"/>
                      </a:gdLst>
                      <a:ahLst/>
                      <a:cxnLst>
                        <a:cxn ang="0">
                          <a:pos x="connsiteX0" y="connsiteY0"/>
                        </a:cxn>
                        <a:cxn ang="0">
                          <a:pos x="connsiteX1" y="connsiteY1"/>
                        </a:cxn>
                        <a:cxn ang="0">
                          <a:pos x="connsiteX2" y="connsiteY2"/>
                        </a:cxn>
                        <a:cxn ang="0">
                          <a:pos x="connsiteX3" y="connsiteY3"/>
                        </a:cxn>
                      </a:cxnLst>
                      <a:rect l="l" t="t" r="r" b="b"/>
                      <a:pathLst>
                        <a:path w="184223" h="373146">
                          <a:moveTo>
                            <a:pt x="184223" y="349344"/>
                          </a:moveTo>
                          <a:cubicBezTo>
                            <a:pt x="182190" y="224661"/>
                            <a:pt x="174222" y="119015"/>
                            <a:pt x="146318" y="0"/>
                          </a:cubicBezTo>
                          <a:lnTo>
                            <a:pt x="0" y="39772"/>
                          </a:lnTo>
                          <a:lnTo>
                            <a:pt x="100013" y="373147"/>
                          </a:lnTo>
                          <a:close/>
                        </a:path>
                      </a:pathLst>
                    </a:custGeom>
                    <a:solidFill>
                      <a:srgbClr val="404040"/>
                    </a:solidFill>
                    <a:ln w="3329" cap="flat">
                      <a:noFill/>
                      <a:prstDash val="solid"/>
                      <a:miter/>
                    </a:ln>
                  </p:spPr>
                  <p:txBody>
                    <a:bodyPr rtlCol="0" anchor="ctr"/>
                    <a:lstStyle/>
                    <a:p>
                      <a:endParaRPr lang="en-US" dirty="0"/>
                    </a:p>
                  </p:txBody>
                </p:sp>
                <p:sp>
                  <p:nvSpPr>
                    <p:cNvPr id="141" name="Grafik 13">
                      <a:extLst>
                        <a:ext uri="{FF2B5EF4-FFF2-40B4-BE49-F238E27FC236}">
                          <a16:creationId xmlns:a16="http://schemas.microsoft.com/office/drawing/2014/main" id="{0BA7F15E-1E4A-68BB-271A-D53A2DD588E9}"/>
                        </a:ext>
                      </a:extLst>
                    </p:cNvPr>
                    <p:cNvSpPr/>
                    <p:nvPr/>
                  </p:nvSpPr>
                  <p:spPr bwMode="gray">
                    <a:xfrm>
                      <a:off x="9672359" y="2907078"/>
                      <a:ext cx="351994" cy="683587"/>
                    </a:xfrm>
                    <a:custGeom>
                      <a:avLst/>
                      <a:gdLst>
                        <a:gd name="connsiteX0" fmla="*/ 17195 w 248191"/>
                        <a:gd name="connsiteY0" fmla="*/ 47637 h 481997"/>
                        <a:gd name="connsiteX1" fmla="*/ 78369 w 248191"/>
                        <a:gd name="connsiteY1" fmla="*/ 245095 h 481997"/>
                        <a:gd name="connsiteX2" fmla="*/ 29796 w 248191"/>
                        <a:gd name="connsiteY2" fmla="*/ 456688 h 481997"/>
                        <a:gd name="connsiteX3" fmla="*/ 217853 w 248191"/>
                        <a:gd name="connsiteY3" fmla="*/ 293768 h 481997"/>
                        <a:gd name="connsiteX4" fmla="*/ 205552 w 248191"/>
                        <a:gd name="connsiteY4" fmla="*/ 46904 h 481997"/>
                        <a:gd name="connsiteX5" fmla="*/ 17195 w 248191"/>
                        <a:gd name="connsiteY5" fmla="*/ 47637 h 481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191" h="481997">
                          <a:moveTo>
                            <a:pt x="17195" y="47637"/>
                          </a:moveTo>
                          <a:cubicBezTo>
                            <a:pt x="31297" y="96876"/>
                            <a:pt x="67868" y="212791"/>
                            <a:pt x="78369" y="245095"/>
                          </a:cubicBezTo>
                          <a:cubicBezTo>
                            <a:pt x="106939" y="333106"/>
                            <a:pt x="-67449" y="332939"/>
                            <a:pt x="29796" y="456688"/>
                          </a:cubicBezTo>
                          <a:cubicBezTo>
                            <a:pt x="114407" y="564335"/>
                            <a:pt x="217853" y="293768"/>
                            <a:pt x="217853" y="293768"/>
                          </a:cubicBezTo>
                          <a:cubicBezTo>
                            <a:pt x="217853" y="293768"/>
                            <a:pt x="293696" y="153750"/>
                            <a:pt x="205552" y="46904"/>
                          </a:cubicBezTo>
                          <a:cubicBezTo>
                            <a:pt x="134943" y="-38607"/>
                            <a:pt x="37564" y="12166"/>
                            <a:pt x="17195" y="47637"/>
                          </a:cubicBezTo>
                          <a:close/>
                        </a:path>
                      </a:pathLst>
                    </a:custGeom>
                    <a:solidFill>
                      <a:srgbClr val="4B2E1A"/>
                    </a:solidFill>
                    <a:ln w="3329" cap="flat">
                      <a:noFill/>
                      <a:prstDash val="solid"/>
                      <a:miter/>
                    </a:ln>
                  </p:spPr>
                  <p:txBody>
                    <a:bodyPr rtlCol="0" anchor="ctr"/>
                    <a:lstStyle/>
                    <a:p>
                      <a:endParaRPr lang="en-US" dirty="0"/>
                    </a:p>
                  </p:txBody>
                </p:sp>
                <p:sp>
                  <p:nvSpPr>
                    <p:cNvPr id="142" name="Grafik 13">
                      <a:extLst>
                        <a:ext uri="{FF2B5EF4-FFF2-40B4-BE49-F238E27FC236}">
                          <a16:creationId xmlns:a16="http://schemas.microsoft.com/office/drawing/2014/main" id="{7B7283DA-2AFF-2E21-5A44-C3EDFA8072AB}"/>
                        </a:ext>
                      </a:extLst>
                    </p:cNvPr>
                    <p:cNvSpPr/>
                    <p:nvPr/>
                  </p:nvSpPr>
                  <p:spPr bwMode="gray">
                    <a:xfrm>
                      <a:off x="9679277" y="3273025"/>
                      <a:ext cx="368135" cy="712470"/>
                    </a:xfrm>
                    <a:custGeom>
                      <a:avLst/>
                      <a:gdLst>
                        <a:gd name="connsiteX0" fmla="*/ 238812 w 259572"/>
                        <a:gd name="connsiteY0" fmla="*/ 502363 h 502362"/>
                        <a:gd name="connsiteX1" fmla="*/ 7049 w 259572"/>
                        <a:gd name="connsiteY1" fmla="*/ 499962 h 502362"/>
                        <a:gd name="connsiteX2" fmla="*/ 4549 w 259572"/>
                        <a:gd name="connsiteY2" fmla="*/ 239530 h 502362"/>
                        <a:gd name="connsiteX3" fmla="*/ 6649 w 259572"/>
                        <a:gd name="connsiteY3" fmla="*/ 165721 h 502362"/>
                        <a:gd name="connsiteX4" fmla="*/ 76458 w 259572"/>
                        <a:gd name="connsiteY4" fmla="*/ 50073 h 502362"/>
                        <a:gd name="connsiteX5" fmla="*/ 112296 w 259572"/>
                        <a:gd name="connsiteY5" fmla="*/ 19469 h 502362"/>
                        <a:gd name="connsiteX6" fmla="*/ 207408 w 259572"/>
                        <a:gd name="connsiteY6" fmla="*/ 0 h 502362"/>
                        <a:gd name="connsiteX7" fmla="*/ 216909 w 259572"/>
                        <a:gd name="connsiteY7" fmla="*/ 18602 h 502362"/>
                        <a:gd name="connsiteX8" fmla="*/ 259481 w 259572"/>
                        <a:gd name="connsiteY8" fmla="*/ 123382 h 502362"/>
                        <a:gd name="connsiteX9" fmla="*/ 238812 w 259572"/>
                        <a:gd name="connsiteY9" fmla="*/ 502363 h 502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9572" h="502362">
                          <a:moveTo>
                            <a:pt x="238812" y="502363"/>
                          </a:moveTo>
                          <a:lnTo>
                            <a:pt x="7049" y="499962"/>
                          </a:lnTo>
                          <a:cubicBezTo>
                            <a:pt x="-4785" y="413618"/>
                            <a:pt x="23718" y="339942"/>
                            <a:pt x="4549" y="239530"/>
                          </a:cubicBezTo>
                          <a:cubicBezTo>
                            <a:pt x="849" y="215860"/>
                            <a:pt x="-4418" y="186957"/>
                            <a:pt x="6649" y="165721"/>
                          </a:cubicBezTo>
                          <a:lnTo>
                            <a:pt x="76458" y="50073"/>
                          </a:lnTo>
                          <a:cubicBezTo>
                            <a:pt x="86993" y="31704"/>
                            <a:pt x="92327" y="26437"/>
                            <a:pt x="112296" y="19469"/>
                          </a:cubicBezTo>
                          <a:lnTo>
                            <a:pt x="207408" y="0"/>
                          </a:lnTo>
                          <a:lnTo>
                            <a:pt x="216909" y="18602"/>
                          </a:lnTo>
                          <a:cubicBezTo>
                            <a:pt x="245413" y="45842"/>
                            <a:pt x="260915" y="83977"/>
                            <a:pt x="259481" y="123382"/>
                          </a:cubicBezTo>
                          <a:cubicBezTo>
                            <a:pt x="250080" y="244197"/>
                            <a:pt x="232011" y="436188"/>
                            <a:pt x="238812" y="502363"/>
                          </a:cubicBezTo>
                          <a:close/>
                        </a:path>
                      </a:pathLst>
                    </a:custGeom>
                    <a:solidFill>
                      <a:srgbClr val="EFB435"/>
                    </a:solidFill>
                    <a:ln w="3329" cap="flat">
                      <a:noFill/>
                      <a:prstDash val="solid"/>
                      <a:miter/>
                    </a:ln>
                  </p:spPr>
                  <p:txBody>
                    <a:bodyPr rtlCol="0" anchor="ctr"/>
                    <a:lstStyle/>
                    <a:p>
                      <a:endParaRPr lang="en-US" dirty="0"/>
                    </a:p>
                  </p:txBody>
                </p:sp>
                <p:sp>
                  <p:nvSpPr>
                    <p:cNvPr id="143" name="Grafik 13">
                      <a:extLst>
                        <a:ext uri="{FF2B5EF4-FFF2-40B4-BE49-F238E27FC236}">
                          <a16:creationId xmlns:a16="http://schemas.microsoft.com/office/drawing/2014/main" id="{4CF783EF-C0E8-2A6F-F770-0FB6B7B0D252}"/>
                        </a:ext>
                      </a:extLst>
                    </p:cNvPr>
                    <p:cNvSpPr/>
                    <p:nvPr/>
                  </p:nvSpPr>
                  <p:spPr bwMode="gray">
                    <a:xfrm>
                      <a:off x="9152641" y="4089135"/>
                      <a:ext cx="212715" cy="619497"/>
                    </a:xfrm>
                    <a:custGeom>
                      <a:avLst/>
                      <a:gdLst>
                        <a:gd name="connsiteX0" fmla="*/ 64008 w 149985"/>
                        <a:gd name="connsiteY0" fmla="*/ 412185 h 436807"/>
                        <a:gd name="connsiteX1" fmla="*/ 0 w 149985"/>
                        <a:gd name="connsiteY1" fmla="*/ 402417 h 436807"/>
                        <a:gd name="connsiteX2" fmla="*/ 18002 w 149985"/>
                        <a:gd name="connsiteY2" fmla="*/ 0 h 436807"/>
                        <a:gd name="connsiteX3" fmla="*/ 149985 w 149985"/>
                        <a:gd name="connsiteY3" fmla="*/ 18902 h 436807"/>
                      </a:gdLst>
                      <a:ahLst/>
                      <a:cxnLst>
                        <a:cxn ang="0">
                          <a:pos x="connsiteX0" y="connsiteY0"/>
                        </a:cxn>
                        <a:cxn ang="0">
                          <a:pos x="connsiteX1" y="connsiteY1"/>
                        </a:cxn>
                        <a:cxn ang="0">
                          <a:pos x="connsiteX2" y="connsiteY2"/>
                        </a:cxn>
                        <a:cxn ang="0">
                          <a:pos x="connsiteX3" y="connsiteY3"/>
                        </a:cxn>
                      </a:cxnLst>
                      <a:rect l="l" t="t" r="r" b="b"/>
                      <a:pathLst>
                        <a:path w="149985" h="436807">
                          <a:moveTo>
                            <a:pt x="64008" y="412185"/>
                          </a:moveTo>
                          <a:cubicBezTo>
                            <a:pt x="54674" y="449156"/>
                            <a:pt x="0" y="443355"/>
                            <a:pt x="0" y="402417"/>
                          </a:cubicBezTo>
                          <a:lnTo>
                            <a:pt x="18002" y="0"/>
                          </a:lnTo>
                          <a:lnTo>
                            <a:pt x="149985" y="18902"/>
                          </a:lnTo>
                          <a:close/>
                        </a:path>
                      </a:pathLst>
                    </a:custGeom>
                    <a:solidFill>
                      <a:srgbClr val="C09066"/>
                    </a:solidFill>
                    <a:ln w="3329" cap="flat">
                      <a:noFill/>
                      <a:prstDash val="solid"/>
                      <a:miter/>
                    </a:ln>
                  </p:spPr>
                  <p:txBody>
                    <a:bodyPr rtlCol="0" anchor="ctr"/>
                    <a:lstStyle/>
                    <a:p>
                      <a:endParaRPr lang="en-US" dirty="0"/>
                    </a:p>
                  </p:txBody>
                </p:sp>
                <p:sp>
                  <p:nvSpPr>
                    <p:cNvPr id="144" name="Grafik 13">
                      <a:extLst>
                        <a:ext uri="{FF2B5EF4-FFF2-40B4-BE49-F238E27FC236}">
                          <a16:creationId xmlns:a16="http://schemas.microsoft.com/office/drawing/2014/main" id="{A1EC637C-E306-427B-D21E-1F006F405831}"/>
                        </a:ext>
                      </a:extLst>
                    </p:cNvPr>
                    <p:cNvSpPr/>
                    <p:nvPr/>
                  </p:nvSpPr>
                  <p:spPr bwMode="gray">
                    <a:xfrm>
                      <a:off x="9157841" y="3996371"/>
                      <a:ext cx="207656" cy="207656"/>
                    </a:xfrm>
                    <a:custGeom>
                      <a:avLst/>
                      <a:gdLst>
                        <a:gd name="connsiteX0" fmla="*/ 146418 w 146418"/>
                        <a:gd name="connsiteY0" fmla="*/ 73209 h 146418"/>
                        <a:gd name="connsiteX1" fmla="*/ 73209 w 146418"/>
                        <a:gd name="connsiteY1" fmla="*/ 146418 h 146418"/>
                        <a:gd name="connsiteX2" fmla="*/ 0 w 146418"/>
                        <a:gd name="connsiteY2" fmla="*/ 73209 h 146418"/>
                        <a:gd name="connsiteX3" fmla="*/ 73209 w 146418"/>
                        <a:gd name="connsiteY3" fmla="*/ 0 h 146418"/>
                        <a:gd name="connsiteX4" fmla="*/ 146418 w 146418"/>
                        <a:gd name="connsiteY4" fmla="*/ 73209 h 146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418" h="146418">
                          <a:moveTo>
                            <a:pt x="146418" y="73209"/>
                          </a:moveTo>
                          <a:cubicBezTo>
                            <a:pt x="146418" y="113641"/>
                            <a:pt x="113642" y="146418"/>
                            <a:pt x="73209" y="146418"/>
                          </a:cubicBezTo>
                          <a:cubicBezTo>
                            <a:pt x="32777" y="146418"/>
                            <a:pt x="0" y="113641"/>
                            <a:pt x="0" y="73209"/>
                          </a:cubicBezTo>
                          <a:cubicBezTo>
                            <a:pt x="0" y="32777"/>
                            <a:pt x="32777" y="0"/>
                            <a:pt x="73209" y="0"/>
                          </a:cubicBezTo>
                          <a:cubicBezTo>
                            <a:pt x="113642" y="0"/>
                            <a:pt x="146418" y="32777"/>
                            <a:pt x="146418" y="73209"/>
                          </a:cubicBezTo>
                          <a:close/>
                        </a:path>
                      </a:pathLst>
                    </a:custGeom>
                    <a:solidFill>
                      <a:srgbClr val="808080"/>
                    </a:solidFill>
                    <a:ln w="3329" cap="flat">
                      <a:noFill/>
                      <a:prstDash val="solid"/>
                      <a:miter/>
                    </a:ln>
                  </p:spPr>
                  <p:txBody>
                    <a:bodyPr rtlCol="0" anchor="ctr"/>
                    <a:lstStyle/>
                    <a:p>
                      <a:endParaRPr lang="en-US" dirty="0"/>
                    </a:p>
                  </p:txBody>
                </p:sp>
                <p:sp>
                  <p:nvSpPr>
                    <p:cNvPr id="145" name="Grafik 13">
                      <a:extLst>
                        <a:ext uri="{FF2B5EF4-FFF2-40B4-BE49-F238E27FC236}">
                          <a16:creationId xmlns:a16="http://schemas.microsoft.com/office/drawing/2014/main" id="{F4F77B8C-53CD-314F-6833-533EDCF885E4}"/>
                        </a:ext>
                      </a:extLst>
                    </p:cNvPr>
                    <p:cNvSpPr/>
                    <p:nvPr/>
                  </p:nvSpPr>
                  <p:spPr bwMode="gray">
                    <a:xfrm>
                      <a:off x="9251268" y="3904741"/>
                      <a:ext cx="615025" cy="297442"/>
                    </a:xfrm>
                    <a:custGeom>
                      <a:avLst/>
                      <a:gdLst>
                        <a:gd name="connsiteX0" fmla="*/ 18903 w 433654"/>
                        <a:gd name="connsiteY0" fmla="*/ 209726 h 209726"/>
                        <a:gd name="connsiteX1" fmla="*/ 0 w 433654"/>
                        <a:gd name="connsiteY1" fmla="*/ 64575 h 209726"/>
                        <a:gd name="connsiteX2" fmla="*/ 407218 w 433654"/>
                        <a:gd name="connsiteY2" fmla="*/ 0 h 209726"/>
                        <a:gd name="connsiteX3" fmla="*/ 433654 w 433654"/>
                        <a:gd name="connsiteY3" fmla="*/ 198858 h 209726"/>
                        <a:gd name="connsiteX4" fmla="*/ 18903 w 433654"/>
                        <a:gd name="connsiteY4" fmla="*/ 209726 h 2097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3654" h="209726">
                          <a:moveTo>
                            <a:pt x="18903" y="209726"/>
                          </a:moveTo>
                          <a:lnTo>
                            <a:pt x="0" y="64575"/>
                          </a:lnTo>
                          <a:lnTo>
                            <a:pt x="407218" y="0"/>
                          </a:lnTo>
                          <a:lnTo>
                            <a:pt x="433654" y="198858"/>
                          </a:lnTo>
                          <a:lnTo>
                            <a:pt x="18903" y="209726"/>
                          </a:lnTo>
                          <a:close/>
                        </a:path>
                      </a:pathLst>
                    </a:custGeom>
                    <a:solidFill>
                      <a:srgbClr val="808080"/>
                    </a:solidFill>
                    <a:ln w="3329" cap="flat">
                      <a:noFill/>
                      <a:prstDash val="solid"/>
                      <a:miter/>
                    </a:ln>
                  </p:spPr>
                  <p:txBody>
                    <a:bodyPr rtlCol="0" anchor="ctr"/>
                    <a:lstStyle/>
                    <a:p>
                      <a:endParaRPr lang="en-US" dirty="0"/>
                    </a:p>
                  </p:txBody>
                </p:sp>
                <p:sp>
                  <p:nvSpPr>
                    <p:cNvPr id="146" name="Grafik 13">
                      <a:extLst>
                        <a:ext uri="{FF2B5EF4-FFF2-40B4-BE49-F238E27FC236}">
                          <a16:creationId xmlns:a16="http://schemas.microsoft.com/office/drawing/2014/main" id="{1116A2A7-32AF-ED05-8FB3-B2A126A8067F}"/>
                        </a:ext>
                      </a:extLst>
                    </p:cNvPr>
                    <p:cNvSpPr/>
                    <p:nvPr/>
                  </p:nvSpPr>
                  <p:spPr bwMode="gray">
                    <a:xfrm>
                      <a:off x="9667290" y="3829234"/>
                      <a:ext cx="365951" cy="365951"/>
                    </a:xfrm>
                    <a:custGeom>
                      <a:avLst/>
                      <a:gdLst>
                        <a:gd name="connsiteX0" fmla="*/ 258032 w 258032"/>
                        <a:gd name="connsiteY0" fmla="*/ 129016 h 258032"/>
                        <a:gd name="connsiteX1" fmla="*/ 129016 w 258032"/>
                        <a:gd name="connsiteY1" fmla="*/ 258032 h 258032"/>
                        <a:gd name="connsiteX2" fmla="*/ 0 w 258032"/>
                        <a:gd name="connsiteY2" fmla="*/ 129016 h 258032"/>
                        <a:gd name="connsiteX3" fmla="*/ 129016 w 258032"/>
                        <a:gd name="connsiteY3" fmla="*/ 0 h 258032"/>
                        <a:gd name="connsiteX4" fmla="*/ 258032 w 258032"/>
                        <a:gd name="connsiteY4" fmla="*/ 129016 h 258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032" h="258032">
                          <a:moveTo>
                            <a:pt x="258032" y="129016"/>
                          </a:moveTo>
                          <a:cubicBezTo>
                            <a:pt x="258032" y="200270"/>
                            <a:pt x="200270" y="258032"/>
                            <a:pt x="129016" y="258032"/>
                          </a:cubicBezTo>
                          <a:cubicBezTo>
                            <a:pt x="57763" y="258032"/>
                            <a:pt x="0" y="200270"/>
                            <a:pt x="0" y="129016"/>
                          </a:cubicBezTo>
                          <a:cubicBezTo>
                            <a:pt x="0" y="57762"/>
                            <a:pt x="57763" y="0"/>
                            <a:pt x="129016" y="0"/>
                          </a:cubicBezTo>
                          <a:cubicBezTo>
                            <a:pt x="200270" y="0"/>
                            <a:pt x="258032" y="57762"/>
                            <a:pt x="258032" y="129016"/>
                          </a:cubicBezTo>
                          <a:close/>
                        </a:path>
                      </a:pathLst>
                    </a:custGeom>
                    <a:solidFill>
                      <a:srgbClr val="808080"/>
                    </a:solidFill>
                    <a:ln w="3329" cap="flat">
                      <a:noFill/>
                      <a:prstDash val="solid"/>
                      <a:miter/>
                    </a:ln>
                  </p:spPr>
                  <p:txBody>
                    <a:bodyPr rtlCol="0" anchor="ctr"/>
                    <a:lstStyle/>
                    <a:p>
                      <a:endParaRPr lang="en-US" dirty="0"/>
                    </a:p>
                  </p:txBody>
                </p:sp>
                <p:sp>
                  <p:nvSpPr>
                    <p:cNvPr id="147" name="Grafik 13">
                      <a:extLst>
                        <a:ext uri="{FF2B5EF4-FFF2-40B4-BE49-F238E27FC236}">
                          <a16:creationId xmlns:a16="http://schemas.microsoft.com/office/drawing/2014/main" id="{C2B0EE97-8545-32B0-AB68-02D5FBF62C17}"/>
                        </a:ext>
                      </a:extLst>
                    </p:cNvPr>
                    <p:cNvSpPr/>
                    <p:nvPr/>
                  </p:nvSpPr>
                  <p:spPr bwMode="gray">
                    <a:xfrm>
                      <a:off x="9650392" y="2971849"/>
                      <a:ext cx="113336" cy="335738"/>
                    </a:xfrm>
                    <a:custGeom>
                      <a:avLst/>
                      <a:gdLst>
                        <a:gd name="connsiteX0" fmla="*/ 39884 w 79913"/>
                        <a:gd name="connsiteY0" fmla="*/ 0 h 236729"/>
                        <a:gd name="connsiteX1" fmla="*/ 113 w 79913"/>
                        <a:gd name="connsiteY1" fmla="*/ 45172 h 236729"/>
                        <a:gd name="connsiteX2" fmla="*/ 20115 w 79913"/>
                        <a:gd name="connsiteY2" fmla="*/ 236730 h 236729"/>
                        <a:gd name="connsiteX3" fmla="*/ 79623 w 79913"/>
                        <a:gd name="connsiteY3" fmla="*/ 127949 h 236729"/>
                        <a:gd name="connsiteX4" fmla="*/ 39884 w 79913"/>
                        <a:gd name="connsiteY4" fmla="*/ 0 h 2367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913" h="236729">
                          <a:moveTo>
                            <a:pt x="39884" y="0"/>
                          </a:moveTo>
                          <a:cubicBezTo>
                            <a:pt x="29183" y="2134"/>
                            <a:pt x="3546" y="8768"/>
                            <a:pt x="113" y="45172"/>
                          </a:cubicBezTo>
                          <a:cubicBezTo>
                            <a:pt x="-3321" y="81577"/>
                            <a:pt x="73055" y="175489"/>
                            <a:pt x="20115" y="236730"/>
                          </a:cubicBezTo>
                          <a:cubicBezTo>
                            <a:pt x="20115" y="236730"/>
                            <a:pt x="84757" y="220061"/>
                            <a:pt x="79623" y="127949"/>
                          </a:cubicBezTo>
                          <a:cubicBezTo>
                            <a:pt x="74489" y="35838"/>
                            <a:pt x="39884" y="0"/>
                            <a:pt x="39884" y="0"/>
                          </a:cubicBezTo>
                          <a:close/>
                        </a:path>
                      </a:pathLst>
                    </a:custGeom>
                    <a:solidFill>
                      <a:srgbClr val="4B2E1A"/>
                    </a:solidFill>
                    <a:ln w="3329" cap="flat">
                      <a:noFill/>
                      <a:prstDash val="solid"/>
                      <a:miter/>
                    </a:ln>
                  </p:spPr>
                  <p:txBody>
                    <a:bodyPr rtlCol="0" anchor="ctr"/>
                    <a:lstStyle/>
                    <a:p>
                      <a:endParaRPr lang="en-US" dirty="0"/>
                    </a:p>
                  </p:txBody>
                </p:sp>
                <p:sp>
                  <p:nvSpPr>
                    <p:cNvPr id="148" name="Grafik 13">
                      <a:extLst>
                        <a:ext uri="{FF2B5EF4-FFF2-40B4-BE49-F238E27FC236}">
                          <a16:creationId xmlns:a16="http://schemas.microsoft.com/office/drawing/2014/main" id="{EB7AD1BF-3877-0174-48C0-9D2CCCFEF459}"/>
                        </a:ext>
                      </a:extLst>
                    </p:cNvPr>
                    <p:cNvSpPr/>
                    <p:nvPr/>
                  </p:nvSpPr>
                  <p:spPr bwMode="gray">
                    <a:xfrm>
                      <a:off x="9769179" y="3140592"/>
                      <a:ext cx="175297" cy="238670"/>
                    </a:xfrm>
                    <a:custGeom>
                      <a:avLst/>
                      <a:gdLst>
                        <a:gd name="connsiteX0" fmla="*/ 0 w 123602"/>
                        <a:gd name="connsiteY0" fmla="*/ 66308 h 168286"/>
                        <a:gd name="connsiteX1" fmla="*/ 43772 w 123602"/>
                        <a:gd name="connsiteY1" fmla="*/ 155753 h 168286"/>
                        <a:gd name="connsiteX2" fmla="*/ 122716 w 123602"/>
                        <a:gd name="connsiteY2" fmla="*/ 112414 h 168286"/>
                        <a:gd name="connsiteX3" fmla="*/ 87944 w 123602"/>
                        <a:gd name="connsiteY3" fmla="*/ 0 h 168286"/>
                        <a:gd name="connsiteX4" fmla="*/ 0 w 123602"/>
                        <a:gd name="connsiteY4" fmla="*/ 66308 h 168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02" h="168286">
                          <a:moveTo>
                            <a:pt x="0" y="66308"/>
                          </a:moveTo>
                          <a:cubicBezTo>
                            <a:pt x="16669" y="53807"/>
                            <a:pt x="43772" y="155753"/>
                            <a:pt x="43772" y="155753"/>
                          </a:cubicBezTo>
                          <a:cubicBezTo>
                            <a:pt x="64641" y="186056"/>
                            <a:pt x="132083" y="157420"/>
                            <a:pt x="122716" y="112414"/>
                          </a:cubicBezTo>
                          <a:lnTo>
                            <a:pt x="87944" y="0"/>
                          </a:lnTo>
                          <a:cubicBezTo>
                            <a:pt x="87044" y="867"/>
                            <a:pt x="0" y="66308"/>
                            <a:pt x="0" y="66308"/>
                          </a:cubicBezTo>
                          <a:close/>
                        </a:path>
                      </a:pathLst>
                    </a:custGeom>
                    <a:solidFill>
                      <a:srgbClr val="C09066"/>
                    </a:solidFill>
                    <a:ln w="3329" cap="flat">
                      <a:noFill/>
                      <a:prstDash val="solid"/>
                      <a:miter/>
                    </a:ln>
                  </p:spPr>
                  <p:txBody>
                    <a:bodyPr rtlCol="0" anchor="ctr"/>
                    <a:lstStyle/>
                    <a:p>
                      <a:endParaRPr lang="en-US" dirty="0"/>
                    </a:p>
                  </p:txBody>
                </p:sp>
                <p:sp>
                  <p:nvSpPr>
                    <p:cNvPr id="149" name="Grafik 13">
                      <a:extLst>
                        <a:ext uri="{FF2B5EF4-FFF2-40B4-BE49-F238E27FC236}">
                          <a16:creationId xmlns:a16="http://schemas.microsoft.com/office/drawing/2014/main" id="{8C754ADB-DD06-738E-6D7E-5515F7B30A32}"/>
                        </a:ext>
                      </a:extLst>
                    </p:cNvPr>
                    <p:cNvSpPr/>
                    <p:nvPr/>
                  </p:nvSpPr>
                  <p:spPr bwMode="gray">
                    <a:xfrm>
                      <a:off x="9769179" y="3144800"/>
                      <a:ext cx="100565" cy="151296"/>
                    </a:xfrm>
                    <a:custGeom>
                      <a:avLst/>
                      <a:gdLst>
                        <a:gd name="connsiteX0" fmla="*/ 0 w 70908"/>
                        <a:gd name="connsiteY0" fmla="*/ 63341 h 106679"/>
                        <a:gd name="connsiteX1" fmla="*/ 29304 w 70908"/>
                        <a:gd name="connsiteY1" fmla="*/ 106680 h 106679"/>
                        <a:gd name="connsiteX2" fmla="*/ 31637 w 70908"/>
                        <a:gd name="connsiteY2" fmla="*/ 73342 h 106679"/>
                        <a:gd name="connsiteX3" fmla="*/ 70909 w 70908"/>
                        <a:gd name="connsiteY3" fmla="*/ 0 h 106679"/>
                      </a:gdLst>
                      <a:ahLst/>
                      <a:cxnLst>
                        <a:cxn ang="0">
                          <a:pos x="connsiteX0" y="connsiteY0"/>
                        </a:cxn>
                        <a:cxn ang="0">
                          <a:pos x="connsiteX1" y="connsiteY1"/>
                        </a:cxn>
                        <a:cxn ang="0">
                          <a:pos x="connsiteX2" y="connsiteY2"/>
                        </a:cxn>
                        <a:cxn ang="0">
                          <a:pos x="connsiteX3" y="connsiteY3"/>
                        </a:cxn>
                      </a:cxnLst>
                      <a:rect l="l" t="t" r="r" b="b"/>
                      <a:pathLst>
                        <a:path w="70908" h="106679">
                          <a:moveTo>
                            <a:pt x="0" y="63341"/>
                          </a:moveTo>
                          <a:cubicBezTo>
                            <a:pt x="8668" y="56674"/>
                            <a:pt x="20236" y="81510"/>
                            <a:pt x="29304" y="106680"/>
                          </a:cubicBezTo>
                          <a:cubicBezTo>
                            <a:pt x="32971" y="103013"/>
                            <a:pt x="34771" y="92778"/>
                            <a:pt x="31637" y="73342"/>
                          </a:cubicBezTo>
                          <a:cubicBezTo>
                            <a:pt x="60074" y="53340"/>
                            <a:pt x="61641" y="24403"/>
                            <a:pt x="70909" y="0"/>
                          </a:cubicBezTo>
                          <a:close/>
                        </a:path>
                      </a:pathLst>
                    </a:custGeom>
                    <a:solidFill>
                      <a:srgbClr val="8A5942"/>
                    </a:solidFill>
                    <a:ln w="3329" cap="flat">
                      <a:noFill/>
                      <a:prstDash val="solid"/>
                      <a:miter/>
                    </a:ln>
                  </p:spPr>
                  <p:txBody>
                    <a:bodyPr rtlCol="0" anchor="ctr"/>
                    <a:lstStyle/>
                    <a:p>
                      <a:endParaRPr lang="en-US" dirty="0"/>
                    </a:p>
                  </p:txBody>
                </p:sp>
                <p:sp>
                  <p:nvSpPr>
                    <p:cNvPr id="150" name="Grafik 13">
                      <a:extLst>
                        <a:ext uri="{FF2B5EF4-FFF2-40B4-BE49-F238E27FC236}">
                          <a16:creationId xmlns:a16="http://schemas.microsoft.com/office/drawing/2014/main" id="{A6F902A6-8251-22CC-C55A-0A44AE08C135}"/>
                        </a:ext>
                      </a:extLst>
                    </p:cNvPr>
                    <p:cNvSpPr/>
                    <p:nvPr/>
                  </p:nvSpPr>
                  <p:spPr bwMode="gray">
                    <a:xfrm>
                      <a:off x="9656619" y="3048364"/>
                      <a:ext cx="174251" cy="200769"/>
                    </a:xfrm>
                    <a:custGeom>
                      <a:avLst/>
                      <a:gdLst>
                        <a:gd name="connsiteX0" fmla="*/ 14591 w 122864"/>
                        <a:gd name="connsiteY0" fmla="*/ 36293 h 141562"/>
                        <a:gd name="connsiteX1" fmla="*/ 5556 w 122864"/>
                        <a:gd name="connsiteY1" fmla="*/ 71564 h 141562"/>
                        <a:gd name="connsiteX2" fmla="*/ 21125 w 122864"/>
                        <a:gd name="connsiteY2" fmla="*/ 92200 h 141562"/>
                        <a:gd name="connsiteX3" fmla="*/ 19492 w 122864"/>
                        <a:gd name="connsiteY3" fmla="*/ 111636 h 141562"/>
                        <a:gd name="connsiteX4" fmla="*/ 31259 w 122864"/>
                        <a:gd name="connsiteY4" fmla="*/ 113869 h 141562"/>
                        <a:gd name="connsiteX5" fmla="*/ 30026 w 122864"/>
                        <a:gd name="connsiteY5" fmla="*/ 124571 h 141562"/>
                        <a:gd name="connsiteX6" fmla="*/ 37294 w 122864"/>
                        <a:gd name="connsiteY6" fmla="*/ 127904 h 141562"/>
                        <a:gd name="connsiteX7" fmla="*/ 116337 w 122864"/>
                        <a:gd name="connsiteY7" fmla="*/ 37726 h 141562"/>
                        <a:gd name="connsiteX8" fmla="*/ 14591 w 122864"/>
                        <a:gd name="connsiteY8" fmla="*/ 36293 h 141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864" h="141562">
                          <a:moveTo>
                            <a:pt x="14591" y="36293"/>
                          </a:moveTo>
                          <a:cubicBezTo>
                            <a:pt x="14991" y="38326"/>
                            <a:pt x="20225" y="56895"/>
                            <a:pt x="5556" y="71564"/>
                          </a:cubicBezTo>
                          <a:cubicBezTo>
                            <a:pt x="-10145" y="87299"/>
                            <a:pt x="11424" y="92200"/>
                            <a:pt x="21125" y="92200"/>
                          </a:cubicBezTo>
                          <a:cubicBezTo>
                            <a:pt x="27092" y="92200"/>
                            <a:pt x="15458" y="107568"/>
                            <a:pt x="19492" y="111636"/>
                          </a:cubicBezTo>
                          <a:cubicBezTo>
                            <a:pt x="21725" y="113869"/>
                            <a:pt x="28393" y="113769"/>
                            <a:pt x="31259" y="113869"/>
                          </a:cubicBezTo>
                          <a:cubicBezTo>
                            <a:pt x="25392" y="117203"/>
                            <a:pt x="24592" y="123370"/>
                            <a:pt x="30026" y="124571"/>
                          </a:cubicBezTo>
                          <a:cubicBezTo>
                            <a:pt x="32727" y="124914"/>
                            <a:pt x="35260" y="126077"/>
                            <a:pt x="37294" y="127904"/>
                          </a:cubicBezTo>
                          <a:cubicBezTo>
                            <a:pt x="90867" y="176044"/>
                            <a:pt x="141174" y="85132"/>
                            <a:pt x="116337" y="37726"/>
                          </a:cubicBezTo>
                          <a:cubicBezTo>
                            <a:pt x="87000" y="-18181"/>
                            <a:pt x="5357" y="-6212"/>
                            <a:pt x="14591" y="36293"/>
                          </a:cubicBezTo>
                          <a:close/>
                        </a:path>
                      </a:pathLst>
                    </a:custGeom>
                    <a:solidFill>
                      <a:srgbClr val="C09066"/>
                    </a:solidFill>
                    <a:ln w="3329" cap="flat">
                      <a:noFill/>
                      <a:prstDash val="solid"/>
                      <a:miter/>
                    </a:ln>
                  </p:spPr>
                  <p:txBody>
                    <a:bodyPr rtlCol="0" anchor="ctr"/>
                    <a:lstStyle/>
                    <a:p>
                      <a:endParaRPr lang="en-US" dirty="0"/>
                    </a:p>
                  </p:txBody>
                </p:sp>
                <p:sp>
                  <p:nvSpPr>
                    <p:cNvPr id="151" name="Grafik 13">
                      <a:extLst>
                        <a:ext uri="{FF2B5EF4-FFF2-40B4-BE49-F238E27FC236}">
                          <a16:creationId xmlns:a16="http://schemas.microsoft.com/office/drawing/2014/main" id="{89CE6BC4-8013-713B-4B56-A2544C8F5FD0}"/>
                        </a:ext>
                      </a:extLst>
                    </p:cNvPr>
                    <p:cNvSpPr/>
                    <p:nvPr/>
                  </p:nvSpPr>
                  <p:spPr bwMode="gray">
                    <a:xfrm rot="19288201">
                      <a:off x="9670887" y="2934151"/>
                      <a:ext cx="256733" cy="243588"/>
                    </a:xfrm>
                    <a:custGeom>
                      <a:avLst/>
                      <a:gdLst>
                        <a:gd name="connsiteX0" fmla="*/ 181023 w 181022"/>
                        <a:gd name="connsiteY0" fmla="*/ 85877 h 171754"/>
                        <a:gd name="connsiteX1" fmla="*/ 90511 w 181022"/>
                        <a:gd name="connsiteY1" fmla="*/ 171755 h 171754"/>
                        <a:gd name="connsiteX2" fmla="*/ 0 w 181022"/>
                        <a:gd name="connsiteY2" fmla="*/ 85877 h 171754"/>
                        <a:gd name="connsiteX3" fmla="*/ 90511 w 181022"/>
                        <a:gd name="connsiteY3" fmla="*/ 0 h 171754"/>
                        <a:gd name="connsiteX4" fmla="*/ 181023 w 181022"/>
                        <a:gd name="connsiteY4" fmla="*/ 85877 h 1717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022" h="171754">
                          <a:moveTo>
                            <a:pt x="181023" y="85877"/>
                          </a:moveTo>
                          <a:cubicBezTo>
                            <a:pt x="181023" y="133306"/>
                            <a:pt x="140499" y="171755"/>
                            <a:pt x="90511" y="171755"/>
                          </a:cubicBezTo>
                          <a:cubicBezTo>
                            <a:pt x="40523" y="171755"/>
                            <a:pt x="0" y="133306"/>
                            <a:pt x="0" y="85877"/>
                          </a:cubicBezTo>
                          <a:cubicBezTo>
                            <a:pt x="0" y="38449"/>
                            <a:pt x="40523" y="0"/>
                            <a:pt x="90511" y="0"/>
                          </a:cubicBezTo>
                          <a:cubicBezTo>
                            <a:pt x="140499" y="0"/>
                            <a:pt x="181023" y="38449"/>
                            <a:pt x="181023" y="85877"/>
                          </a:cubicBezTo>
                          <a:close/>
                        </a:path>
                      </a:pathLst>
                    </a:custGeom>
                    <a:solidFill>
                      <a:srgbClr val="C09066"/>
                    </a:solidFill>
                    <a:ln w="3329" cap="flat">
                      <a:noFill/>
                      <a:prstDash val="solid"/>
                      <a:miter/>
                    </a:ln>
                  </p:spPr>
                  <p:txBody>
                    <a:bodyPr rtlCol="0" anchor="ctr"/>
                    <a:lstStyle/>
                    <a:p>
                      <a:endParaRPr lang="en-US" dirty="0"/>
                    </a:p>
                  </p:txBody>
                </p:sp>
                <p:sp>
                  <p:nvSpPr>
                    <p:cNvPr id="152" name="Grafik 13">
                      <a:extLst>
                        <a:ext uri="{FF2B5EF4-FFF2-40B4-BE49-F238E27FC236}">
                          <a16:creationId xmlns:a16="http://schemas.microsoft.com/office/drawing/2014/main" id="{E483CDF4-3D54-DF80-B5C5-316EFA491EE8}"/>
                        </a:ext>
                      </a:extLst>
                    </p:cNvPr>
                    <p:cNvSpPr/>
                    <p:nvPr/>
                  </p:nvSpPr>
                  <p:spPr bwMode="gray">
                    <a:xfrm>
                      <a:off x="9673484" y="3057000"/>
                      <a:ext cx="210986" cy="209325"/>
                    </a:xfrm>
                    <a:custGeom>
                      <a:avLst/>
                      <a:gdLst>
                        <a:gd name="connsiteX0" fmla="*/ 44339 w 148766"/>
                        <a:gd name="connsiteY0" fmla="*/ 0 h 147595"/>
                        <a:gd name="connsiteX1" fmla="*/ 0 w 148766"/>
                        <a:gd name="connsiteY1" fmla="*/ 5401 h 147595"/>
                        <a:gd name="connsiteX2" fmla="*/ 8901 w 148766"/>
                        <a:gd name="connsiteY2" fmla="*/ 64975 h 147595"/>
                        <a:gd name="connsiteX3" fmla="*/ 43005 w 148766"/>
                        <a:gd name="connsiteY3" fmla="*/ 146618 h 147595"/>
                        <a:gd name="connsiteX4" fmla="*/ 77576 w 148766"/>
                        <a:gd name="connsiteY4" fmla="*/ 139184 h 147595"/>
                        <a:gd name="connsiteX5" fmla="*/ 148052 w 148766"/>
                        <a:gd name="connsiteY5" fmla="*/ 55007 h 147595"/>
                        <a:gd name="connsiteX6" fmla="*/ 44339 w 148766"/>
                        <a:gd name="connsiteY6" fmla="*/ 0 h 147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766" h="147595">
                          <a:moveTo>
                            <a:pt x="44339" y="0"/>
                          </a:moveTo>
                          <a:cubicBezTo>
                            <a:pt x="41538" y="967"/>
                            <a:pt x="0" y="5401"/>
                            <a:pt x="0" y="5401"/>
                          </a:cubicBezTo>
                          <a:cubicBezTo>
                            <a:pt x="767" y="25523"/>
                            <a:pt x="3767" y="45502"/>
                            <a:pt x="8901" y="64975"/>
                          </a:cubicBezTo>
                          <a:cubicBezTo>
                            <a:pt x="18135" y="102179"/>
                            <a:pt x="30404" y="143785"/>
                            <a:pt x="43005" y="146618"/>
                          </a:cubicBezTo>
                          <a:cubicBezTo>
                            <a:pt x="53973" y="149119"/>
                            <a:pt x="64508" y="146885"/>
                            <a:pt x="77576" y="139184"/>
                          </a:cubicBezTo>
                          <a:cubicBezTo>
                            <a:pt x="90644" y="131483"/>
                            <a:pt x="137284" y="96379"/>
                            <a:pt x="148052" y="55007"/>
                          </a:cubicBezTo>
                          <a:cubicBezTo>
                            <a:pt x="158820" y="13635"/>
                            <a:pt x="44339" y="0"/>
                            <a:pt x="44339" y="0"/>
                          </a:cubicBezTo>
                          <a:close/>
                        </a:path>
                      </a:pathLst>
                    </a:custGeom>
                    <a:solidFill>
                      <a:srgbClr val="C09066"/>
                    </a:solidFill>
                    <a:ln w="3329" cap="flat">
                      <a:noFill/>
                      <a:prstDash val="solid"/>
                      <a:miter/>
                    </a:ln>
                  </p:spPr>
                  <p:txBody>
                    <a:bodyPr rtlCol="0" anchor="ctr"/>
                    <a:lstStyle/>
                    <a:p>
                      <a:endParaRPr lang="en-US" dirty="0"/>
                    </a:p>
                  </p:txBody>
                </p:sp>
                <p:sp>
                  <p:nvSpPr>
                    <p:cNvPr id="153" name="Grafik 13">
                      <a:extLst>
                        <a:ext uri="{FF2B5EF4-FFF2-40B4-BE49-F238E27FC236}">
                          <a16:creationId xmlns:a16="http://schemas.microsoft.com/office/drawing/2014/main" id="{29F50B76-9063-E11B-FD0C-E7A31DAE8D37}"/>
                        </a:ext>
                      </a:extLst>
                    </p:cNvPr>
                    <p:cNvSpPr/>
                    <p:nvPr/>
                  </p:nvSpPr>
                  <p:spPr bwMode="gray">
                    <a:xfrm>
                      <a:off x="9706283" y="3256193"/>
                      <a:ext cx="331896" cy="630525"/>
                    </a:xfrm>
                    <a:custGeom>
                      <a:avLst/>
                      <a:gdLst>
                        <a:gd name="connsiteX0" fmla="*/ 228138 w 234020"/>
                        <a:gd name="connsiteY0" fmla="*/ 439621 h 444583"/>
                        <a:gd name="connsiteX1" fmla="*/ 15644 w 234020"/>
                        <a:gd name="connsiteY1" fmla="*/ 423720 h 444583"/>
                        <a:gd name="connsiteX2" fmla="*/ 1343 w 234020"/>
                        <a:gd name="connsiteY2" fmla="*/ 228662 h 444583"/>
                        <a:gd name="connsiteX3" fmla="*/ 12711 w 234020"/>
                        <a:gd name="connsiteY3" fmla="*/ 159520 h 444583"/>
                        <a:gd name="connsiteX4" fmla="*/ 83453 w 234020"/>
                        <a:gd name="connsiteY4" fmla="*/ 49773 h 444583"/>
                        <a:gd name="connsiteX5" fmla="*/ 164730 w 234020"/>
                        <a:gd name="connsiteY5" fmla="*/ 0 h 444583"/>
                        <a:gd name="connsiteX6" fmla="*/ 188066 w 234020"/>
                        <a:gd name="connsiteY6" fmla="*/ 28070 h 444583"/>
                        <a:gd name="connsiteX7" fmla="*/ 233938 w 234020"/>
                        <a:gd name="connsiteY7" fmla="*/ 140818 h 444583"/>
                        <a:gd name="connsiteX8" fmla="*/ 228138 w 234020"/>
                        <a:gd name="connsiteY8" fmla="*/ 439621 h 444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020" h="444583">
                          <a:moveTo>
                            <a:pt x="228138" y="439621"/>
                          </a:moveTo>
                          <a:cubicBezTo>
                            <a:pt x="139660" y="442955"/>
                            <a:pt x="34780" y="454690"/>
                            <a:pt x="15644" y="423720"/>
                          </a:cubicBezTo>
                          <a:lnTo>
                            <a:pt x="1343" y="228662"/>
                          </a:lnTo>
                          <a:cubicBezTo>
                            <a:pt x="-2358" y="204992"/>
                            <a:pt x="1642" y="180763"/>
                            <a:pt x="12711" y="159520"/>
                          </a:cubicBezTo>
                          <a:cubicBezTo>
                            <a:pt x="37480" y="124249"/>
                            <a:pt x="73351" y="86477"/>
                            <a:pt x="83453" y="49773"/>
                          </a:cubicBezTo>
                          <a:lnTo>
                            <a:pt x="164730" y="0"/>
                          </a:lnTo>
                          <a:lnTo>
                            <a:pt x="188066" y="28070"/>
                          </a:lnTo>
                          <a:cubicBezTo>
                            <a:pt x="217103" y="55340"/>
                            <a:pt x="235405" y="101013"/>
                            <a:pt x="233938" y="140818"/>
                          </a:cubicBezTo>
                          <a:cubicBezTo>
                            <a:pt x="217703" y="259999"/>
                            <a:pt x="211202" y="368479"/>
                            <a:pt x="228138" y="439621"/>
                          </a:cubicBezTo>
                          <a:close/>
                        </a:path>
                      </a:pathLst>
                    </a:custGeom>
                    <a:solidFill>
                      <a:srgbClr val="C09066"/>
                    </a:solidFill>
                    <a:ln w="3329" cap="flat">
                      <a:noFill/>
                      <a:prstDash val="solid"/>
                      <a:miter/>
                    </a:ln>
                  </p:spPr>
                  <p:txBody>
                    <a:bodyPr rtlCol="0" anchor="ctr"/>
                    <a:lstStyle/>
                    <a:p>
                      <a:endParaRPr lang="en-US" dirty="0"/>
                    </a:p>
                  </p:txBody>
                </p:sp>
                <p:sp>
                  <p:nvSpPr>
                    <p:cNvPr id="154" name="Grafik 13">
                      <a:extLst>
                        <a:ext uri="{FF2B5EF4-FFF2-40B4-BE49-F238E27FC236}">
                          <a16:creationId xmlns:a16="http://schemas.microsoft.com/office/drawing/2014/main" id="{8FA6C006-E5D3-401D-C680-A5692A86A3CB}"/>
                        </a:ext>
                      </a:extLst>
                    </p:cNvPr>
                    <p:cNvSpPr/>
                    <p:nvPr/>
                  </p:nvSpPr>
                  <p:spPr bwMode="gray">
                    <a:xfrm>
                      <a:off x="9706095" y="3288912"/>
                      <a:ext cx="341115" cy="644333"/>
                    </a:xfrm>
                    <a:custGeom>
                      <a:avLst/>
                      <a:gdLst>
                        <a:gd name="connsiteX0" fmla="*/ 221170 w 240520"/>
                        <a:gd name="connsiteY0" fmla="*/ 454290 h 454319"/>
                        <a:gd name="connsiteX1" fmla="*/ 4843 w 240520"/>
                        <a:gd name="connsiteY1" fmla="*/ 424620 h 454319"/>
                        <a:gd name="connsiteX2" fmla="*/ 1343 w 240520"/>
                        <a:gd name="connsiteY2" fmla="*/ 205592 h 454319"/>
                        <a:gd name="connsiteX3" fmla="*/ 12710 w 240520"/>
                        <a:gd name="connsiteY3" fmla="*/ 136450 h 454319"/>
                        <a:gd name="connsiteX4" fmla="*/ 185265 w 240520"/>
                        <a:gd name="connsiteY4" fmla="*/ 0 h 454319"/>
                        <a:gd name="connsiteX5" fmla="*/ 195733 w 240520"/>
                        <a:gd name="connsiteY5" fmla="*/ 10001 h 454319"/>
                        <a:gd name="connsiteX6" fmla="*/ 240439 w 240520"/>
                        <a:gd name="connsiteY6" fmla="*/ 112114 h 454319"/>
                        <a:gd name="connsiteX7" fmla="*/ 221170 w 240520"/>
                        <a:gd name="connsiteY7" fmla="*/ 454290 h 45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0520" h="454319">
                          <a:moveTo>
                            <a:pt x="221170" y="454290"/>
                          </a:moveTo>
                          <a:cubicBezTo>
                            <a:pt x="137826" y="455090"/>
                            <a:pt x="65584" y="439221"/>
                            <a:pt x="4843" y="424620"/>
                          </a:cubicBezTo>
                          <a:lnTo>
                            <a:pt x="1343" y="205592"/>
                          </a:lnTo>
                          <a:cubicBezTo>
                            <a:pt x="-2358" y="181923"/>
                            <a:pt x="1643" y="157693"/>
                            <a:pt x="12710" y="136450"/>
                          </a:cubicBezTo>
                          <a:cubicBezTo>
                            <a:pt x="97488" y="123582"/>
                            <a:pt x="32246" y="58174"/>
                            <a:pt x="185265" y="0"/>
                          </a:cubicBezTo>
                          <a:lnTo>
                            <a:pt x="195733" y="10001"/>
                          </a:lnTo>
                          <a:cubicBezTo>
                            <a:pt x="224204" y="37238"/>
                            <a:pt x="241872" y="72742"/>
                            <a:pt x="240439" y="112114"/>
                          </a:cubicBezTo>
                          <a:cubicBezTo>
                            <a:pt x="226637" y="231629"/>
                            <a:pt x="207835" y="383014"/>
                            <a:pt x="221170" y="454290"/>
                          </a:cubicBezTo>
                          <a:close/>
                        </a:path>
                      </a:pathLst>
                    </a:custGeom>
                    <a:solidFill>
                      <a:srgbClr val="FFFFFF"/>
                    </a:solidFill>
                    <a:ln w="3329" cap="flat">
                      <a:noFill/>
                      <a:prstDash val="solid"/>
                      <a:miter/>
                    </a:ln>
                  </p:spPr>
                  <p:txBody>
                    <a:bodyPr rtlCol="0" anchor="ctr"/>
                    <a:lstStyle/>
                    <a:p>
                      <a:endParaRPr lang="en-US" dirty="0"/>
                    </a:p>
                  </p:txBody>
                </p:sp>
                <p:sp>
                  <p:nvSpPr>
                    <p:cNvPr id="155" name="Grafik 13">
                      <a:extLst>
                        <a:ext uri="{FF2B5EF4-FFF2-40B4-BE49-F238E27FC236}">
                          <a16:creationId xmlns:a16="http://schemas.microsoft.com/office/drawing/2014/main" id="{0DB7EEEF-AEE3-8265-BEBE-9907BAB29E3D}"/>
                        </a:ext>
                      </a:extLst>
                    </p:cNvPr>
                    <p:cNvSpPr/>
                    <p:nvPr/>
                  </p:nvSpPr>
                  <p:spPr bwMode="gray">
                    <a:xfrm>
                      <a:off x="9694215" y="3208702"/>
                      <a:ext cx="22576" cy="15954"/>
                    </a:xfrm>
                    <a:custGeom>
                      <a:avLst/>
                      <a:gdLst>
                        <a:gd name="connsiteX0" fmla="*/ 6917 w 15918"/>
                        <a:gd name="connsiteY0" fmla="*/ 415 h 11249"/>
                        <a:gd name="connsiteX1" fmla="*/ 15919 w 15918"/>
                        <a:gd name="connsiteY1" fmla="*/ 415 h 11249"/>
                        <a:gd name="connsiteX2" fmla="*/ 1350 w 15918"/>
                        <a:gd name="connsiteY2" fmla="*/ 11250 h 11249"/>
                        <a:gd name="connsiteX3" fmla="*/ 1350 w 15918"/>
                        <a:gd name="connsiteY3" fmla="*/ 2649 h 11249"/>
                        <a:gd name="connsiteX4" fmla="*/ 6917 w 15918"/>
                        <a:gd name="connsiteY4" fmla="*/ 415 h 11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18" h="11249">
                          <a:moveTo>
                            <a:pt x="6917" y="415"/>
                          </a:moveTo>
                          <a:cubicBezTo>
                            <a:pt x="9884" y="-138"/>
                            <a:pt x="12952" y="-138"/>
                            <a:pt x="15919" y="415"/>
                          </a:cubicBezTo>
                          <a:cubicBezTo>
                            <a:pt x="8984" y="5616"/>
                            <a:pt x="7951" y="8216"/>
                            <a:pt x="1350" y="11250"/>
                          </a:cubicBezTo>
                          <a:cubicBezTo>
                            <a:pt x="-450" y="8666"/>
                            <a:pt x="-450" y="5232"/>
                            <a:pt x="1350" y="2649"/>
                          </a:cubicBezTo>
                          <a:cubicBezTo>
                            <a:pt x="2817" y="1148"/>
                            <a:pt x="4817" y="335"/>
                            <a:pt x="6917" y="415"/>
                          </a:cubicBezTo>
                          <a:close/>
                        </a:path>
                      </a:pathLst>
                    </a:custGeom>
                    <a:solidFill>
                      <a:srgbClr val="8A5942"/>
                    </a:solidFill>
                    <a:ln w="3329" cap="flat">
                      <a:noFill/>
                      <a:prstDash val="solid"/>
                      <a:miter/>
                    </a:ln>
                  </p:spPr>
                  <p:txBody>
                    <a:bodyPr rtlCol="0" anchor="ctr"/>
                    <a:lstStyle/>
                    <a:p>
                      <a:endParaRPr lang="en-US" dirty="0"/>
                    </a:p>
                  </p:txBody>
                </p:sp>
                <p:sp>
                  <p:nvSpPr>
                    <p:cNvPr id="156" name="Grafik 13">
                      <a:extLst>
                        <a:ext uri="{FF2B5EF4-FFF2-40B4-BE49-F238E27FC236}">
                          <a16:creationId xmlns:a16="http://schemas.microsoft.com/office/drawing/2014/main" id="{0C738E92-A11D-65F5-7B21-4DBA2E5FB3C7}"/>
                        </a:ext>
                      </a:extLst>
                    </p:cNvPr>
                    <p:cNvSpPr/>
                    <p:nvPr/>
                  </p:nvSpPr>
                  <p:spPr bwMode="gray">
                    <a:xfrm rot="21374400">
                      <a:off x="9698606" y="3111121"/>
                      <a:ext cx="16737" cy="24869"/>
                    </a:xfrm>
                    <a:custGeom>
                      <a:avLst/>
                      <a:gdLst>
                        <a:gd name="connsiteX0" fmla="*/ 11801 w 11801"/>
                        <a:gd name="connsiteY0" fmla="*/ 8768 h 17535"/>
                        <a:gd name="connsiteX1" fmla="*/ 5901 w 11801"/>
                        <a:gd name="connsiteY1" fmla="*/ 17535 h 17535"/>
                        <a:gd name="connsiteX2" fmla="*/ 0 w 11801"/>
                        <a:gd name="connsiteY2" fmla="*/ 8768 h 17535"/>
                        <a:gd name="connsiteX3" fmla="*/ 5901 w 11801"/>
                        <a:gd name="connsiteY3" fmla="*/ 0 h 17535"/>
                        <a:gd name="connsiteX4" fmla="*/ 11801 w 11801"/>
                        <a:gd name="connsiteY4" fmla="*/ 8768 h 17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01" h="17535">
                          <a:moveTo>
                            <a:pt x="11801" y="8768"/>
                          </a:moveTo>
                          <a:cubicBezTo>
                            <a:pt x="11801" y="13610"/>
                            <a:pt x="9159" y="17535"/>
                            <a:pt x="5901" y="17535"/>
                          </a:cubicBezTo>
                          <a:cubicBezTo>
                            <a:pt x="2642" y="17535"/>
                            <a:pt x="0" y="13610"/>
                            <a:pt x="0" y="8768"/>
                          </a:cubicBezTo>
                          <a:cubicBezTo>
                            <a:pt x="0" y="3925"/>
                            <a:pt x="2642" y="0"/>
                            <a:pt x="5901" y="0"/>
                          </a:cubicBezTo>
                          <a:cubicBezTo>
                            <a:pt x="9159" y="0"/>
                            <a:pt x="11801" y="3925"/>
                            <a:pt x="11801" y="8768"/>
                          </a:cubicBezTo>
                          <a:close/>
                        </a:path>
                      </a:pathLst>
                    </a:custGeom>
                    <a:solidFill>
                      <a:srgbClr val="4B2E1A"/>
                    </a:solidFill>
                    <a:ln w="3329" cap="flat">
                      <a:noFill/>
                      <a:prstDash val="solid"/>
                      <a:miter/>
                    </a:ln>
                  </p:spPr>
                  <p:txBody>
                    <a:bodyPr rtlCol="0" anchor="ctr"/>
                    <a:lstStyle/>
                    <a:p>
                      <a:endParaRPr lang="en-US" dirty="0"/>
                    </a:p>
                  </p:txBody>
                </p:sp>
                <p:sp>
                  <p:nvSpPr>
                    <p:cNvPr id="157" name="Grafik 13">
                      <a:extLst>
                        <a:ext uri="{FF2B5EF4-FFF2-40B4-BE49-F238E27FC236}">
                          <a16:creationId xmlns:a16="http://schemas.microsoft.com/office/drawing/2014/main" id="{79E7984A-4E36-BD52-F215-97AD13020294}"/>
                        </a:ext>
                      </a:extLst>
                    </p:cNvPr>
                    <p:cNvSpPr/>
                    <p:nvPr/>
                  </p:nvSpPr>
                  <p:spPr bwMode="gray">
                    <a:xfrm>
                      <a:off x="9693370" y="3106167"/>
                      <a:ext cx="39443" cy="14628"/>
                    </a:xfrm>
                    <a:custGeom>
                      <a:avLst/>
                      <a:gdLst>
                        <a:gd name="connsiteX0" fmla="*/ 25782 w 27811"/>
                        <a:gd name="connsiteY0" fmla="*/ 6738 h 10314"/>
                        <a:gd name="connsiteX1" fmla="*/ 2980 w 27811"/>
                        <a:gd name="connsiteY1" fmla="*/ 404 h 10314"/>
                        <a:gd name="connsiteX2" fmla="*/ 2546 w 27811"/>
                        <a:gd name="connsiteY2" fmla="*/ 5771 h 10314"/>
                        <a:gd name="connsiteX3" fmla="*/ 24149 w 27811"/>
                        <a:gd name="connsiteY3" fmla="*/ 9272 h 10314"/>
                        <a:gd name="connsiteX4" fmla="*/ 27683 w 27811"/>
                        <a:gd name="connsiteY4" fmla="*/ 10038 h 10314"/>
                        <a:gd name="connsiteX5" fmla="*/ 25782 w 27811"/>
                        <a:gd name="connsiteY5" fmla="*/ 6738 h 10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811" h="10314">
                          <a:moveTo>
                            <a:pt x="25782" y="6738"/>
                          </a:moveTo>
                          <a:cubicBezTo>
                            <a:pt x="19515" y="1317"/>
                            <a:pt x="11147" y="-1006"/>
                            <a:pt x="2980" y="404"/>
                          </a:cubicBezTo>
                          <a:cubicBezTo>
                            <a:pt x="-1154" y="1037"/>
                            <a:pt x="-688" y="6271"/>
                            <a:pt x="2546" y="5771"/>
                          </a:cubicBezTo>
                          <a:cubicBezTo>
                            <a:pt x="9914" y="4144"/>
                            <a:pt x="17648" y="5394"/>
                            <a:pt x="24149" y="9272"/>
                          </a:cubicBezTo>
                          <a:cubicBezTo>
                            <a:pt x="26116" y="10205"/>
                            <a:pt x="27283" y="10638"/>
                            <a:pt x="27683" y="10038"/>
                          </a:cubicBezTo>
                          <a:cubicBezTo>
                            <a:pt x="28083" y="9438"/>
                            <a:pt x="27583" y="8005"/>
                            <a:pt x="25782" y="6738"/>
                          </a:cubicBezTo>
                          <a:close/>
                        </a:path>
                      </a:pathLst>
                    </a:custGeom>
                    <a:solidFill>
                      <a:srgbClr val="4B2E1A"/>
                    </a:solidFill>
                    <a:ln w="3329" cap="flat">
                      <a:noFill/>
                      <a:prstDash val="solid"/>
                      <a:miter/>
                    </a:ln>
                  </p:spPr>
                  <p:txBody>
                    <a:bodyPr rtlCol="0" anchor="ctr"/>
                    <a:lstStyle/>
                    <a:p>
                      <a:endParaRPr lang="en-US" dirty="0"/>
                    </a:p>
                  </p:txBody>
                </p:sp>
                <p:sp>
                  <p:nvSpPr>
                    <p:cNvPr id="158" name="Grafik 13">
                      <a:extLst>
                        <a:ext uri="{FF2B5EF4-FFF2-40B4-BE49-F238E27FC236}">
                          <a16:creationId xmlns:a16="http://schemas.microsoft.com/office/drawing/2014/main" id="{BC93FF5A-1167-7223-6821-990E8E80CEC5}"/>
                        </a:ext>
                      </a:extLst>
                    </p:cNvPr>
                    <p:cNvSpPr/>
                    <p:nvPr/>
                  </p:nvSpPr>
                  <p:spPr bwMode="gray">
                    <a:xfrm>
                      <a:off x="9683976" y="3072359"/>
                      <a:ext cx="61847" cy="24120"/>
                    </a:xfrm>
                    <a:custGeom>
                      <a:avLst/>
                      <a:gdLst>
                        <a:gd name="connsiteX0" fmla="*/ 5171 w 43608"/>
                        <a:gd name="connsiteY0" fmla="*/ 11373 h 17007"/>
                        <a:gd name="connsiteX1" fmla="*/ 3 w 43608"/>
                        <a:gd name="connsiteY1" fmla="*/ 5806 h 17007"/>
                        <a:gd name="connsiteX2" fmla="*/ 1837 w 43608"/>
                        <a:gd name="connsiteY2" fmla="*/ 1972 h 17007"/>
                        <a:gd name="connsiteX3" fmla="*/ 3237 w 43608"/>
                        <a:gd name="connsiteY3" fmla="*/ 1038 h 17007"/>
                        <a:gd name="connsiteX4" fmla="*/ 32841 w 43608"/>
                        <a:gd name="connsiteY4" fmla="*/ 7006 h 17007"/>
                        <a:gd name="connsiteX5" fmla="*/ 43609 w 43608"/>
                        <a:gd name="connsiteY5" fmla="*/ 17007 h 17007"/>
                        <a:gd name="connsiteX6" fmla="*/ 25940 w 43608"/>
                        <a:gd name="connsiteY6" fmla="*/ 13007 h 17007"/>
                        <a:gd name="connsiteX7" fmla="*/ 5171 w 43608"/>
                        <a:gd name="connsiteY7" fmla="*/ 11373 h 17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608" h="17007">
                          <a:moveTo>
                            <a:pt x="5171" y="11373"/>
                          </a:moveTo>
                          <a:cubicBezTo>
                            <a:pt x="2204" y="11260"/>
                            <a:pt x="-97" y="8769"/>
                            <a:pt x="3" y="5806"/>
                          </a:cubicBezTo>
                          <a:cubicBezTo>
                            <a:pt x="70" y="4332"/>
                            <a:pt x="736" y="2945"/>
                            <a:pt x="1837" y="1972"/>
                          </a:cubicBezTo>
                          <a:cubicBezTo>
                            <a:pt x="2270" y="1618"/>
                            <a:pt x="2737" y="1305"/>
                            <a:pt x="3237" y="1038"/>
                          </a:cubicBezTo>
                          <a:cubicBezTo>
                            <a:pt x="6571" y="-795"/>
                            <a:pt x="20772" y="-962"/>
                            <a:pt x="32841" y="7006"/>
                          </a:cubicBezTo>
                          <a:cubicBezTo>
                            <a:pt x="42508" y="13407"/>
                            <a:pt x="43609" y="17007"/>
                            <a:pt x="43609" y="17007"/>
                          </a:cubicBezTo>
                          <a:cubicBezTo>
                            <a:pt x="43609" y="17007"/>
                            <a:pt x="35441" y="14773"/>
                            <a:pt x="25940" y="13007"/>
                          </a:cubicBezTo>
                          <a:cubicBezTo>
                            <a:pt x="19039" y="12086"/>
                            <a:pt x="12105" y="11540"/>
                            <a:pt x="5171" y="11373"/>
                          </a:cubicBezTo>
                          <a:close/>
                        </a:path>
                      </a:pathLst>
                    </a:custGeom>
                    <a:solidFill>
                      <a:srgbClr val="4B2E1A"/>
                    </a:solidFill>
                    <a:ln w="3329" cap="flat">
                      <a:noFill/>
                      <a:prstDash val="solid"/>
                      <a:miter/>
                    </a:ln>
                  </p:spPr>
                  <p:txBody>
                    <a:bodyPr rtlCol="0" anchor="ctr"/>
                    <a:lstStyle/>
                    <a:p>
                      <a:endParaRPr lang="en-US" dirty="0"/>
                    </a:p>
                  </p:txBody>
                </p:sp>
                <p:sp>
                  <p:nvSpPr>
                    <p:cNvPr id="159" name="Grafik 13">
                      <a:extLst>
                        <a:ext uri="{FF2B5EF4-FFF2-40B4-BE49-F238E27FC236}">
                          <a16:creationId xmlns:a16="http://schemas.microsoft.com/office/drawing/2014/main" id="{807FFEA7-22F0-3650-E2B2-F53B8A1B857E}"/>
                        </a:ext>
                      </a:extLst>
                    </p:cNvPr>
                    <p:cNvSpPr/>
                    <p:nvPr/>
                  </p:nvSpPr>
                  <p:spPr bwMode="gray">
                    <a:xfrm>
                      <a:off x="8964521" y="4620852"/>
                      <a:ext cx="291237" cy="192234"/>
                    </a:xfrm>
                    <a:custGeom>
                      <a:avLst/>
                      <a:gdLst>
                        <a:gd name="connsiteX0" fmla="*/ 164880 w 205351"/>
                        <a:gd name="connsiteY0" fmla="*/ 0 h 135544"/>
                        <a:gd name="connsiteX1" fmla="*/ 197518 w 205351"/>
                        <a:gd name="connsiteY1" fmla="*/ 32654 h 135544"/>
                        <a:gd name="connsiteX2" fmla="*/ 197251 w 205351"/>
                        <a:gd name="connsiteY2" fmla="*/ 36671 h 135544"/>
                        <a:gd name="connsiteX3" fmla="*/ 195984 w 205351"/>
                        <a:gd name="connsiteY3" fmla="*/ 56674 h 135544"/>
                        <a:gd name="connsiteX4" fmla="*/ 205052 w 205351"/>
                        <a:gd name="connsiteY4" fmla="*/ 105313 h 135544"/>
                        <a:gd name="connsiteX5" fmla="*/ 22095 w 205351"/>
                        <a:gd name="connsiteY5" fmla="*/ 130916 h 135544"/>
                        <a:gd name="connsiteX6" fmla="*/ 34497 w 205351"/>
                        <a:gd name="connsiteY6" fmla="*/ 103180 h 135544"/>
                        <a:gd name="connsiteX7" fmla="*/ 94805 w 205351"/>
                        <a:gd name="connsiteY7" fmla="*/ 86777 h 135544"/>
                        <a:gd name="connsiteX8" fmla="*/ 132643 w 205351"/>
                        <a:gd name="connsiteY8" fmla="*/ 27603 h 135544"/>
                        <a:gd name="connsiteX9" fmla="*/ 133009 w 205351"/>
                        <a:gd name="connsiteY9" fmla="*/ 25903 h 135544"/>
                        <a:gd name="connsiteX10" fmla="*/ 164880 w 205351"/>
                        <a:gd name="connsiteY10" fmla="*/ 167 h 135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05351" h="135544">
                          <a:moveTo>
                            <a:pt x="164880" y="0"/>
                          </a:moveTo>
                          <a:cubicBezTo>
                            <a:pt x="182916" y="10"/>
                            <a:pt x="197518" y="14628"/>
                            <a:pt x="197518" y="32654"/>
                          </a:cubicBezTo>
                          <a:cubicBezTo>
                            <a:pt x="197484" y="33998"/>
                            <a:pt x="197418" y="35338"/>
                            <a:pt x="197251" y="36671"/>
                          </a:cubicBezTo>
                          <a:cubicBezTo>
                            <a:pt x="196384" y="43302"/>
                            <a:pt x="195950" y="49986"/>
                            <a:pt x="195984" y="56674"/>
                          </a:cubicBezTo>
                          <a:cubicBezTo>
                            <a:pt x="195984" y="73876"/>
                            <a:pt x="207319" y="83877"/>
                            <a:pt x="205052" y="105313"/>
                          </a:cubicBezTo>
                          <a:cubicBezTo>
                            <a:pt x="203952" y="115514"/>
                            <a:pt x="73069" y="147352"/>
                            <a:pt x="22095" y="130916"/>
                          </a:cubicBezTo>
                          <a:cubicBezTo>
                            <a:pt x="-28877" y="114481"/>
                            <a:pt x="22696" y="104013"/>
                            <a:pt x="34497" y="103180"/>
                          </a:cubicBezTo>
                          <a:cubicBezTo>
                            <a:pt x="61700" y="101246"/>
                            <a:pt x="79036" y="96512"/>
                            <a:pt x="94805" y="86777"/>
                          </a:cubicBezTo>
                          <a:cubicBezTo>
                            <a:pt x="132643" y="63441"/>
                            <a:pt x="126109" y="59507"/>
                            <a:pt x="132643" y="27603"/>
                          </a:cubicBezTo>
                          <a:lnTo>
                            <a:pt x="133009" y="25903"/>
                          </a:lnTo>
                          <a:cubicBezTo>
                            <a:pt x="136243" y="10888"/>
                            <a:pt x="149512" y="167"/>
                            <a:pt x="164880" y="167"/>
                          </a:cubicBezTo>
                          <a:close/>
                        </a:path>
                      </a:pathLst>
                    </a:custGeom>
                    <a:solidFill>
                      <a:srgbClr val="C09066"/>
                    </a:solidFill>
                    <a:ln w="3329" cap="flat">
                      <a:noFill/>
                      <a:prstDash val="solid"/>
                      <a:miter/>
                    </a:ln>
                  </p:spPr>
                  <p:txBody>
                    <a:bodyPr rtlCol="0" anchor="ctr"/>
                    <a:lstStyle/>
                    <a:p>
                      <a:endParaRPr lang="en-US" dirty="0"/>
                    </a:p>
                  </p:txBody>
                </p:sp>
                <p:sp>
                  <p:nvSpPr>
                    <p:cNvPr id="160" name="Grafik 13">
                      <a:extLst>
                        <a:ext uri="{FF2B5EF4-FFF2-40B4-BE49-F238E27FC236}">
                          <a16:creationId xmlns:a16="http://schemas.microsoft.com/office/drawing/2014/main" id="{5416F2D9-B88A-586E-25E4-F11DE597027C}"/>
                        </a:ext>
                      </a:extLst>
                    </p:cNvPr>
                    <p:cNvSpPr/>
                    <p:nvPr/>
                  </p:nvSpPr>
                  <p:spPr bwMode="gray">
                    <a:xfrm>
                      <a:off x="8926216" y="4725389"/>
                      <a:ext cx="340864" cy="90872"/>
                    </a:xfrm>
                    <a:custGeom>
                      <a:avLst/>
                      <a:gdLst>
                        <a:gd name="connsiteX0" fmla="*/ 226461 w 240343"/>
                        <a:gd name="connsiteY0" fmla="*/ 0 h 64074"/>
                        <a:gd name="connsiteX1" fmla="*/ 232495 w 240343"/>
                        <a:gd name="connsiteY1" fmla="*/ 64075 h 64074"/>
                        <a:gd name="connsiteX2" fmla="*/ 733 w 240343"/>
                        <a:gd name="connsiteY2" fmla="*/ 64075 h 64074"/>
                        <a:gd name="connsiteX3" fmla="*/ 69041 w 240343"/>
                        <a:gd name="connsiteY3" fmla="*/ 27604 h 64074"/>
                        <a:gd name="connsiteX4" fmla="*/ 142384 w 240343"/>
                        <a:gd name="connsiteY4" fmla="*/ 35404 h 64074"/>
                        <a:gd name="connsiteX5" fmla="*/ 226461 w 240343"/>
                        <a:gd name="connsiteY5" fmla="*/ 0 h 64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0343" h="64074">
                          <a:moveTo>
                            <a:pt x="226461" y="0"/>
                          </a:moveTo>
                          <a:cubicBezTo>
                            <a:pt x="240129" y="20303"/>
                            <a:pt x="246463" y="50306"/>
                            <a:pt x="232495" y="64075"/>
                          </a:cubicBezTo>
                          <a:lnTo>
                            <a:pt x="733" y="64075"/>
                          </a:lnTo>
                          <a:cubicBezTo>
                            <a:pt x="733" y="64075"/>
                            <a:pt x="-12036" y="32037"/>
                            <a:pt x="69041" y="27604"/>
                          </a:cubicBezTo>
                          <a:cubicBezTo>
                            <a:pt x="69041" y="27604"/>
                            <a:pt x="66374" y="42439"/>
                            <a:pt x="142384" y="35404"/>
                          </a:cubicBezTo>
                          <a:cubicBezTo>
                            <a:pt x="234695" y="26903"/>
                            <a:pt x="226461" y="0"/>
                            <a:pt x="226461" y="0"/>
                          </a:cubicBezTo>
                          <a:close/>
                        </a:path>
                      </a:pathLst>
                    </a:custGeom>
                    <a:solidFill>
                      <a:srgbClr val="000000"/>
                    </a:solidFill>
                    <a:ln w="3329" cap="flat">
                      <a:noFill/>
                      <a:prstDash val="solid"/>
                      <a:miter/>
                    </a:ln>
                  </p:spPr>
                  <p:txBody>
                    <a:bodyPr rtlCol="0" anchor="ctr"/>
                    <a:lstStyle/>
                    <a:p>
                      <a:endParaRPr lang="en-US" dirty="0"/>
                    </a:p>
                  </p:txBody>
                </p:sp>
                <p:sp>
                  <p:nvSpPr>
                    <p:cNvPr id="161" name="Grafik 13">
                      <a:extLst>
                        <a:ext uri="{FF2B5EF4-FFF2-40B4-BE49-F238E27FC236}">
                          <a16:creationId xmlns:a16="http://schemas.microsoft.com/office/drawing/2014/main" id="{FF8CF340-9A6E-6D58-93A6-6BFA17F80DA8}"/>
                        </a:ext>
                      </a:extLst>
                    </p:cNvPr>
                    <p:cNvSpPr/>
                    <p:nvPr/>
                  </p:nvSpPr>
                  <p:spPr bwMode="gray">
                    <a:xfrm>
                      <a:off x="9302899" y="3325649"/>
                      <a:ext cx="263683" cy="226189"/>
                    </a:xfrm>
                    <a:custGeom>
                      <a:avLst/>
                      <a:gdLst>
                        <a:gd name="connsiteX0" fmla="*/ 0 w 185923"/>
                        <a:gd name="connsiteY0" fmla="*/ 69209 h 159486"/>
                        <a:gd name="connsiteX1" fmla="*/ 20769 w 185923"/>
                        <a:gd name="connsiteY1" fmla="*/ 0 h 159486"/>
                        <a:gd name="connsiteX2" fmla="*/ 185923 w 185923"/>
                        <a:gd name="connsiteY2" fmla="*/ 97879 h 159486"/>
                        <a:gd name="connsiteX3" fmla="*/ 167254 w 185923"/>
                        <a:gd name="connsiteY3" fmla="*/ 159487 h 159486"/>
                        <a:gd name="connsiteX4" fmla="*/ 0 w 185923"/>
                        <a:gd name="connsiteY4" fmla="*/ 69209 h 1594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923" h="159486">
                          <a:moveTo>
                            <a:pt x="0" y="69209"/>
                          </a:moveTo>
                          <a:lnTo>
                            <a:pt x="20769" y="0"/>
                          </a:lnTo>
                          <a:lnTo>
                            <a:pt x="185923" y="97879"/>
                          </a:lnTo>
                          <a:lnTo>
                            <a:pt x="167254" y="159487"/>
                          </a:lnTo>
                          <a:lnTo>
                            <a:pt x="0" y="69209"/>
                          </a:lnTo>
                          <a:close/>
                        </a:path>
                      </a:pathLst>
                    </a:custGeom>
                    <a:solidFill>
                      <a:srgbClr val="BFBFBF"/>
                    </a:solidFill>
                    <a:ln w="3329" cap="flat">
                      <a:noFill/>
                      <a:prstDash val="solid"/>
                      <a:miter/>
                    </a:ln>
                  </p:spPr>
                  <p:txBody>
                    <a:bodyPr rtlCol="0" anchor="ctr"/>
                    <a:lstStyle/>
                    <a:p>
                      <a:endParaRPr lang="en-US" dirty="0"/>
                    </a:p>
                  </p:txBody>
                </p:sp>
                <p:sp>
                  <p:nvSpPr>
                    <p:cNvPr id="162" name="Grafik 13">
                      <a:extLst>
                        <a:ext uri="{FF2B5EF4-FFF2-40B4-BE49-F238E27FC236}">
                          <a16:creationId xmlns:a16="http://schemas.microsoft.com/office/drawing/2014/main" id="{06979DFA-52A3-3BB3-6B98-CE5728551908}"/>
                        </a:ext>
                      </a:extLst>
                    </p:cNvPr>
                    <p:cNvSpPr/>
                    <p:nvPr/>
                  </p:nvSpPr>
                  <p:spPr bwMode="gray">
                    <a:xfrm>
                      <a:off x="9302899" y="3303474"/>
                      <a:ext cx="310207" cy="248364"/>
                    </a:xfrm>
                    <a:custGeom>
                      <a:avLst/>
                      <a:gdLst>
                        <a:gd name="connsiteX0" fmla="*/ 0 w 218727"/>
                        <a:gd name="connsiteY0" fmla="*/ 84844 h 175121"/>
                        <a:gd name="connsiteX1" fmla="*/ 53573 w 218727"/>
                        <a:gd name="connsiteY1" fmla="*/ 0 h 175121"/>
                        <a:gd name="connsiteX2" fmla="*/ 218727 w 218727"/>
                        <a:gd name="connsiteY2" fmla="*/ 97846 h 175121"/>
                        <a:gd name="connsiteX3" fmla="*/ 167254 w 218727"/>
                        <a:gd name="connsiteY3" fmla="*/ 175122 h 175121"/>
                        <a:gd name="connsiteX4" fmla="*/ 0 w 218727"/>
                        <a:gd name="connsiteY4" fmla="*/ 84844 h 175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8727" h="175121">
                          <a:moveTo>
                            <a:pt x="0" y="84844"/>
                          </a:moveTo>
                          <a:lnTo>
                            <a:pt x="53573" y="0"/>
                          </a:lnTo>
                          <a:lnTo>
                            <a:pt x="218727" y="97846"/>
                          </a:lnTo>
                          <a:lnTo>
                            <a:pt x="167254" y="175122"/>
                          </a:lnTo>
                          <a:lnTo>
                            <a:pt x="0" y="84844"/>
                          </a:lnTo>
                          <a:close/>
                        </a:path>
                      </a:pathLst>
                    </a:custGeom>
                    <a:solidFill>
                      <a:srgbClr val="404040"/>
                    </a:solidFill>
                    <a:ln w="3329" cap="flat">
                      <a:noFill/>
                      <a:prstDash val="solid"/>
                      <a:miter/>
                    </a:ln>
                  </p:spPr>
                  <p:txBody>
                    <a:bodyPr rtlCol="0" anchor="ctr"/>
                    <a:lstStyle/>
                    <a:p>
                      <a:endParaRPr lang="en-US" dirty="0"/>
                    </a:p>
                  </p:txBody>
                </p:sp>
                <p:sp>
                  <p:nvSpPr>
                    <p:cNvPr id="163" name="Grafik 13">
                      <a:extLst>
                        <a:ext uri="{FF2B5EF4-FFF2-40B4-BE49-F238E27FC236}">
                          <a16:creationId xmlns:a16="http://schemas.microsoft.com/office/drawing/2014/main" id="{4B5DC8BD-D9D0-B9FA-E6DF-62213063DC82}"/>
                        </a:ext>
                      </a:extLst>
                    </p:cNvPr>
                    <p:cNvSpPr/>
                    <p:nvPr/>
                  </p:nvSpPr>
                  <p:spPr bwMode="gray">
                    <a:xfrm>
                      <a:off x="9380074" y="3408674"/>
                      <a:ext cx="229402" cy="210931"/>
                    </a:xfrm>
                    <a:custGeom>
                      <a:avLst/>
                      <a:gdLst>
                        <a:gd name="connsiteX0" fmla="*/ 146943 w 161751"/>
                        <a:gd name="connsiteY0" fmla="*/ 92978 h 148727"/>
                        <a:gd name="connsiteX1" fmla="*/ 130607 w 161751"/>
                        <a:gd name="connsiteY1" fmla="*/ 68275 h 148727"/>
                        <a:gd name="connsiteX2" fmla="*/ 110038 w 161751"/>
                        <a:gd name="connsiteY2" fmla="*/ 46639 h 148727"/>
                        <a:gd name="connsiteX3" fmla="*/ 72700 w 161751"/>
                        <a:gd name="connsiteY3" fmla="*/ 28337 h 148727"/>
                        <a:gd name="connsiteX4" fmla="*/ 57998 w 161751"/>
                        <a:gd name="connsiteY4" fmla="*/ 17069 h 148727"/>
                        <a:gd name="connsiteX5" fmla="*/ 43196 w 161751"/>
                        <a:gd name="connsiteY5" fmla="*/ 0 h 148727"/>
                        <a:gd name="connsiteX6" fmla="*/ 45663 w 161751"/>
                        <a:gd name="connsiteY6" fmla="*/ 29704 h 148727"/>
                        <a:gd name="connsiteX7" fmla="*/ 63999 w 161751"/>
                        <a:gd name="connsiteY7" fmla="*/ 48073 h 148727"/>
                        <a:gd name="connsiteX8" fmla="*/ 37696 w 161751"/>
                        <a:gd name="connsiteY8" fmla="*/ 60041 h 148727"/>
                        <a:gd name="connsiteX9" fmla="*/ 3291 w 161751"/>
                        <a:gd name="connsiteY9" fmla="*/ 41805 h 148727"/>
                        <a:gd name="connsiteX10" fmla="*/ 3691 w 161751"/>
                        <a:gd name="connsiteY10" fmla="*/ 58584 h 148727"/>
                        <a:gd name="connsiteX11" fmla="*/ 4225 w 161751"/>
                        <a:gd name="connsiteY11" fmla="*/ 59074 h 148727"/>
                        <a:gd name="connsiteX12" fmla="*/ 28194 w 161751"/>
                        <a:gd name="connsiteY12" fmla="*/ 80477 h 148727"/>
                        <a:gd name="connsiteX13" fmla="*/ 43496 w 161751"/>
                        <a:gd name="connsiteY13" fmla="*/ 121182 h 148727"/>
                        <a:gd name="connsiteX14" fmla="*/ 63999 w 161751"/>
                        <a:gd name="connsiteY14" fmla="*/ 129449 h 148727"/>
                        <a:gd name="connsiteX15" fmla="*/ 118106 w 161751"/>
                        <a:gd name="connsiteY15" fmla="*/ 135817 h 148727"/>
                        <a:gd name="connsiteX16" fmla="*/ 137375 w 161751"/>
                        <a:gd name="connsiteY16" fmla="*/ 145818 h 148727"/>
                        <a:gd name="connsiteX17" fmla="*/ 146943 w 161751"/>
                        <a:gd name="connsiteY17" fmla="*/ 92978 h 14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1751" h="148727">
                          <a:moveTo>
                            <a:pt x="146943" y="92978"/>
                          </a:moveTo>
                          <a:cubicBezTo>
                            <a:pt x="135941" y="89878"/>
                            <a:pt x="136541" y="77143"/>
                            <a:pt x="130607" y="68275"/>
                          </a:cubicBezTo>
                          <a:cubicBezTo>
                            <a:pt x="124740" y="60191"/>
                            <a:pt x="117806" y="52917"/>
                            <a:pt x="110038" y="46639"/>
                          </a:cubicBezTo>
                          <a:cubicBezTo>
                            <a:pt x="96703" y="37371"/>
                            <a:pt x="92469" y="36171"/>
                            <a:pt x="72700" y="28337"/>
                          </a:cubicBezTo>
                          <a:cubicBezTo>
                            <a:pt x="68033" y="25003"/>
                            <a:pt x="62932" y="21069"/>
                            <a:pt x="57998" y="17069"/>
                          </a:cubicBezTo>
                          <a:cubicBezTo>
                            <a:pt x="52064" y="12345"/>
                            <a:pt x="47030" y="6558"/>
                            <a:pt x="43196" y="0"/>
                          </a:cubicBezTo>
                          <a:cubicBezTo>
                            <a:pt x="30195" y="7601"/>
                            <a:pt x="37895" y="21936"/>
                            <a:pt x="45663" y="29704"/>
                          </a:cubicBezTo>
                          <a:lnTo>
                            <a:pt x="63999" y="48073"/>
                          </a:lnTo>
                          <a:cubicBezTo>
                            <a:pt x="63999" y="48073"/>
                            <a:pt x="58765" y="62974"/>
                            <a:pt x="37696" y="60041"/>
                          </a:cubicBezTo>
                          <a:cubicBezTo>
                            <a:pt x="19760" y="50840"/>
                            <a:pt x="3291" y="41805"/>
                            <a:pt x="3291" y="41805"/>
                          </a:cubicBezTo>
                          <a:cubicBezTo>
                            <a:pt x="-1243" y="46546"/>
                            <a:pt x="-1076" y="54060"/>
                            <a:pt x="3691" y="58584"/>
                          </a:cubicBezTo>
                          <a:cubicBezTo>
                            <a:pt x="3858" y="58754"/>
                            <a:pt x="4025" y="58917"/>
                            <a:pt x="4225" y="59074"/>
                          </a:cubicBezTo>
                          <a:cubicBezTo>
                            <a:pt x="16060" y="70342"/>
                            <a:pt x="19893" y="72876"/>
                            <a:pt x="28194" y="80477"/>
                          </a:cubicBezTo>
                          <a:cubicBezTo>
                            <a:pt x="31162" y="94752"/>
                            <a:pt x="36329" y="108480"/>
                            <a:pt x="43496" y="121182"/>
                          </a:cubicBezTo>
                          <a:cubicBezTo>
                            <a:pt x="49897" y="124932"/>
                            <a:pt x="56798" y="127719"/>
                            <a:pt x="63999" y="129449"/>
                          </a:cubicBezTo>
                          <a:cubicBezTo>
                            <a:pt x="74300" y="131516"/>
                            <a:pt x="88669" y="130750"/>
                            <a:pt x="118106" y="135817"/>
                          </a:cubicBezTo>
                          <a:cubicBezTo>
                            <a:pt x="125406" y="137094"/>
                            <a:pt x="132141" y="140588"/>
                            <a:pt x="137375" y="145818"/>
                          </a:cubicBezTo>
                          <a:cubicBezTo>
                            <a:pt x="162078" y="161520"/>
                            <a:pt x="172546" y="109314"/>
                            <a:pt x="146943" y="92978"/>
                          </a:cubicBezTo>
                          <a:close/>
                        </a:path>
                      </a:pathLst>
                    </a:custGeom>
                    <a:solidFill>
                      <a:srgbClr val="C09066"/>
                    </a:solidFill>
                    <a:ln w="3329" cap="flat">
                      <a:noFill/>
                      <a:prstDash val="solid"/>
                      <a:miter/>
                    </a:ln>
                  </p:spPr>
                  <p:txBody>
                    <a:bodyPr rtlCol="0" anchor="ctr"/>
                    <a:lstStyle/>
                    <a:p>
                      <a:endParaRPr lang="en-US" dirty="0"/>
                    </a:p>
                  </p:txBody>
                </p:sp>
                <p:sp>
                  <p:nvSpPr>
                    <p:cNvPr id="164" name="Grafik 13">
                      <a:extLst>
                        <a:ext uri="{FF2B5EF4-FFF2-40B4-BE49-F238E27FC236}">
                          <a16:creationId xmlns:a16="http://schemas.microsoft.com/office/drawing/2014/main" id="{1E406AF8-6DEE-3BD1-D179-B9639BF0832C}"/>
                        </a:ext>
                      </a:extLst>
                    </p:cNvPr>
                    <p:cNvSpPr/>
                    <p:nvPr/>
                  </p:nvSpPr>
                  <p:spPr bwMode="gray">
                    <a:xfrm>
                      <a:off x="9544502" y="3532028"/>
                      <a:ext cx="323162" cy="263352"/>
                    </a:xfrm>
                    <a:custGeom>
                      <a:avLst/>
                      <a:gdLst>
                        <a:gd name="connsiteX0" fmla="*/ 225628 w 227861"/>
                        <a:gd name="connsiteY0" fmla="*/ 113281 h 185689"/>
                        <a:gd name="connsiteX1" fmla="*/ 23103 w 227861"/>
                        <a:gd name="connsiteY1" fmla="*/ 0 h 185689"/>
                        <a:gd name="connsiteX2" fmla="*/ 0 w 227861"/>
                        <a:gd name="connsiteY2" fmla="*/ 47306 h 185689"/>
                        <a:gd name="connsiteX3" fmla="*/ 194224 w 227861"/>
                        <a:gd name="connsiteY3" fmla="*/ 185690 h 185689"/>
                        <a:gd name="connsiteX4" fmla="*/ 227862 w 227861"/>
                        <a:gd name="connsiteY4" fmla="*/ 114214 h 185689"/>
                        <a:gd name="connsiteX5" fmla="*/ 225628 w 227861"/>
                        <a:gd name="connsiteY5" fmla="*/ 113281 h 18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861" h="185689">
                          <a:moveTo>
                            <a:pt x="225628" y="113281"/>
                          </a:moveTo>
                          <a:lnTo>
                            <a:pt x="23103" y="0"/>
                          </a:lnTo>
                          <a:lnTo>
                            <a:pt x="0" y="47306"/>
                          </a:lnTo>
                          <a:lnTo>
                            <a:pt x="194224" y="185690"/>
                          </a:lnTo>
                          <a:lnTo>
                            <a:pt x="227862" y="114214"/>
                          </a:lnTo>
                          <a:lnTo>
                            <a:pt x="225628" y="113281"/>
                          </a:lnTo>
                          <a:close/>
                        </a:path>
                      </a:pathLst>
                    </a:custGeom>
                    <a:solidFill>
                      <a:srgbClr val="C09066"/>
                    </a:solidFill>
                    <a:ln w="3329" cap="flat">
                      <a:noFill/>
                      <a:prstDash val="solid"/>
                      <a:miter/>
                    </a:ln>
                  </p:spPr>
                  <p:txBody>
                    <a:bodyPr rtlCol="0" anchor="ctr"/>
                    <a:lstStyle/>
                    <a:p>
                      <a:endParaRPr lang="en-US" dirty="0"/>
                    </a:p>
                  </p:txBody>
                </p:sp>
                <p:sp>
                  <p:nvSpPr>
                    <p:cNvPr id="165" name="Grafik 13">
                      <a:extLst>
                        <a:ext uri="{FF2B5EF4-FFF2-40B4-BE49-F238E27FC236}">
                          <a16:creationId xmlns:a16="http://schemas.microsoft.com/office/drawing/2014/main" id="{E8444022-61DE-62C7-BEEA-44956A4DE439}"/>
                        </a:ext>
                      </a:extLst>
                    </p:cNvPr>
                    <p:cNvSpPr/>
                    <p:nvPr/>
                  </p:nvSpPr>
                  <p:spPr bwMode="gray">
                    <a:xfrm rot="10800000">
                      <a:off x="10075746" y="3536378"/>
                      <a:ext cx="80660" cy="651762"/>
                    </a:xfrm>
                    <a:custGeom>
                      <a:avLst/>
                      <a:gdLst>
                        <a:gd name="connsiteX0" fmla="*/ 56874 w 56873"/>
                        <a:gd name="connsiteY0" fmla="*/ 0 h 459557"/>
                        <a:gd name="connsiteX1" fmla="*/ 56874 w 56873"/>
                        <a:gd name="connsiteY1" fmla="*/ 0 h 459557"/>
                        <a:gd name="connsiteX2" fmla="*/ 56874 w 56873"/>
                        <a:gd name="connsiteY2" fmla="*/ 0 h 459557"/>
                        <a:gd name="connsiteX3" fmla="*/ 56874 w 56873"/>
                        <a:gd name="connsiteY3" fmla="*/ 402683 h 459557"/>
                        <a:gd name="connsiteX4" fmla="*/ 0 w 56873"/>
                        <a:gd name="connsiteY4" fmla="*/ 459557 h 459557"/>
                        <a:gd name="connsiteX5" fmla="*/ 0 w 56873"/>
                        <a:gd name="connsiteY5" fmla="*/ 459557 h 459557"/>
                        <a:gd name="connsiteX6" fmla="*/ 0 w 56873"/>
                        <a:gd name="connsiteY6" fmla="*/ 459557 h 459557"/>
                        <a:gd name="connsiteX7" fmla="*/ 0 w 56873"/>
                        <a:gd name="connsiteY7" fmla="*/ 56874 h 459557"/>
                        <a:gd name="connsiteX8" fmla="*/ 56874 w 56873"/>
                        <a:gd name="connsiteY8" fmla="*/ 0 h 45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873" h="459557">
                          <a:moveTo>
                            <a:pt x="56874" y="0"/>
                          </a:moveTo>
                          <a:lnTo>
                            <a:pt x="56874" y="0"/>
                          </a:lnTo>
                          <a:lnTo>
                            <a:pt x="56874" y="0"/>
                          </a:lnTo>
                          <a:lnTo>
                            <a:pt x="56874" y="402683"/>
                          </a:lnTo>
                          <a:cubicBezTo>
                            <a:pt x="56874" y="434094"/>
                            <a:pt x="31404" y="459557"/>
                            <a:pt x="0" y="459557"/>
                          </a:cubicBezTo>
                          <a:lnTo>
                            <a:pt x="0" y="459557"/>
                          </a:lnTo>
                          <a:lnTo>
                            <a:pt x="0" y="459557"/>
                          </a:lnTo>
                          <a:lnTo>
                            <a:pt x="0" y="56874"/>
                          </a:lnTo>
                          <a:cubicBezTo>
                            <a:pt x="0" y="25463"/>
                            <a:pt x="25470" y="0"/>
                            <a:pt x="56874" y="0"/>
                          </a:cubicBezTo>
                          <a:close/>
                        </a:path>
                      </a:pathLst>
                    </a:custGeom>
                    <a:solidFill>
                      <a:srgbClr val="404040"/>
                    </a:solidFill>
                    <a:ln w="3329" cap="flat">
                      <a:noFill/>
                      <a:prstDash val="solid"/>
                      <a:miter/>
                    </a:ln>
                  </p:spPr>
                  <p:txBody>
                    <a:bodyPr rtlCol="0" anchor="ctr"/>
                    <a:lstStyle/>
                    <a:p>
                      <a:endParaRPr lang="en-US" dirty="0"/>
                    </a:p>
                  </p:txBody>
                </p:sp>
                <p:sp>
                  <p:nvSpPr>
                    <p:cNvPr id="166" name="Grafik 13">
                      <a:extLst>
                        <a:ext uri="{FF2B5EF4-FFF2-40B4-BE49-F238E27FC236}">
                          <a16:creationId xmlns:a16="http://schemas.microsoft.com/office/drawing/2014/main" id="{5A9A575E-B761-D2B0-07C6-1826C002E02C}"/>
                        </a:ext>
                      </a:extLst>
                    </p:cNvPr>
                    <p:cNvSpPr/>
                    <p:nvPr/>
                  </p:nvSpPr>
                  <p:spPr bwMode="gray">
                    <a:xfrm rot="16200000">
                      <a:off x="9709771" y="3902590"/>
                      <a:ext cx="80660" cy="651762"/>
                    </a:xfrm>
                    <a:custGeom>
                      <a:avLst/>
                      <a:gdLst>
                        <a:gd name="connsiteX0" fmla="*/ 0 w 56873"/>
                        <a:gd name="connsiteY0" fmla="*/ 0 h 459557"/>
                        <a:gd name="connsiteX1" fmla="*/ 0 w 56873"/>
                        <a:gd name="connsiteY1" fmla="*/ 0 h 459557"/>
                        <a:gd name="connsiteX2" fmla="*/ 56874 w 56873"/>
                        <a:gd name="connsiteY2" fmla="*/ 56874 h 459557"/>
                        <a:gd name="connsiteX3" fmla="*/ 56874 w 56873"/>
                        <a:gd name="connsiteY3" fmla="*/ 57007 h 459557"/>
                        <a:gd name="connsiteX4" fmla="*/ 56874 w 56873"/>
                        <a:gd name="connsiteY4" fmla="*/ 459557 h 459557"/>
                        <a:gd name="connsiteX5" fmla="*/ 56874 w 56873"/>
                        <a:gd name="connsiteY5" fmla="*/ 459557 h 459557"/>
                        <a:gd name="connsiteX6" fmla="*/ 56874 w 56873"/>
                        <a:gd name="connsiteY6" fmla="*/ 459557 h 459557"/>
                        <a:gd name="connsiteX7" fmla="*/ 0 w 56873"/>
                        <a:gd name="connsiteY7" fmla="*/ 402684 h 459557"/>
                        <a:gd name="connsiteX8" fmla="*/ 0 w 56873"/>
                        <a:gd name="connsiteY8" fmla="*/ 0 h 459557"/>
                        <a:gd name="connsiteX9" fmla="*/ 0 w 56873"/>
                        <a:gd name="connsiteY9" fmla="*/ 0 h 45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873" h="459557">
                          <a:moveTo>
                            <a:pt x="0" y="0"/>
                          </a:moveTo>
                          <a:lnTo>
                            <a:pt x="0" y="0"/>
                          </a:lnTo>
                          <a:cubicBezTo>
                            <a:pt x="31404" y="0"/>
                            <a:pt x="56874" y="25463"/>
                            <a:pt x="56874" y="56874"/>
                          </a:cubicBezTo>
                          <a:cubicBezTo>
                            <a:pt x="56874" y="56917"/>
                            <a:pt x="56874" y="56964"/>
                            <a:pt x="56874" y="57007"/>
                          </a:cubicBezTo>
                          <a:lnTo>
                            <a:pt x="56874" y="459557"/>
                          </a:lnTo>
                          <a:lnTo>
                            <a:pt x="56874" y="459557"/>
                          </a:lnTo>
                          <a:lnTo>
                            <a:pt x="56874" y="459557"/>
                          </a:lnTo>
                          <a:cubicBezTo>
                            <a:pt x="25470" y="459557"/>
                            <a:pt x="0" y="434094"/>
                            <a:pt x="0" y="402684"/>
                          </a:cubicBezTo>
                          <a:lnTo>
                            <a:pt x="0" y="0"/>
                          </a:lnTo>
                          <a:lnTo>
                            <a:pt x="0" y="0"/>
                          </a:lnTo>
                          <a:close/>
                        </a:path>
                      </a:pathLst>
                    </a:custGeom>
                    <a:solidFill>
                      <a:srgbClr val="404040"/>
                    </a:solidFill>
                    <a:ln w="3329" cap="flat">
                      <a:noFill/>
                      <a:prstDash val="solid"/>
                      <a:miter/>
                    </a:ln>
                  </p:spPr>
                  <p:txBody>
                    <a:bodyPr rtlCol="0" anchor="ctr"/>
                    <a:lstStyle/>
                    <a:p>
                      <a:endParaRPr lang="en-US" dirty="0"/>
                    </a:p>
                  </p:txBody>
                </p:sp>
                <p:sp>
                  <p:nvSpPr>
                    <p:cNvPr id="167" name="Grafik 13">
                      <a:extLst>
                        <a:ext uri="{FF2B5EF4-FFF2-40B4-BE49-F238E27FC236}">
                          <a16:creationId xmlns:a16="http://schemas.microsoft.com/office/drawing/2014/main" id="{6088D26F-5F2C-CF33-4607-BAB18249F0FA}"/>
                        </a:ext>
                      </a:extLst>
                    </p:cNvPr>
                    <p:cNvSpPr/>
                    <p:nvPr/>
                  </p:nvSpPr>
                  <p:spPr bwMode="gray">
                    <a:xfrm>
                      <a:off x="9516606" y="4702080"/>
                      <a:ext cx="479520" cy="130494"/>
                    </a:xfrm>
                    <a:custGeom>
                      <a:avLst/>
                      <a:gdLst>
                        <a:gd name="connsiteX0" fmla="*/ 338109 w 338109"/>
                        <a:gd name="connsiteY0" fmla="*/ 92011 h 92011"/>
                        <a:gd name="connsiteX1" fmla="*/ 258099 w 338109"/>
                        <a:gd name="connsiteY1" fmla="*/ 0 h 92011"/>
                        <a:gd name="connsiteX2" fmla="*/ 78843 w 338109"/>
                        <a:gd name="connsiteY2" fmla="*/ 0 h 92011"/>
                        <a:gd name="connsiteX3" fmla="*/ 0 w 338109"/>
                        <a:gd name="connsiteY3" fmla="*/ 92011 h 92011"/>
                      </a:gdLst>
                      <a:ahLst/>
                      <a:cxnLst>
                        <a:cxn ang="0">
                          <a:pos x="connsiteX0" y="connsiteY0"/>
                        </a:cxn>
                        <a:cxn ang="0">
                          <a:pos x="connsiteX1" y="connsiteY1"/>
                        </a:cxn>
                        <a:cxn ang="0">
                          <a:pos x="connsiteX2" y="connsiteY2"/>
                        </a:cxn>
                        <a:cxn ang="0">
                          <a:pos x="connsiteX3" y="connsiteY3"/>
                        </a:cxn>
                      </a:cxnLst>
                      <a:rect l="l" t="t" r="r" b="b"/>
                      <a:pathLst>
                        <a:path w="338109" h="92011">
                          <a:moveTo>
                            <a:pt x="338109" y="92011"/>
                          </a:moveTo>
                          <a:cubicBezTo>
                            <a:pt x="317906" y="29237"/>
                            <a:pt x="294237" y="0"/>
                            <a:pt x="258099" y="0"/>
                          </a:cubicBezTo>
                          <a:lnTo>
                            <a:pt x="78843" y="0"/>
                          </a:lnTo>
                          <a:cubicBezTo>
                            <a:pt x="43939" y="0"/>
                            <a:pt x="12602" y="39472"/>
                            <a:pt x="0" y="92011"/>
                          </a:cubicBezTo>
                        </a:path>
                      </a:pathLst>
                    </a:custGeom>
                    <a:noFill/>
                    <a:ln w="16514" cap="flat">
                      <a:solidFill>
                        <a:srgbClr val="404040"/>
                      </a:solidFill>
                      <a:prstDash val="solid"/>
                      <a:miter/>
                    </a:ln>
                  </p:spPr>
                  <p:txBody>
                    <a:bodyPr rtlCol="0" anchor="ctr"/>
                    <a:lstStyle/>
                    <a:p>
                      <a:endParaRPr lang="en-US" dirty="0"/>
                    </a:p>
                  </p:txBody>
                </p:sp>
                <p:sp>
                  <p:nvSpPr>
                    <p:cNvPr id="168" name="Grafik 13">
                      <a:extLst>
                        <a:ext uri="{FF2B5EF4-FFF2-40B4-BE49-F238E27FC236}">
                          <a16:creationId xmlns:a16="http://schemas.microsoft.com/office/drawing/2014/main" id="{983352B4-BACC-FFF2-4A7B-CAFB6AE6BDCD}"/>
                        </a:ext>
                      </a:extLst>
                    </p:cNvPr>
                    <p:cNvSpPr/>
                    <p:nvPr/>
                  </p:nvSpPr>
                  <p:spPr bwMode="gray">
                    <a:xfrm>
                      <a:off x="9750504" y="4269747"/>
                      <a:ext cx="4727" cy="424437"/>
                    </a:xfrm>
                    <a:custGeom>
                      <a:avLst/>
                      <a:gdLst>
                        <a:gd name="connsiteX0" fmla="*/ 0 w 3333"/>
                        <a:gd name="connsiteY0" fmla="*/ 0 h 299270"/>
                        <a:gd name="connsiteX1" fmla="*/ 0 w 3333"/>
                        <a:gd name="connsiteY1" fmla="*/ 299271 h 299270"/>
                      </a:gdLst>
                      <a:ahLst/>
                      <a:cxnLst>
                        <a:cxn ang="0">
                          <a:pos x="connsiteX0" y="connsiteY0"/>
                        </a:cxn>
                        <a:cxn ang="0">
                          <a:pos x="connsiteX1" y="connsiteY1"/>
                        </a:cxn>
                      </a:cxnLst>
                      <a:rect l="l" t="t" r="r" b="b"/>
                      <a:pathLst>
                        <a:path w="3333" h="299270">
                          <a:moveTo>
                            <a:pt x="0" y="0"/>
                          </a:moveTo>
                          <a:lnTo>
                            <a:pt x="0" y="299271"/>
                          </a:lnTo>
                        </a:path>
                      </a:pathLst>
                    </a:custGeom>
                    <a:ln w="16514" cap="flat">
                      <a:solidFill>
                        <a:srgbClr val="404040"/>
                      </a:solidFill>
                      <a:prstDash val="solid"/>
                      <a:miter/>
                    </a:ln>
                  </p:spPr>
                  <p:txBody>
                    <a:bodyPr rtlCol="0" anchor="ctr"/>
                    <a:lstStyle/>
                    <a:p>
                      <a:endParaRPr lang="en-US" dirty="0"/>
                    </a:p>
                  </p:txBody>
                </p:sp>
                <p:sp>
                  <p:nvSpPr>
                    <p:cNvPr id="169" name="Grafik 13">
                      <a:extLst>
                        <a:ext uri="{FF2B5EF4-FFF2-40B4-BE49-F238E27FC236}">
                          <a16:creationId xmlns:a16="http://schemas.microsoft.com/office/drawing/2014/main" id="{2D89BF2F-1EA7-FB0F-F36A-AC4724CF4996}"/>
                        </a:ext>
                      </a:extLst>
                    </p:cNvPr>
                    <p:cNvSpPr/>
                    <p:nvPr/>
                  </p:nvSpPr>
                  <p:spPr bwMode="gray">
                    <a:xfrm>
                      <a:off x="9696746" y="2902867"/>
                      <a:ext cx="341352" cy="421646"/>
                    </a:xfrm>
                    <a:custGeom>
                      <a:avLst/>
                      <a:gdLst>
                        <a:gd name="connsiteX0" fmla="*/ 0 w 240687"/>
                        <a:gd name="connsiteY0" fmla="*/ 51005 h 297302"/>
                        <a:gd name="connsiteX1" fmla="*/ 98879 w 240687"/>
                        <a:gd name="connsiteY1" fmla="*/ 149584 h 297302"/>
                        <a:gd name="connsiteX2" fmla="*/ 134917 w 240687"/>
                        <a:gd name="connsiteY2" fmla="*/ 188689 h 297302"/>
                        <a:gd name="connsiteX3" fmla="*/ 174922 w 240687"/>
                        <a:gd name="connsiteY3" fmla="*/ 242329 h 297302"/>
                        <a:gd name="connsiteX4" fmla="*/ 224595 w 240687"/>
                        <a:gd name="connsiteY4" fmla="*/ 297303 h 297302"/>
                        <a:gd name="connsiteX5" fmla="*/ 188490 w 240687"/>
                        <a:gd name="connsiteY5" fmla="*/ 50272 h 297302"/>
                        <a:gd name="connsiteX6" fmla="*/ 0 w 240687"/>
                        <a:gd name="connsiteY6" fmla="*/ 51005 h 297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0687" h="297302">
                          <a:moveTo>
                            <a:pt x="0" y="51005"/>
                          </a:moveTo>
                          <a:cubicBezTo>
                            <a:pt x="14102" y="100245"/>
                            <a:pt x="80010" y="177854"/>
                            <a:pt x="98879" y="149584"/>
                          </a:cubicBezTo>
                          <a:cubicBezTo>
                            <a:pt x="117748" y="121314"/>
                            <a:pt x="134917" y="188689"/>
                            <a:pt x="134917" y="188689"/>
                          </a:cubicBezTo>
                          <a:cubicBezTo>
                            <a:pt x="134917" y="188689"/>
                            <a:pt x="109914" y="247030"/>
                            <a:pt x="174922" y="242329"/>
                          </a:cubicBezTo>
                          <a:cubicBezTo>
                            <a:pt x="181956" y="275033"/>
                            <a:pt x="224595" y="297303"/>
                            <a:pt x="224595" y="297303"/>
                          </a:cubicBezTo>
                          <a:cubicBezTo>
                            <a:pt x="224595" y="297303"/>
                            <a:pt x="278701" y="160019"/>
                            <a:pt x="188490" y="50272"/>
                          </a:cubicBezTo>
                          <a:cubicBezTo>
                            <a:pt x="117948" y="-35406"/>
                            <a:pt x="20369" y="4666"/>
                            <a:pt x="0" y="51005"/>
                          </a:cubicBezTo>
                          <a:close/>
                        </a:path>
                      </a:pathLst>
                    </a:custGeom>
                    <a:solidFill>
                      <a:srgbClr val="4B2E1A"/>
                    </a:solidFill>
                    <a:ln w="3329" cap="flat">
                      <a:noFill/>
                      <a:prstDash val="solid"/>
                      <a:miter/>
                    </a:ln>
                  </p:spPr>
                  <p:txBody>
                    <a:bodyPr rtlCol="0" anchor="ctr"/>
                    <a:lstStyle/>
                    <a:p>
                      <a:endParaRPr lang="en-US" dirty="0"/>
                    </a:p>
                  </p:txBody>
                </p:sp>
                <p:sp>
                  <p:nvSpPr>
                    <p:cNvPr id="170" name="Grafik 13">
                      <a:extLst>
                        <a:ext uri="{FF2B5EF4-FFF2-40B4-BE49-F238E27FC236}">
                          <a16:creationId xmlns:a16="http://schemas.microsoft.com/office/drawing/2014/main" id="{F607D4D7-0A2F-8907-7775-9C24729D8204}"/>
                        </a:ext>
                      </a:extLst>
                    </p:cNvPr>
                    <p:cNvSpPr/>
                    <p:nvPr/>
                  </p:nvSpPr>
                  <p:spPr bwMode="gray">
                    <a:xfrm rot="17241000">
                      <a:off x="9823009" y="3099880"/>
                      <a:ext cx="88698" cy="73285"/>
                    </a:xfrm>
                    <a:custGeom>
                      <a:avLst/>
                      <a:gdLst>
                        <a:gd name="connsiteX0" fmla="*/ 62541 w 62541"/>
                        <a:gd name="connsiteY0" fmla="*/ 25837 h 51673"/>
                        <a:gd name="connsiteX1" fmla="*/ 31271 w 62541"/>
                        <a:gd name="connsiteY1" fmla="*/ 51673 h 51673"/>
                        <a:gd name="connsiteX2" fmla="*/ 0 w 62541"/>
                        <a:gd name="connsiteY2" fmla="*/ 25837 h 51673"/>
                        <a:gd name="connsiteX3" fmla="*/ 31271 w 62541"/>
                        <a:gd name="connsiteY3" fmla="*/ 0 h 51673"/>
                        <a:gd name="connsiteX4" fmla="*/ 62541 w 62541"/>
                        <a:gd name="connsiteY4" fmla="*/ 25837 h 51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1" h="51673">
                          <a:moveTo>
                            <a:pt x="62541" y="25837"/>
                          </a:moveTo>
                          <a:cubicBezTo>
                            <a:pt x="62541" y="40106"/>
                            <a:pt x="48541" y="51673"/>
                            <a:pt x="31271" y="51673"/>
                          </a:cubicBezTo>
                          <a:cubicBezTo>
                            <a:pt x="14000" y="51673"/>
                            <a:pt x="0" y="40106"/>
                            <a:pt x="0" y="25837"/>
                          </a:cubicBezTo>
                          <a:cubicBezTo>
                            <a:pt x="0" y="11567"/>
                            <a:pt x="14000" y="0"/>
                            <a:pt x="31271" y="0"/>
                          </a:cubicBezTo>
                          <a:cubicBezTo>
                            <a:pt x="48541" y="0"/>
                            <a:pt x="62541" y="11567"/>
                            <a:pt x="62541" y="25837"/>
                          </a:cubicBezTo>
                          <a:close/>
                        </a:path>
                      </a:pathLst>
                    </a:custGeom>
                    <a:solidFill>
                      <a:srgbClr val="C09066"/>
                    </a:solidFill>
                    <a:ln w="3329" cap="flat">
                      <a:noFill/>
                      <a:prstDash val="solid"/>
                      <a:miter/>
                    </a:ln>
                  </p:spPr>
                  <p:txBody>
                    <a:bodyPr rtlCol="0" anchor="ctr"/>
                    <a:lstStyle/>
                    <a:p>
                      <a:endParaRPr lang="en-US" dirty="0"/>
                    </a:p>
                  </p:txBody>
                </p:sp>
                <p:sp>
                  <p:nvSpPr>
                    <p:cNvPr id="171" name="Grafik 13">
                      <a:extLst>
                        <a:ext uri="{FF2B5EF4-FFF2-40B4-BE49-F238E27FC236}">
                          <a16:creationId xmlns:a16="http://schemas.microsoft.com/office/drawing/2014/main" id="{97846CC3-737D-2349-B01A-14D02F7A0C31}"/>
                        </a:ext>
                      </a:extLst>
                    </p:cNvPr>
                    <p:cNvSpPr/>
                    <p:nvPr/>
                  </p:nvSpPr>
                  <p:spPr bwMode="gray">
                    <a:xfrm>
                      <a:off x="9732855" y="3246390"/>
                      <a:ext cx="318636" cy="735844"/>
                    </a:xfrm>
                    <a:custGeom>
                      <a:avLst/>
                      <a:gdLst>
                        <a:gd name="connsiteX0" fmla="*/ 8944 w 224670"/>
                        <a:gd name="connsiteY0" fmla="*/ 518843 h 518843"/>
                        <a:gd name="connsiteX1" fmla="*/ 219570 w 224670"/>
                        <a:gd name="connsiteY1" fmla="*/ 518843 h 518843"/>
                        <a:gd name="connsiteX2" fmla="*/ 224670 w 224670"/>
                        <a:gd name="connsiteY2" fmla="*/ 139162 h 518843"/>
                        <a:gd name="connsiteX3" fmla="*/ 167497 w 224670"/>
                        <a:gd name="connsiteY3" fmla="*/ 27982 h 518843"/>
                        <a:gd name="connsiteX4" fmla="*/ 149294 w 224670"/>
                        <a:gd name="connsiteY4" fmla="*/ 112 h 518843"/>
                        <a:gd name="connsiteX5" fmla="*/ 63684 w 224670"/>
                        <a:gd name="connsiteY5" fmla="*/ 85556 h 518843"/>
                        <a:gd name="connsiteX6" fmla="*/ 12711 w 224670"/>
                        <a:gd name="connsiteY6" fmla="*/ 183168 h 518843"/>
                        <a:gd name="connsiteX7" fmla="*/ 1342 w 224670"/>
                        <a:gd name="connsiteY7" fmla="*/ 252310 h 518843"/>
                        <a:gd name="connsiteX8" fmla="*/ 8944 w 224670"/>
                        <a:gd name="connsiteY8" fmla="*/ 518843 h 518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670" h="518843">
                          <a:moveTo>
                            <a:pt x="8944" y="518843"/>
                          </a:moveTo>
                          <a:lnTo>
                            <a:pt x="219570" y="518843"/>
                          </a:lnTo>
                          <a:cubicBezTo>
                            <a:pt x="191466" y="387360"/>
                            <a:pt x="224770" y="286647"/>
                            <a:pt x="224670" y="139162"/>
                          </a:cubicBezTo>
                          <a:cubicBezTo>
                            <a:pt x="224670" y="95624"/>
                            <a:pt x="200201" y="49685"/>
                            <a:pt x="167497" y="27982"/>
                          </a:cubicBezTo>
                          <a:lnTo>
                            <a:pt x="149294" y="112"/>
                          </a:lnTo>
                          <a:cubicBezTo>
                            <a:pt x="116224" y="-2489"/>
                            <a:pt x="90754" y="40750"/>
                            <a:pt x="63684" y="85556"/>
                          </a:cubicBezTo>
                          <a:lnTo>
                            <a:pt x="12711" y="183168"/>
                          </a:lnTo>
                          <a:cubicBezTo>
                            <a:pt x="1643" y="204411"/>
                            <a:pt x="-2358" y="228640"/>
                            <a:pt x="1342" y="252310"/>
                          </a:cubicBezTo>
                          <a:cubicBezTo>
                            <a:pt x="15011" y="381526"/>
                            <a:pt x="-1058" y="455368"/>
                            <a:pt x="8944" y="518843"/>
                          </a:cubicBezTo>
                          <a:close/>
                        </a:path>
                      </a:pathLst>
                    </a:custGeom>
                    <a:solidFill>
                      <a:srgbClr val="EFB435"/>
                    </a:solidFill>
                    <a:ln w="3329" cap="flat">
                      <a:noFill/>
                      <a:prstDash val="solid"/>
                      <a:miter/>
                    </a:ln>
                  </p:spPr>
                  <p:txBody>
                    <a:bodyPr rtlCol="0" anchor="ctr"/>
                    <a:lstStyle/>
                    <a:p>
                      <a:endParaRPr lang="en-US" dirty="0"/>
                    </a:p>
                  </p:txBody>
                </p:sp>
                <p:sp>
                  <p:nvSpPr>
                    <p:cNvPr id="172" name="Grafik 13">
                      <a:extLst>
                        <a:ext uri="{FF2B5EF4-FFF2-40B4-BE49-F238E27FC236}">
                          <a16:creationId xmlns:a16="http://schemas.microsoft.com/office/drawing/2014/main" id="{D666BA21-05A8-8810-F979-F6114507B3E3}"/>
                        </a:ext>
                      </a:extLst>
                    </p:cNvPr>
                    <p:cNvSpPr/>
                    <p:nvPr/>
                  </p:nvSpPr>
                  <p:spPr bwMode="gray">
                    <a:xfrm>
                      <a:off x="9749110" y="3339407"/>
                      <a:ext cx="250499" cy="541132"/>
                    </a:xfrm>
                    <a:custGeom>
                      <a:avLst/>
                      <a:gdLst>
                        <a:gd name="connsiteX0" fmla="*/ 50022 w 176627"/>
                        <a:gd name="connsiteY0" fmla="*/ 372113 h 381552"/>
                        <a:gd name="connsiteX1" fmla="*/ 2183 w 176627"/>
                        <a:gd name="connsiteY1" fmla="*/ 300204 h 381552"/>
                        <a:gd name="connsiteX2" fmla="*/ 116 w 176627"/>
                        <a:gd name="connsiteY2" fmla="*/ 257799 h 381552"/>
                        <a:gd name="connsiteX3" fmla="*/ 85460 w 176627"/>
                        <a:gd name="connsiteY3" fmla="*/ 179289 h 381552"/>
                        <a:gd name="connsiteX4" fmla="*/ 145467 w 176627"/>
                        <a:gd name="connsiteY4" fmla="*/ 0 h 381552"/>
                        <a:gd name="connsiteX5" fmla="*/ 156702 w 176627"/>
                        <a:gd name="connsiteY5" fmla="*/ 2367 h 381552"/>
                        <a:gd name="connsiteX6" fmla="*/ 174971 w 176627"/>
                        <a:gd name="connsiteY6" fmla="*/ 94045 h 381552"/>
                        <a:gd name="connsiteX7" fmla="*/ 162069 w 176627"/>
                        <a:gd name="connsiteY7" fmla="*/ 303471 h 381552"/>
                        <a:gd name="connsiteX8" fmla="*/ 50022 w 176627"/>
                        <a:gd name="connsiteY8" fmla="*/ 372113 h 38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627" h="381552">
                          <a:moveTo>
                            <a:pt x="50022" y="372113"/>
                          </a:moveTo>
                          <a:cubicBezTo>
                            <a:pt x="21051" y="358145"/>
                            <a:pt x="9817" y="331441"/>
                            <a:pt x="2183" y="300204"/>
                          </a:cubicBezTo>
                          <a:lnTo>
                            <a:pt x="116" y="257799"/>
                          </a:lnTo>
                          <a:cubicBezTo>
                            <a:pt x="-3585" y="234129"/>
                            <a:pt x="82626" y="274634"/>
                            <a:pt x="85460" y="179289"/>
                          </a:cubicBezTo>
                          <a:cubicBezTo>
                            <a:pt x="82626" y="105947"/>
                            <a:pt x="111196" y="29270"/>
                            <a:pt x="145467" y="0"/>
                          </a:cubicBezTo>
                          <a:lnTo>
                            <a:pt x="156702" y="2367"/>
                          </a:lnTo>
                          <a:cubicBezTo>
                            <a:pt x="185172" y="29604"/>
                            <a:pt x="168703" y="63708"/>
                            <a:pt x="174971" y="94045"/>
                          </a:cubicBezTo>
                          <a:cubicBezTo>
                            <a:pt x="182472" y="216060"/>
                            <a:pt x="162069" y="199725"/>
                            <a:pt x="162069" y="303471"/>
                          </a:cubicBezTo>
                          <a:cubicBezTo>
                            <a:pt x="162136" y="351377"/>
                            <a:pt x="114663" y="403250"/>
                            <a:pt x="50022" y="372113"/>
                          </a:cubicBezTo>
                          <a:close/>
                        </a:path>
                      </a:pathLst>
                    </a:custGeom>
                    <a:solidFill>
                      <a:srgbClr val="EFB435"/>
                    </a:solidFill>
                    <a:ln w="3329" cap="flat">
                      <a:noFill/>
                      <a:prstDash val="solid"/>
                      <a:miter/>
                    </a:ln>
                  </p:spPr>
                  <p:txBody>
                    <a:bodyPr rtlCol="0" anchor="ctr"/>
                    <a:lstStyle/>
                    <a:p>
                      <a:endParaRPr lang="en-US" dirty="0"/>
                    </a:p>
                  </p:txBody>
                </p:sp>
                <p:sp>
                  <p:nvSpPr>
                    <p:cNvPr id="173" name="Grafik 13">
                      <a:extLst>
                        <a:ext uri="{FF2B5EF4-FFF2-40B4-BE49-F238E27FC236}">
                          <a16:creationId xmlns:a16="http://schemas.microsoft.com/office/drawing/2014/main" id="{4147B423-05DB-9C03-10CE-95CA81B7D2BF}"/>
                        </a:ext>
                      </a:extLst>
                    </p:cNvPr>
                    <p:cNvSpPr/>
                    <p:nvPr/>
                  </p:nvSpPr>
                  <p:spPr bwMode="gray">
                    <a:xfrm>
                      <a:off x="9844545" y="3326358"/>
                      <a:ext cx="175411" cy="175411"/>
                    </a:xfrm>
                    <a:custGeom>
                      <a:avLst/>
                      <a:gdLst>
                        <a:gd name="connsiteX0" fmla="*/ 123682 w 123682"/>
                        <a:gd name="connsiteY0" fmla="*/ 61841 h 123682"/>
                        <a:gd name="connsiteX1" fmla="*/ 61841 w 123682"/>
                        <a:gd name="connsiteY1" fmla="*/ 123682 h 123682"/>
                        <a:gd name="connsiteX2" fmla="*/ 0 w 123682"/>
                        <a:gd name="connsiteY2" fmla="*/ 61841 h 123682"/>
                        <a:gd name="connsiteX3" fmla="*/ 61841 w 123682"/>
                        <a:gd name="connsiteY3" fmla="*/ 0 h 123682"/>
                        <a:gd name="connsiteX4" fmla="*/ 123682 w 123682"/>
                        <a:gd name="connsiteY4" fmla="*/ 61841 h 1236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82" h="123682">
                          <a:moveTo>
                            <a:pt x="123682" y="61841"/>
                          </a:moveTo>
                          <a:cubicBezTo>
                            <a:pt x="123682" y="95995"/>
                            <a:pt x="95995" y="123682"/>
                            <a:pt x="61841" y="123682"/>
                          </a:cubicBezTo>
                          <a:cubicBezTo>
                            <a:pt x="27687" y="123682"/>
                            <a:pt x="0" y="95995"/>
                            <a:pt x="0" y="61841"/>
                          </a:cubicBezTo>
                          <a:cubicBezTo>
                            <a:pt x="0" y="27687"/>
                            <a:pt x="27687" y="0"/>
                            <a:pt x="61841" y="0"/>
                          </a:cubicBezTo>
                          <a:cubicBezTo>
                            <a:pt x="95995" y="0"/>
                            <a:pt x="123682" y="27687"/>
                            <a:pt x="123682" y="61841"/>
                          </a:cubicBezTo>
                          <a:close/>
                        </a:path>
                      </a:pathLst>
                    </a:custGeom>
                    <a:solidFill>
                      <a:srgbClr val="EFB435"/>
                    </a:solidFill>
                    <a:ln w="3329" cap="flat">
                      <a:noFill/>
                      <a:prstDash val="solid"/>
                      <a:miter/>
                    </a:ln>
                  </p:spPr>
                  <p:txBody>
                    <a:bodyPr rtlCol="0" anchor="ctr"/>
                    <a:lstStyle/>
                    <a:p>
                      <a:endParaRPr lang="en-US" dirty="0"/>
                    </a:p>
                  </p:txBody>
                </p:sp>
                <p:sp>
                  <p:nvSpPr>
                    <p:cNvPr id="174" name="Grafik 13">
                      <a:extLst>
                        <a:ext uri="{FF2B5EF4-FFF2-40B4-BE49-F238E27FC236}">
                          <a16:creationId xmlns:a16="http://schemas.microsoft.com/office/drawing/2014/main" id="{0ECA7418-9964-6D04-AD95-9A16C002B206}"/>
                        </a:ext>
                      </a:extLst>
                    </p:cNvPr>
                    <p:cNvSpPr/>
                    <p:nvPr/>
                  </p:nvSpPr>
                  <p:spPr bwMode="gray">
                    <a:xfrm>
                      <a:off x="9749274" y="3382102"/>
                      <a:ext cx="268694" cy="410823"/>
                    </a:xfrm>
                    <a:custGeom>
                      <a:avLst/>
                      <a:gdLst>
                        <a:gd name="connsiteX0" fmla="*/ 189457 w 189456"/>
                        <a:gd name="connsiteY0" fmla="*/ 37271 h 289671"/>
                        <a:gd name="connsiteX1" fmla="*/ 71875 w 189456"/>
                        <a:gd name="connsiteY1" fmla="*/ 0 h 289671"/>
                        <a:gd name="connsiteX2" fmla="*/ 0 w 189456"/>
                        <a:gd name="connsiteY2" fmla="*/ 242664 h 289671"/>
                        <a:gd name="connsiteX3" fmla="*/ 114114 w 189456"/>
                        <a:gd name="connsiteY3" fmla="*/ 288669 h 289671"/>
                        <a:gd name="connsiteX4" fmla="*/ 189457 w 189456"/>
                        <a:gd name="connsiteY4" fmla="*/ 37271 h 2896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456" h="289671">
                          <a:moveTo>
                            <a:pt x="189457" y="37271"/>
                          </a:moveTo>
                          <a:lnTo>
                            <a:pt x="71875" y="0"/>
                          </a:lnTo>
                          <a:lnTo>
                            <a:pt x="0" y="242664"/>
                          </a:lnTo>
                          <a:cubicBezTo>
                            <a:pt x="0" y="242664"/>
                            <a:pt x="110014" y="297704"/>
                            <a:pt x="114114" y="288669"/>
                          </a:cubicBezTo>
                          <a:cubicBezTo>
                            <a:pt x="118215" y="279635"/>
                            <a:pt x="189457" y="37271"/>
                            <a:pt x="189457" y="37271"/>
                          </a:cubicBezTo>
                          <a:close/>
                        </a:path>
                      </a:pathLst>
                    </a:custGeom>
                    <a:solidFill>
                      <a:srgbClr val="EFB435"/>
                    </a:solidFill>
                    <a:ln w="3329" cap="flat">
                      <a:noFill/>
                      <a:prstDash val="solid"/>
                      <a:miter/>
                    </a:ln>
                  </p:spPr>
                  <p:txBody>
                    <a:bodyPr rtlCol="0" anchor="ctr"/>
                    <a:lstStyle/>
                    <a:p>
                      <a:endParaRPr lang="en-US" dirty="0"/>
                    </a:p>
                  </p:txBody>
                </p:sp>
                <p:sp>
                  <p:nvSpPr>
                    <p:cNvPr id="175" name="Grafik 13">
                      <a:extLst>
                        <a:ext uri="{FF2B5EF4-FFF2-40B4-BE49-F238E27FC236}">
                          <a16:creationId xmlns:a16="http://schemas.microsoft.com/office/drawing/2014/main" id="{49C63D85-9752-E636-CBD1-BA73EB21E349}"/>
                        </a:ext>
                      </a:extLst>
                    </p:cNvPr>
                    <p:cNvSpPr/>
                    <p:nvPr/>
                  </p:nvSpPr>
                  <p:spPr bwMode="gray">
                    <a:xfrm>
                      <a:off x="9588473" y="3570373"/>
                      <a:ext cx="279190" cy="263683"/>
                    </a:xfrm>
                    <a:custGeom>
                      <a:avLst/>
                      <a:gdLst>
                        <a:gd name="connsiteX0" fmla="*/ 194624 w 196857"/>
                        <a:gd name="connsiteY0" fmla="*/ 78543 h 185923"/>
                        <a:gd name="connsiteX1" fmla="*/ 47506 w 196857"/>
                        <a:gd name="connsiteY1" fmla="*/ 0 h 185923"/>
                        <a:gd name="connsiteX2" fmla="*/ 0 w 196857"/>
                        <a:gd name="connsiteY2" fmla="*/ 69775 h 185923"/>
                        <a:gd name="connsiteX3" fmla="*/ 139384 w 196857"/>
                        <a:gd name="connsiteY3" fmla="*/ 185923 h 185923"/>
                        <a:gd name="connsiteX4" fmla="*/ 196858 w 196857"/>
                        <a:gd name="connsiteY4" fmla="*/ 79477 h 185923"/>
                        <a:gd name="connsiteX5" fmla="*/ 194624 w 196857"/>
                        <a:gd name="connsiteY5" fmla="*/ 78543 h 185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857" h="185923">
                          <a:moveTo>
                            <a:pt x="194624" y="78543"/>
                          </a:moveTo>
                          <a:lnTo>
                            <a:pt x="47506" y="0"/>
                          </a:lnTo>
                          <a:lnTo>
                            <a:pt x="0" y="69775"/>
                          </a:lnTo>
                          <a:lnTo>
                            <a:pt x="139384" y="185923"/>
                          </a:lnTo>
                          <a:lnTo>
                            <a:pt x="196858" y="79477"/>
                          </a:lnTo>
                          <a:lnTo>
                            <a:pt x="194624" y="78543"/>
                          </a:lnTo>
                          <a:close/>
                        </a:path>
                      </a:pathLst>
                    </a:custGeom>
                    <a:solidFill>
                      <a:srgbClr val="EFB435"/>
                    </a:solidFill>
                    <a:ln w="3329" cap="flat">
                      <a:noFill/>
                      <a:prstDash val="solid"/>
                      <a:miter/>
                    </a:ln>
                  </p:spPr>
                  <p:txBody>
                    <a:bodyPr rtlCol="0" anchor="ctr"/>
                    <a:lstStyle/>
                    <a:p>
                      <a:endParaRPr lang="en-US" dirty="0"/>
                    </a:p>
                  </p:txBody>
                </p:sp>
                <p:sp>
                  <p:nvSpPr>
                    <p:cNvPr id="176" name="Grafik 13">
                      <a:extLst>
                        <a:ext uri="{FF2B5EF4-FFF2-40B4-BE49-F238E27FC236}">
                          <a16:creationId xmlns:a16="http://schemas.microsoft.com/office/drawing/2014/main" id="{F54E03B6-5111-6D5C-DED2-8B2BDAF2A659}"/>
                        </a:ext>
                      </a:extLst>
                    </p:cNvPr>
                    <p:cNvSpPr/>
                    <p:nvPr/>
                  </p:nvSpPr>
                  <p:spPr bwMode="gray">
                    <a:xfrm>
                      <a:off x="9744404" y="3675430"/>
                      <a:ext cx="172101" cy="172101"/>
                    </a:xfrm>
                    <a:custGeom>
                      <a:avLst/>
                      <a:gdLst>
                        <a:gd name="connsiteX0" fmla="*/ 121349 w 121348"/>
                        <a:gd name="connsiteY0" fmla="*/ 60674 h 121348"/>
                        <a:gd name="connsiteX1" fmla="*/ 60675 w 121348"/>
                        <a:gd name="connsiteY1" fmla="*/ 121349 h 121348"/>
                        <a:gd name="connsiteX2" fmla="*/ 0 w 121348"/>
                        <a:gd name="connsiteY2" fmla="*/ 60674 h 121348"/>
                        <a:gd name="connsiteX3" fmla="*/ 60675 w 121348"/>
                        <a:gd name="connsiteY3" fmla="*/ 0 h 121348"/>
                        <a:gd name="connsiteX4" fmla="*/ 121349 w 121348"/>
                        <a:gd name="connsiteY4" fmla="*/ 60674 h 1213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348" h="121348">
                          <a:moveTo>
                            <a:pt x="121349" y="60674"/>
                          </a:moveTo>
                          <a:cubicBezTo>
                            <a:pt x="121349" y="94184"/>
                            <a:pt x="94184" y="121349"/>
                            <a:pt x="60675" y="121349"/>
                          </a:cubicBezTo>
                          <a:cubicBezTo>
                            <a:pt x="27165" y="121349"/>
                            <a:pt x="0" y="94184"/>
                            <a:pt x="0" y="60674"/>
                          </a:cubicBezTo>
                          <a:cubicBezTo>
                            <a:pt x="0" y="27165"/>
                            <a:pt x="27165" y="0"/>
                            <a:pt x="60675" y="0"/>
                          </a:cubicBezTo>
                          <a:cubicBezTo>
                            <a:pt x="94184" y="0"/>
                            <a:pt x="121349" y="27165"/>
                            <a:pt x="121349" y="60674"/>
                          </a:cubicBezTo>
                          <a:close/>
                        </a:path>
                      </a:pathLst>
                    </a:custGeom>
                    <a:solidFill>
                      <a:srgbClr val="EFB435"/>
                    </a:solidFill>
                    <a:ln w="3329" cap="flat">
                      <a:noFill/>
                      <a:prstDash val="solid"/>
                      <a:miter/>
                    </a:ln>
                  </p:spPr>
                  <p:txBody>
                    <a:bodyPr rtlCol="0" anchor="ctr"/>
                    <a:lstStyle/>
                    <a:p>
                      <a:endParaRPr lang="en-US" dirty="0"/>
                    </a:p>
                  </p:txBody>
                </p:sp>
                <p:sp>
                  <p:nvSpPr>
                    <p:cNvPr id="177" name="Grafik 13">
                      <a:extLst>
                        <a:ext uri="{FF2B5EF4-FFF2-40B4-BE49-F238E27FC236}">
                          <a16:creationId xmlns:a16="http://schemas.microsoft.com/office/drawing/2014/main" id="{39A3A11A-E161-FB2D-E17B-01664E879A9D}"/>
                        </a:ext>
                      </a:extLst>
                    </p:cNvPr>
                    <p:cNvSpPr/>
                    <p:nvPr/>
                  </p:nvSpPr>
                  <p:spPr bwMode="gray">
                    <a:xfrm>
                      <a:off x="9136707" y="4092160"/>
                      <a:ext cx="229830" cy="474649"/>
                    </a:xfrm>
                    <a:custGeom>
                      <a:avLst/>
                      <a:gdLst>
                        <a:gd name="connsiteX0" fmla="*/ 162054 w 162053"/>
                        <a:gd name="connsiteY0" fmla="*/ 23070 h 334675"/>
                        <a:gd name="connsiteX1" fmla="*/ 14902 w 162053"/>
                        <a:gd name="connsiteY1" fmla="*/ 0 h 334675"/>
                        <a:gd name="connsiteX2" fmla="*/ 0 w 162053"/>
                        <a:gd name="connsiteY2" fmla="*/ 320040 h 334675"/>
                        <a:gd name="connsiteX3" fmla="*/ 104180 w 162053"/>
                        <a:gd name="connsiteY3" fmla="*/ 334675 h 334675"/>
                        <a:gd name="connsiteX4" fmla="*/ 162054 w 162053"/>
                        <a:gd name="connsiteY4" fmla="*/ 23070 h 334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053" h="334675">
                          <a:moveTo>
                            <a:pt x="162054" y="23070"/>
                          </a:moveTo>
                          <a:lnTo>
                            <a:pt x="14902" y="0"/>
                          </a:lnTo>
                          <a:lnTo>
                            <a:pt x="0" y="320040"/>
                          </a:lnTo>
                          <a:cubicBezTo>
                            <a:pt x="0" y="320040"/>
                            <a:pt x="104046" y="332408"/>
                            <a:pt x="104180" y="334675"/>
                          </a:cubicBezTo>
                          <a:cubicBezTo>
                            <a:pt x="145485" y="192491"/>
                            <a:pt x="157753" y="98412"/>
                            <a:pt x="162054" y="23070"/>
                          </a:cubicBezTo>
                          <a:close/>
                        </a:path>
                      </a:pathLst>
                    </a:custGeom>
                    <a:solidFill>
                      <a:srgbClr val="808080"/>
                    </a:solidFill>
                    <a:ln w="3329" cap="flat">
                      <a:noFill/>
                      <a:prstDash val="solid"/>
                      <a:miter/>
                    </a:ln>
                  </p:spPr>
                  <p:txBody>
                    <a:bodyPr rtlCol="0" anchor="ctr"/>
                    <a:lstStyle/>
                    <a:p>
                      <a:endParaRPr lang="en-US" dirty="0"/>
                    </a:p>
                  </p:txBody>
                </p:sp>
                <p:sp>
                  <p:nvSpPr>
                    <p:cNvPr id="178" name="Grafik 13">
                      <a:extLst>
                        <a:ext uri="{FF2B5EF4-FFF2-40B4-BE49-F238E27FC236}">
                          <a16:creationId xmlns:a16="http://schemas.microsoft.com/office/drawing/2014/main" id="{F71650BF-79DC-2DE1-23A1-1BBA11CB4532}"/>
                        </a:ext>
                      </a:extLst>
                    </p:cNvPr>
                    <p:cNvSpPr/>
                    <p:nvPr/>
                  </p:nvSpPr>
                  <p:spPr bwMode="gray">
                    <a:xfrm>
                      <a:off x="8927254" y="4816499"/>
                      <a:ext cx="328504" cy="22693"/>
                    </a:xfrm>
                    <a:custGeom>
                      <a:avLst/>
                      <a:gdLst>
                        <a:gd name="connsiteX0" fmla="*/ 215960 w 231628"/>
                        <a:gd name="connsiteY0" fmla="*/ 16002 h 16001"/>
                        <a:gd name="connsiteX1" fmla="*/ 15435 w 231628"/>
                        <a:gd name="connsiteY1" fmla="*/ 16002 h 16001"/>
                        <a:gd name="connsiteX2" fmla="*/ 4067 w 231628"/>
                        <a:gd name="connsiteY2" fmla="*/ 8734 h 16001"/>
                        <a:gd name="connsiteX3" fmla="*/ 0 w 231628"/>
                        <a:gd name="connsiteY3" fmla="*/ 0 h 16001"/>
                        <a:gd name="connsiteX4" fmla="*/ 231629 w 231628"/>
                        <a:gd name="connsiteY4" fmla="*/ 0 h 16001"/>
                        <a:gd name="connsiteX5" fmla="*/ 227228 w 231628"/>
                        <a:gd name="connsiteY5" fmla="*/ 8968 h 16001"/>
                        <a:gd name="connsiteX6" fmla="*/ 215960 w 231628"/>
                        <a:gd name="connsiteY6" fmla="*/ 16002 h 16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1628" h="16001">
                          <a:moveTo>
                            <a:pt x="215960" y="16002"/>
                          </a:moveTo>
                          <a:lnTo>
                            <a:pt x="15435" y="16002"/>
                          </a:lnTo>
                          <a:cubicBezTo>
                            <a:pt x="10568" y="15992"/>
                            <a:pt x="6134" y="13158"/>
                            <a:pt x="4067" y="8734"/>
                          </a:cubicBezTo>
                          <a:lnTo>
                            <a:pt x="0" y="0"/>
                          </a:lnTo>
                          <a:lnTo>
                            <a:pt x="231629" y="0"/>
                          </a:lnTo>
                          <a:lnTo>
                            <a:pt x="227228" y="8968"/>
                          </a:lnTo>
                          <a:cubicBezTo>
                            <a:pt x="225128" y="13275"/>
                            <a:pt x="220761" y="16005"/>
                            <a:pt x="215960" y="16002"/>
                          </a:cubicBezTo>
                          <a:close/>
                        </a:path>
                      </a:pathLst>
                    </a:custGeom>
                    <a:solidFill>
                      <a:srgbClr val="000000"/>
                    </a:solidFill>
                    <a:ln w="3329" cap="flat">
                      <a:noFill/>
                      <a:prstDash val="solid"/>
                      <a:miter/>
                    </a:ln>
                  </p:spPr>
                  <p:txBody>
                    <a:bodyPr rtlCol="0" anchor="ctr"/>
                    <a:lstStyle/>
                    <a:p>
                      <a:endParaRPr lang="en-US" dirty="0"/>
                    </a:p>
                  </p:txBody>
                </p:sp>
                <p:sp>
                  <p:nvSpPr>
                    <p:cNvPr id="179" name="Grafik 13">
                      <a:extLst>
                        <a:ext uri="{FF2B5EF4-FFF2-40B4-BE49-F238E27FC236}">
                          <a16:creationId xmlns:a16="http://schemas.microsoft.com/office/drawing/2014/main" id="{BDE3FB01-F3F3-3C75-8E3F-FB363C9DCF9C}"/>
                        </a:ext>
                      </a:extLst>
                    </p:cNvPr>
                    <p:cNvSpPr/>
                    <p:nvPr/>
                  </p:nvSpPr>
                  <p:spPr bwMode="gray">
                    <a:xfrm>
                      <a:off x="9216279" y="4634468"/>
                      <a:ext cx="294947" cy="181793"/>
                    </a:xfrm>
                    <a:custGeom>
                      <a:avLst/>
                      <a:gdLst>
                        <a:gd name="connsiteX0" fmla="*/ 164156 w 207967"/>
                        <a:gd name="connsiteY0" fmla="*/ 0 h 128182"/>
                        <a:gd name="connsiteX1" fmla="*/ 207861 w 207967"/>
                        <a:gd name="connsiteY1" fmla="*/ 50706 h 128182"/>
                        <a:gd name="connsiteX2" fmla="*/ 100781 w 207967"/>
                        <a:gd name="connsiteY2" fmla="*/ 128183 h 128182"/>
                        <a:gd name="connsiteX3" fmla="*/ 35 w 207967"/>
                        <a:gd name="connsiteY3" fmla="*/ 128183 h 128182"/>
                        <a:gd name="connsiteX4" fmla="*/ 66177 w 207967"/>
                        <a:gd name="connsiteY4" fmla="*/ 86911 h 128182"/>
                        <a:gd name="connsiteX5" fmla="*/ 109015 w 207967"/>
                        <a:gd name="connsiteY5" fmla="*/ 84577 h 128182"/>
                        <a:gd name="connsiteX6" fmla="*/ 164156 w 207967"/>
                        <a:gd name="connsiteY6" fmla="*/ 0 h 128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967" h="128182">
                          <a:moveTo>
                            <a:pt x="164156" y="0"/>
                          </a:moveTo>
                          <a:cubicBezTo>
                            <a:pt x="187492" y="6667"/>
                            <a:pt x="209694" y="31204"/>
                            <a:pt x="207861" y="50706"/>
                          </a:cubicBezTo>
                          <a:lnTo>
                            <a:pt x="100781" y="128183"/>
                          </a:lnTo>
                          <a:lnTo>
                            <a:pt x="35" y="128183"/>
                          </a:lnTo>
                          <a:cubicBezTo>
                            <a:pt x="35" y="128183"/>
                            <a:pt x="-3699" y="106213"/>
                            <a:pt x="66177" y="86911"/>
                          </a:cubicBezTo>
                          <a:cubicBezTo>
                            <a:pt x="66177" y="86911"/>
                            <a:pt x="84712" y="103580"/>
                            <a:pt x="109015" y="84577"/>
                          </a:cubicBezTo>
                          <a:cubicBezTo>
                            <a:pt x="182158" y="27670"/>
                            <a:pt x="164156" y="0"/>
                            <a:pt x="164156" y="0"/>
                          </a:cubicBezTo>
                          <a:close/>
                        </a:path>
                      </a:pathLst>
                    </a:custGeom>
                    <a:solidFill>
                      <a:srgbClr val="000000"/>
                    </a:solidFill>
                    <a:ln w="3329" cap="flat">
                      <a:noFill/>
                      <a:prstDash val="solid"/>
                      <a:miter/>
                    </a:ln>
                  </p:spPr>
                  <p:txBody>
                    <a:bodyPr rtlCol="0" anchor="ctr"/>
                    <a:lstStyle/>
                    <a:p>
                      <a:endParaRPr lang="en-US" dirty="0"/>
                    </a:p>
                  </p:txBody>
                </p:sp>
                <p:sp>
                  <p:nvSpPr>
                    <p:cNvPr id="180" name="Grafik 13">
                      <a:extLst>
                        <a:ext uri="{FF2B5EF4-FFF2-40B4-BE49-F238E27FC236}">
                          <a16:creationId xmlns:a16="http://schemas.microsoft.com/office/drawing/2014/main" id="{54DCF042-B483-F835-8FF6-B3B331E10E83}"/>
                        </a:ext>
                      </a:extLst>
                    </p:cNvPr>
                    <p:cNvSpPr/>
                    <p:nvPr/>
                  </p:nvSpPr>
                  <p:spPr bwMode="gray">
                    <a:xfrm>
                      <a:off x="9216470" y="4706760"/>
                      <a:ext cx="298365" cy="132432"/>
                    </a:xfrm>
                    <a:custGeom>
                      <a:avLst/>
                      <a:gdLst>
                        <a:gd name="connsiteX0" fmla="*/ 205792 w 210377"/>
                        <a:gd name="connsiteY0" fmla="*/ 22136 h 93378"/>
                        <a:gd name="connsiteX1" fmla="*/ 109680 w 210377"/>
                        <a:gd name="connsiteY1" fmla="*/ 93378 h 93378"/>
                        <a:gd name="connsiteX2" fmla="*/ 15469 w 210377"/>
                        <a:gd name="connsiteY2" fmla="*/ 93378 h 93378"/>
                        <a:gd name="connsiteX3" fmla="*/ 4067 w 210377"/>
                        <a:gd name="connsiteY3" fmla="*/ 86111 h 93378"/>
                        <a:gd name="connsiteX4" fmla="*/ 0 w 210377"/>
                        <a:gd name="connsiteY4" fmla="*/ 77376 h 93378"/>
                        <a:gd name="connsiteX5" fmla="*/ 100746 w 210377"/>
                        <a:gd name="connsiteY5" fmla="*/ 77376 h 93378"/>
                        <a:gd name="connsiteX6" fmla="*/ 207693 w 210377"/>
                        <a:gd name="connsiteY6" fmla="*/ 0 h 93378"/>
                        <a:gd name="connsiteX7" fmla="*/ 210060 w 210377"/>
                        <a:gd name="connsiteY7" fmla="*/ 9668 h 93378"/>
                        <a:gd name="connsiteX8" fmla="*/ 205792 w 210377"/>
                        <a:gd name="connsiteY8" fmla="*/ 22136 h 93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377" h="93378">
                          <a:moveTo>
                            <a:pt x="205792" y="22136"/>
                          </a:moveTo>
                          <a:lnTo>
                            <a:pt x="109680" y="93378"/>
                          </a:lnTo>
                          <a:lnTo>
                            <a:pt x="15469" y="93378"/>
                          </a:lnTo>
                          <a:cubicBezTo>
                            <a:pt x="10568" y="93382"/>
                            <a:pt x="6134" y="90545"/>
                            <a:pt x="4067" y="86111"/>
                          </a:cubicBezTo>
                          <a:lnTo>
                            <a:pt x="0" y="77376"/>
                          </a:lnTo>
                          <a:lnTo>
                            <a:pt x="100746" y="77376"/>
                          </a:lnTo>
                          <a:lnTo>
                            <a:pt x="207693" y="0"/>
                          </a:lnTo>
                          <a:lnTo>
                            <a:pt x="210060" y="9668"/>
                          </a:lnTo>
                          <a:cubicBezTo>
                            <a:pt x="211127" y="14298"/>
                            <a:pt x="209460" y="19122"/>
                            <a:pt x="205792" y="22136"/>
                          </a:cubicBezTo>
                          <a:close/>
                        </a:path>
                      </a:pathLst>
                    </a:custGeom>
                    <a:solidFill>
                      <a:srgbClr val="000000"/>
                    </a:solidFill>
                    <a:ln w="3329" cap="flat">
                      <a:noFill/>
                      <a:prstDash val="solid"/>
                      <a:miter/>
                    </a:ln>
                  </p:spPr>
                  <p:txBody>
                    <a:bodyPr rtlCol="0" anchor="ctr"/>
                    <a:lstStyle/>
                    <a:p>
                      <a:endParaRPr lang="en-US" dirty="0"/>
                    </a:p>
                  </p:txBody>
                </p:sp>
                <p:sp>
                  <p:nvSpPr>
                    <p:cNvPr id="181" name="Grafik 13">
                      <a:extLst>
                        <a:ext uri="{FF2B5EF4-FFF2-40B4-BE49-F238E27FC236}">
                          <a16:creationId xmlns:a16="http://schemas.microsoft.com/office/drawing/2014/main" id="{2EAE8F6E-2D43-CD2B-EF8D-5F623544B973}"/>
                        </a:ext>
                      </a:extLst>
                    </p:cNvPr>
                    <p:cNvSpPr/>
                    <p:nvPr/>
                  </p:nvSpPr>
                  <p:spPr bwMode="gray">
                    <a:xfrm>
                      <a:off x="9420060" y="3522808"/>
                      <a:ext cx="34845" cy="24916"/>
                    </a:xfrm>
                    <a:custGeom>
                      <a:avLst/>
                      <a:gdLst>
                        <a:gd name="connsiteX0" fmla="*/ 0 w 24569"/>
                        <a:gd name="connsiteY0" fmla="*/ 0 h 17568"/>
                        <a:gd name="connsiteX1" fmla="*/ 24570 w 24569"/>
                        <a:gd name="connsiteY1" fmla="*/ 17436 h 17568"/>
                        <a:gd name="connsiteX2" fmla="*/ 13302 w 24569"/>
                        <a:gd name="connsiteY2" fmla="*/ 17436 h 17568"/>
                        <a:gd name="connsiteX3" fmla="*/ 2600 w 24569"/>
                        <a:gd name="connsiteY3" fmla="*/ 10435 h 17568"/>
                      </a:gdLst>
                      <a:ahLst/>
                      <a:cxnLst>
                        <a:cxn ang="0">
                          <a:pos x="connsiteX0" y="connsiteY0"/>
                        </a:cxn>
                        <a:cxn ang="0">
                          <a:pos x="connsiteX1" y="connsiteY1"/>
                        </a:cxn>
                        <a:cxn ang="0">
                          <a:pos x="connsiteX2" y="connsiteY2"/>
                        </a:cxn>
                        <a:cxn ang="0">
                          <a:pos x="connsiteX3" y="connsiteY3"/>
                        </a:cxn>
                      </a:cxnLst>
                      <a:rect l="l" t="t" r="r" b="b"/>
                      <a:pathLst>
                        <a:path w="24569" h="17568">
                          <a:moveTo>
                            <a:pt x="0" y="0"/>
                          </a:moveTo>
                          <a:cubicBezTo>
                            <a:pt x="800" y="0"/>
                            <a:pt x="24570" y="17436"/>
                            <a:pt x="24570" y="17436"/>
                          </a:cubicBezTo>
                          <a:cubicBezTo>
                            <a:pt x="24570" y="17436"/>
                            <a:pt x="13668" y="17736"/>
                            <a:pt x="13302" y="17436"/>
                          </a:cubicBezTo>
                          <a:cubicBezTo>
                            <a:pt x="12935" y="17136"/>
                            <a:pt x="2700" y="10768"/>
                            <a:pt x="2600" y="10435"/>
                          </a:cubicBezTo>
                          <a:close/>
                        </a:path>
                      </a:pathLst>
                    </a:custGeom>
                    <a:solidFill>
                      <a:srgbClr val="8A5942"/>
                    </a:solidFill>
                    <a:ln w="3329" cap="flat">
                      <a:noFill/>
                      <a:prstDash val="solid"/>
                      <a:miter/>
                    </a:ln>
                  </p:spPr>
                  <p:txBody>
                    <a:bodyPr rtlCol="0" anchor="ctr"/>
                    <a:lstStyle/>
                    <a:p>
                      <a:endParaRPr lang="en-US" dirty="0"/>
                    </a:p>
                  </p:txBody>
                </p:sp>
              </p:grpSp>
            </p:grpSp>
            <p:grpSp>
              <p:nvGrpSpPr>
                <p:cNvPr id="15" name="Group 82">
                  <a:extLst>
                    <a:ext uri="{FF2B5EF4-FFF2-40B4-BE49-F238E27FC236}">
                      <a16:creationId xmlns:a16="http://schemas.microsoft.com/office/drawing/2014/main" id="{9A0AA932-3337-DD50-7478-3871205F7D36}"/>
                    </a:ext>
                  </a:extLst>
                </p:cNvPr>
                <p:cNvGrpSpPr/>
                <p:nvPr/>
              </p:nvGrpSpPr>
              <p:grpSpPr bwMode="gray">
                <a:xfrm>
                  <a:off x="5517678" y="2800633"/>
                  <a:ext cx="1300168" cy="2047687"/>
                  <a:chOff x="5066512" y="2792121"/>
                  <a:chExt cx="1300168" cy="2047687"/>
                </a:xfrm>
              </p:grpSpPr>
              <p:sp>
                <p:nvSpPr>
                  <p:cNvPr id="69" name="Grafik 13">
                    <a:extLst>
                      <a:ext uri="{FF2B5EF4-FFF2-40B4-BE49-F238E27FC236}">
                        <a16:creationId xmlns:a16="http://schemas.microsoft.com/office/drawing/2014/main" id="{674AFAF0-99D1-D5BB-9711-E80B34036956}"/>
                      </a:ext>
                    </a:extLst>
                  </p:cNvPr>
                  <p:cNvSpPr/>
                  <p:nvPr/>
                </p:nvSpPr>
                <p:spPr bwMode="gray">
                  <a:xfrm>
                    <a:off x="6058884" y="3840392"/>
                    <a:ext cx="307796" cy="4727"/>
                  </a:xfrm>
                  <a:custGeom>
                    <a:avLst/>
                    <a:gdLst>
                      <a:gd name="connsiteX0" fmla="*/ 0 w 217027"/>
                      <a:gd name="connsiteY0" fmla="*/ 0 h 3333"/>
                      <a:gd name="connsiteX1" fmla="*/ 217027 w 217027"/>
                      <a:gd name="connsiteY1" fmla="*/ 0 h 3333"/>
                    </a:gdLst>
                    <a:ahLst/>
                    <a:cxnLst>
                      <a:cxn ang="0">
                        <a:pos x="connsiteX0" y="connsiteY0"/>
                      </a:cxn>
                      <a:cxn ang="0">
                        <a:pos x="connsiteX1" y="connsiteY1"/>
                      </a:cxn>
                    </a:cxnLst>
                    <a:rect l="l" t="t" r="r" b="b"/>
                    <a:pathLst>
                      <a:path w="217027" h="3333">
                        <a:moveTo>
                          <a:pt x="0" y="0"/>
                        </a:moveTo>
                        <a:lnTo>
                          <a:pt x="217027" y="0"/>
                        </a:lnTo>
                      </a:path>
                    </a:pathLst>
                  </a:custGeom>
                  <a:ln w="12585" cap="flat">
                    <a:solidFill>
                      <a:srgbClr val="E6E7E8"/>
                    </a:solidFill>
                    <a:prstDash val="solid"/>
                    <a:miter/>
                  </a:ln>
                </p:spPr>
                <p:txBody>
                  <a:bodyPr rtlCol="0" anchor="ctr"/>
                  <a:lstStyle/>
                  <a:p>
                    <a:endParaRPr lang="en-US" dirty="0"/>
                  </a:p>
                </p:txBody>
              </p:sp>
              <p:sp>
                <p:nvSpPr>
                  <p:cNvPr id="70" name="Grafik 13">
                    <a:extLst>
                      <a:ext uri="{FF2B5EF4-FFF2-40B4-BE49-F238E27FC236}">
                        <a16:creationId xmlns:a16="http://schemas.microsoft.com/office/drawing/2014/main" id="{E7C6E9DC-30E3-64B4-4FB8-45E937FF527C}"/>
                      </a:ext>
                    </a:extLst>
                  </p:cNvPr>
                  <p:cNvSpPr/>
                  <p:nvPr/>
                </p:nvSpPr>
                <p:spPr bwMode="gray">
                  <a:xfrm>
                    <a:off x="6032797" y="3700021"/>
                    <a:ext cx="101566" cy="56422"/>
                  </a:xfrm>
                  <a:custGeom>
                    <a:avLst/>
                    <a:gdLst>
                      <a:gd name="connsiteX0" fmla="*/ 525 w 71614"/>
                      <a:gd name="connsiteY0" fmla="*/ 28900 h 39783"/>
                      <a:gd name="connsiteX1" fmla="*/ 49698 w 71614"/>
                      <a:gd name="connsiteY1" fmla="*/ 33067 h 39783"/>
                      <a:gd name="connsiteX2" fmla="*/ 71601 w 71614"/>
                      <a:gd name="connsiteY2" fmla="*/ 16665 h 39783"/>
                      <a:gd name="connsiteX3" fmla="*/ 61233 w 71614"/>
                      <a:gd name="connsiteY3" fmla="*/ 997 h 39783"/>
                      <a:gd name="connsiteX4" fmla="*/ 525 w 71614"/>
                      <a:gd name="connsiteY4" fmla="*/ 28900 h 39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614" h="39783">
                        <a:moveTo>
                          <a:pt x="525" y="28900"/>
                        </a:moveTo>
                        <a:cubicBezTo>
                          <a:pt x="-4409" y="35234"/>
                          <a:pt x="26462" y="47436"/>
                          <a:pt x="49698" y="33067"/>
                        </a:cubicBezTo>
                        <a:cubicBezTo>
                          <a:pt x="72934" y="18699"/>
                          <a:pt x="71601" y="16665"/>
                          <a:pt x="71601" y="16665"/>
                        </a:cubicBezTo>
                        <a:cubicBezTo>
                          <a:pt x="71601" y="16665"/>
                          <a:pt x="69634" y="4797"/>
                          <a:pt x="61233" y="997"/>
                        </a:cubicBezTo>
                        <a:cubicBezTo>
                          <a:pt x="52832" y="-2804"/>
                          <a:pt x="20161" y="3797"/>
                          <a:pt x="525" y="28900"/>
                        </a:cubicBezTo>
                        <a:close/>
                      </a:path>
                    </a:pathLst>
                  </a:custGeom>
                  <a:solidFill>
                    <a:srgbClr val="8A5942"/>
                  </a:solidFill>
                  <a:ln w="3329" cap="flat">
                    <a:noFill/>
                    <a:prstDash val="solid"/>
                    <a:miter/>
                  </a:ln>
                </p:spPr>
                <p:txBody>
                  <a:bodyPr rtlCol="0" anchor="ctr"/>
                  <a:lstStyle/>
                  <a:p>
                    <a:endParaRPr lang="en-US" dirty="0"/>
                  </a:p>
                </p:txBody>
              </p:sp>
              <p:sp>
                <p:nvSpPr>
                  <p:cNvPr id="71" name="Grafik 13">
                    <a:extLst>
                      <a:ext uri="{FF2B5EF4-FFF2-40B4-BE49-F238E27FC236}">
                        <a16:creationId xmlns:a16="http://schemas.microsoft.com/office/drawing/2014/main" id="{86CC384D-0398-D51F-D657-5DB0C69E25E1}"/>
                      </a:ext>
                    </a:extLst>
                  </p:cNvPr>
                  <p:cNvSpPr/>
                  <p:nvPr/>
                </p:nvSpPr>
                <p:spPr bwMode="gray">
                  <a:xfrm>
                    <a:off x="5916177" y="3752639"/>
                    <a:ext cx="90572" cy="53522"/>
                  </a:xfrm>
                  <a:custGeom>
                    <a:avLst/>
                    <a:gdLst>
                      <a:gd name="connsiteX0" fmla="*/ 18113 w 63862"/>
                      <a:gd name="connsiteY0" fmla="*/ 37738 h 37738"/>
                      <a:gd name="connsiteX1" fmla="*/ 62619 w 63862"/>
                      <a:gd name="connsiteY1" fmla="*/ 25937 h 37738"/>
                      <a:gd name="connsiteX2" fmla="*/ 58518 w 63862"/>
                      <a:gd name="connsiteY2" fmla="*/ 3567 h 37738"/>
                      <a:gd name="connsiteX3" fmla="*/ 10179 w 63862"/>
                      <a:gd name="connsiteY3" fmla="*/ 0 h 37738"/>
                      <a:gd name="connsiteX4" fmla="*/ 177 w 63862"/>
                      <a:gd name="connsiteY4" fmla="*/ 16402 h 37738"/>
                      <a:gd name="connsiteX5" fmla="*/ 18113 w 63862"/>
                      <a:gd name="connsiteY5" fmla="*/ 37738 h 3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862" h="37738">
                        <a:moveTo>
                          <a:pt x="18113" y="37738"/>
                        </a:moveTo>
                        <a:cubicBezTo>
                          <a:pt x="43616" y="35804"/>
                          <a:pt x="60718" y="33237"/>
                          <a:pt x="62619" y="25937"/>
                        </a:cubicBezTo>
                        <a:cubicBezTo>
                          <a:pt x="64519" y="18636"/>
                          <a:pt x="64986" y="6601"/>
                          <a:pt x="58518" y="3567"/>
                        </a:cubicBezTo>
                        <a:cubicBezTo>
                          <a:pt x="52051" y="533"/>
                          <a:pt x="10179" y="0"/>
                          <a:pt x="10179" y="0"/>
                        </a:cubicBezTo>
                        <a:cubicBezTo>
                          <a:pt x="4401" y="3540"/>
                          <a:pt x="681" y="9645"/>
                          <a:pt x="177" y="16402"/>
                        </a:cubicBezTo>
                        <a:cubicBezTo>
                          <a:pt x="-2089" y="36771"/>
                          <a:pt x="18113" y="37738"/>
                          <a:pt x="18113" y="37738"/>
                        </a:cubicBezTo>
                        <a:close/>
                      </a:path>
                    </a:pathLst>
                  </a:custGeom>
                  <a:solidFill>
                    <a:srgbClr val="C09066"/>
                  </a:solidFill>
                  <a:ln w="3329" cap="flat">
                    <a:noFill/>
                    <a:prstDash val="solid"/>
                    <a:miter/>
                  </a:ln>
                </p:spPr>
                <p:txBody>
                  <a:bodyPr rtlCol="0" anchor="ctr"/>
                  <a:lstStyle/>
                  <a:p>
                    <a:endParaRPr lang="en-US" dirty="0"/>
                  </a:p>
                </p:txBody>
              </p:sp>
              <p:sp>
                <p:nvSpPr>
                  <p:cNvPr id="72" name="Grafik 13">
                    <a:extLst>
                      <a:ext uri="{FF2B5EF4-FFF2-40B4-BE49-F238E27FC236}">
                        <a16:creationId xmlns:a16="http://schemas.microsoft.com/office/drawing/2014/main" id="{5420D86D-5E29-745A-32E8-856BB2D9FA38}"/>
                      </a:ext>
                    </a:extLst>
                  </p:cNvPr>
                  <p:cNvSpPr/>
                  <p:nvPr/>
                </p:nvSpPr>
                <p:spPr bwMode="gray">
                  <a:xfrm>
                    <a:off x="6108576" y="3704460"/>
                    <a:ext cx="40140" cy="69596"/>
                  </a:xfrm>
                  <a:custGeom>
                    <a:avLst/>
                    <a:gdLst>
                      <a:gd name="connsiteX0" fmla="*/ 28304 w 28303"/>
                      <a:gd name="connsiteY0" fmla="*/ 48839 h 49072"/>
                      <a:gd name="connsiteX1" fmla="*/ 7968 w 28303"/>
                      <a:gd name="connsiteY1" fmla="*/ 34138 h 49072"/>
                      <a:gd name="connsiteX2" fmla="*/ 0 w 28303"/>
                      <a:gd name="connsiteY2" fmla="*/ 0 h 49072"/>
                      <a:gd name="connsiteX3" fmla="*/ 20203 w 28303"/>
                      <a:gd name="connsiteY3" fmla="*/ 9001 h 49072"/>
                      <a:gd name="connsiteX4" fmla="*/ 28304 w 28303"/>
                      <a:gd name="connsiteY4" fmla="*/ 48839 h 490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03" h="49072">
                        <a:moveTo>
                          <a:pt x="28304" y="48839"/>
                        </a:moveTo>
                        <a:cubicBezTo>
                          <a:pt x="21436" y="49706"/>
                          <a:pt x="12202" y="48839"/>
                          <a:pt x="7968" y="34138"/>
                        </a:cubicBezTo>
                        <a:cubicBezTo>
                          <a:pt x="3734" y="19436"/>
                          <a:pt x="0" y="0"/>
                          <a:pt x="0" y="0"/>
                        </a:cubicBezTo>
                        <a:cubicBezTo>
                          <a:pt x="0" y="0"/>
                          <a:pt x="17869" y="1567"/>
                          <a:pt x="20203" y="9001"/>
                        </a:cubicBezTo>
                        <a:cubicBezTo>
                          <a:pt x="22536" y="16435"/>
                          <a:pt x="28304" y="48839"/>
                          <a:pt x="28304" y="48839"/>
                        </a:cubicBezTo>
                        <a:close/>
                      </a:path>
                    </a:pathLst>
                  </a:custGeom>
                  <a:solidFill>
                    <a:srgbClr val="8A5942"/>
                  </a:solidFill>
                  <a:ln w="3329" cap="flat">
                    <a:noFill/>
                    <a:prstDash val="solid"/>
                    <a:miter/>
                  </a:ln>
                </p:spPr>
                <p:txBody>
                  <a:bodyPr rtlCol="0" anchor="ctr"/>
                  <a:lstStyle/>
                  <a:p>
                    <a:endParaRPr lang="en-US" dirty="0"/>
                  </a:p>
                </p:txBody>
              </p:sp>
              <p:sp>
                <p:nvSpPr>
                  <p:cNvPr id="73" name="Grafik 13">
                    <a:extLst>
                      <a:ext uri="{FF2B5EF4-FFF2-40B4-BE49-F238E27FC236}">
                        <a16:creationId xmlns:a16="http://schemas.microsoft.com/office/drawing/2014/main" id="{508931A3-EF0F-D1B8-849F-EF34F5CBDCF6}"/>
                      </a:ext>
                    </a:extLst>
                  </p:cNvPr>
                  <p:cNvSpPr/>
                  <p:nvPr/>
                </p:nvSpPr>
                <p:spPr bwMode="gray">
                  <a:xfrm>
                    <a:off x="6086023" y="3702522"/>
                    <a:ext cx="40187" cy="69722"/>
                  </a:xfrm>
                  <a:custGeom>
                    <a:avLst/>
                    <a:gdLst>
                      <a:gd name="connsiteX0" fmla="*/ 28337 w 28336"/>
                      <a:gd name="connsiteY0" fmla="*/ 48939 h 49161"/>
                      <a:gd name="connsiteX1" fmla="*/ 8001 w 28336"/>
                      <a:gd name="connsiteY1" fmla="*/ 34238 h 49161"/>
                      <a:gd name="connsiteX2" fmla="*/ 0 w 28336"/>
                      <a:gd name="connsiteY2" fmla="*/ 0 h 49161"/>
                      <a:gd name="connsiteX3" fmla="*/ 20203 w 28336"/>
                      <a:gd name="connsiteY3" fmla="*/ 9001 h 49161"/>
                      <a:gd name="connsiteX4" fmla="*/ 28337 w 28336"/>
                      <a:gd name="connsiteY4" fmla="*/ 48939 h 49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36" h="49161">
                        <a:moveTo>
                          <a:pt x="28337" y="48939"/>
                        </a:moveTo>
                        <a:cubicBezTo>
                          <a:pt x="21436" y="49773"/>
                          <a:pt x="12202" y="48939"/>
                          <a:pt x="8001" y="34238"/>
                        </a:cubicBezTo>
                        <a:cubicBezTo>
                          <a:pt x="3801" y="19536"/>
                          <a:pt x="0" y="0"/>
                          <a:pt x="0" y="0"/>
                        </a:cubicBezTo>
                        <a:cubicBezTo>
                          <a:pt x="0" y="0"/>
                          <a:pt x="17869" y="1567"/>
                          <a:pt x="20203" y="9001"/>
                        </a:cubicBezTo>
                        <a:cubicBezTo>
                          <a:pt x="22536" y="16435"/>
                          <a:pt x="28337" y="48939"/>
                          <a:pt x="28337" y="48939"/>
                        </a:cubicBezTo>
                        <a:close/>
                      </a:path>
                    </a:pathLst>
                  </a:custGeom>
                  <a:solidFill>
                    <a:srgbClr val="8A5942"/>
                  </a:solidFill>
                  <a:ln w="3329" cap="flat">
                    <a:noFill/>
                    <a:prstDash val="solid"/>
                    <a:miter/>
                  </a:ln>
                </p:spPr>
                <p:txBody>
                  <a:bodyPr rtlCol="0" anchor="ctr"/>
                  <a:lstStyle/>
                  <a:p>
                    <a:endParaRPr lang="en-US" dirty="0"/>
                  </a:p>
                </p:txBody>
              </p:sp>
              <p:sp>
                <p:nvSpPr>
                  <p:cNvPr id="74" name="Grafik 13">
                    <a:extLst>
                      <a:ext uri="{FF2B5EF4-FFF2-40B4-BE49-F238E27FC236}">
                        <a16:creationId xmlns:a16="http://schemas.microsoft.com/office/drawing/2014/main" id="{63C09AB1-942C-2526-AC30-5423DEE14BE5}"/>
                      </a:ext>
                    </a:extLst>
                  </p:cNvPr>
                  <p:cNvSpPr/>
                  <p:nvPr/>
                </p:nvSpPr>
                <p:spPr bwMode="gray">
                  <a:xfrm>
                    <a:off x="5954625" y="3684477"/>
                    <a:ext cx="228985" cy="92265"/>
                  </a:xfrm>
                  <a:custGeom>
                    <a:avLst/>
                    <a:gdLst>
                      <a:gd name="connsiteX0" fmla="*/ 3804 w 161457"/>
                      <a:gd name="connsiteY0" fmla="*/ 63896 h 65056"/>
                      <a:gd name="connsiteX1" fmla="*/ 2901 w 161457"/>
                      <a:gd name="connsiteY1" fmla="*/ 47797 h 65056"/>
                      <a:gd name="connsiteX2" fmla="*/ 5304 w 161457"/>
                      <a:gd name="connsiteY2" fmla="*/ 45760 h 65056"/>
                      <a:gd name="connsiteX3" fmla="*/ 79047 w 161457"/>
                      <a:gd name="connsiteY3" fmla="*/ 388 h 65056"/>
                      <a:gd name="connsiteX4" fmla="*/ 118118 w 161457"/>
                      <a:gd name="connsiteY4" fmla="*/ 5488 h 65056"/>
                      <a:gd name="connsiteX5" fmla="*/ 134787 w 161457"/>
                      <a:gd name="connsiteY5" fmla="*/ 14423 h 65056"/>
                      <a:gd name="connsiteX6" fmla="*/ 161457 w 161457"/>
                      <a:gd name="connsiteY6" fmla="*/ 43293 h 65056"/>
                      <a:gd name="connsiteX7" fmla="*/ 146888 w 161457"/>
                      <a:gd name="connsiteY7" fmla="*/ 47027 h 65056"/>
                      <a:gd name="connsiteX8" fmla="*/ 111851 w 161457"/>
                      <a:gd name="connsiteY8" fmla="*/ 23691 h 65056"/>
                      <a:gd name="connsiteX9" fmla="*/ 91848 w 161457"/>
                      <a:gd name="connsiteY9" fmla="*/ 28091 h 65056"/>
                      <a:gd name="connsiteX10" fmla="*/ 63311 w 161457"/>
                      <a:gd name="connsiteY10" fmla="*/ 47327 h 65056"/>
                      <a:gd name="connsiteX11" fmla="*/ 4004 w 161457"/>
                      <a:gd name="connsiteY11" fmla="*/ 63996 h 65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1457" h="65056">
                        <a:moveTo>
                          <a:pt x="3804" y="63896"/>
                        </a:moveTo>
                        <a:cubicBezTo>
                          <a:pt x="-890" y="59698"/>
                          <a:pt x="-1297" y="52491"/>
                          <a:pt x="2901" y="47797"/>
                        </a:cubicBezTo>
                        <a:cubicBezTo>
                          <a:pt x="3604" y="47010"/>
                          <a:pt x="4411" y="46324"/>
                          <a:pt x="5304" y="45760"/>
                        </a:cubicBezTo>
                        <a:cubicBezTo>
                          <a:pt x="31807" y="32125"/>
                          <a:pt x="75713" y="2221"/>
                          <a:pt x="79047" y="388"/>
                        </a:cubicBezTo>
                        <a:cubicBezTo>
                          <a:pt x="82381" y="-1446"/>
                          <a:pt x="109051" y="3722"/>
                          <a:pt x="118118" y="5488"/>
                        </a:cubicBezTo>
                        <a:cubicBezTo>
                          <a:pt x="127186" y="7255"/>
                          <a:pt x="129320" y="7989"/>
                          <a:pt x="134787" y="14423"/>
                        </a:cubicBezTo>
                        <a:cubicBezTo>
                          <a:pt x="141455" y="22590"/>
                          <a:pt x="161457" y="43293"/>
                          <a:pt x="161457" y="43293"/>
                        </a:cubicBezTo>
                        <a:cubicBezTo>
                          <a:pt x="157657" y="47124"/>
                          <a:pt x="152062" y="48557"/>
                          <a:pt x="146888" y="47027"/>
                        </a:cubicBezTo>
                        <a:cubicBezTo>
                          <a:pt x="136887" y="44960"/>
                          <a:pt x="111851" y="23691"/>
                          <a:pt x="111851" y="23691"/>
                        </a:cubicBezTo>
                        <a:cubicBezTo>
                          <a:pt x="104920" y="23474"/>
                          <a:pt x="98046" y="24988"/>
                          <a:pt x="91848" y="28091"/>
                        </a:cubicBezTo>
                        <a:cubicBezTo>
                          <a:pt x="81247" y="33359"/>
                          <a:pt x="69612" y="44527"/>
                          <a:pt x="63311" y="47327"/>
                        </a:cubicBezTo>
                        <a:cubicBezTo>
                          <a:pt x="50810" y="52894"/>
                          <a:pt x="10938" y="69363"/>
                          <a:pt x="4004" y="63996"/>
                        </a:cubicBezTo>
                        <a:close/>
                      </a:path>
                    </a:pathLst>
                  </a:custGeom>
                  <a:solidFill>
                    <a:srgbClr val="C09066"/>
                  </a:solidFill>
                  <a:ln w="3329" cap="flat">
                    <a:noFill/>
                    <a:prstDash val="solid"/>
                    <a:miter/>
                  </a:ln>
                </p:spPr>
                <p:txBody>
                  <a:bodyPr rtlCol="0" anchor="ctr"/>
                  <a:lstStyle/>
                  <a:p>
                    <a:endParaRPr lang="en-US" dirty="0"/>
                  </a:p>
                </p:txBody>
              </p:sp>
              <p:sp>
                <p:nvSpPr>
                  <p:cNvPr id="75" name="Grafik 13">
                    <a:extLst>
                      <a:ext uri="{FF2B5EF4-FFF2-40B4-BE49-F238E27FC236}">
                        <a16:creationId xmlns:a16="http://schemas.microsoft.com/office/drawing/2014/main" id="{0F6534D6-0752-6B63-4F01-28F8C0E94CE9}"/>
                      </a:ext>
                    </a:extLst>
                  </p:cNvPr>
                  <p:cNvSpPr/>
                  <p:nvPr/>
                </p:nvSpPr>
                <p:spPr bwMode="gray">
                  <a:xfrm>
                    <a:off x="5982573" y="3633775"/>
                    <a:ext cx="216514" cy="141084"/>
                  </a:xfrm>
                  <a:custGeom>
                    <a:avLst/>
                    <a:gdLst>
                      <a:gd name="connsiteX0" fmla="*/ 6267 w 152664"/>
                      <a:gd name="connsiteY0" fmla="*/ 0 h 99478"/>
                      <a:gd name="connsiteX1" fmla="*/ 0 w 152664"/>
                      <a:gd name="connsiteY1" fmla="*/ 10701 h 99478"/>
                      <a:gd name="connsiteX2" fmla="*/ 131183 w 152664"/>
                      <a:gd name="connsiteY2" fmla="*/ 91245 h 99478"/>
                      <a:gd name="connsiteX3" fmla="*/ 150986 w 152664"/>
                      <a:gd name="connsiteY3" fmla="*/ 99379 h 99478"/>
                      <a:gd name="connsiteX4" fmla="*/ 152566 w 152664"/>
                      <a:gd name="connsiteY4" fmla="*/ 98756 h 99478"/>
                      <a:gd name="connsiteX5" fmla="*/ 152219 w 152664"/>
                      <a:gd name="connsiteY5" fmla="*/ 97346 h 99478"/>
                      <a:gd name="connsiteX6" fmla="*/ 136284 w 152664"/>
                      <a:gd name="connsiteY6" fmla="*/ 83177 h 99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2664" h="99478">
                        <a:moveTo>
                          <a:pt x="6267" y="0"/>
                        </a:moveTo>
                        <a:lnTo>
                          <a:pt x="0" y="10701"/>
                        </a:lnTo>
                        <a:lnTo>
                          <a:pt x="131183" y="91245"/>
                        </a:lnTo>
                        <a:lnTo>
                          <a:pt x="150986" y="99379"/>
                        </a:lnTo>
                        <a:cubicBezTo>
                          <a:pt x="151592" y="99642"/>
                          <a:pt x="152299" y="99366"/>
                          <a:pt x="152566" y="98756"/>
                        </a:cubicBezTo>
                        <a:cubicBezTo>
                          <a:pt x="152779" y="98262"/>
                          <a:pt x="152639" y="97686"/>
                          <a:pt x="152219" y="97346"/>
                        </a:cubicBezTo>
                        <a:lnTo>
                          <a:pt x="136284" y="83177"/>
                        </a:lnTo>
                        <a:close/>
                      </a:path>
                    </a:pathLst>
                  </a:custGeom>
                  <a:solidFill>
                    <a:srgbClr val="FFFFFF"/>
                  </a:solidFill>
                  <a:ln w="3329" cap="flat">
                    <a:noFill/>
                    <a:prstDash val="solid"/>
                    <a:miter/>
                  </a:ln>
                </p:spPr>
                <p:txBody>
                  <a:bodyPr rtlCol="0" anchor="ctr"/>
                  <a:lstStyle/>
                  <a:p>
                    <a:endParaRPr lang="en-US" dirty="0"/>
                  </a:p>
                </p:txBody>
              </p:sp>
              <p:sp>
                <p:nvSpPr>
                  <p:cNvPr id="76" name="Grafik 13">
                    <a:extLst>
                      <a:ext uri="{FF2B5EF4-FFF2-40B4-BE49-F238E27FC236}">
                        <a16:creationId xmlns:a16="http://schemas.microsoft.com/office/drawing/2014/main" id="{E0E9D445-B042-B516-2EBE-EF8DD1AE6567}"/>
                      </a:ext>
                    </a:extLst>
                  </p:cNvPr>
                  <p:cNvSpPr/>
                  <p:nvPr/>
                </p:nvSpPr>
                <p:spPr bwMode="gray">
                  <a:xfrm>
                    <a:off x="5966413" y="3728119"/>
                    <a:ext cx="186938" cy="73435"/>
                  </a:xfrm>
                  <a:custGeom>
                    <a:avLst/>
                    <a:gdLst>
                      <a:gd name="connsiteX0" fmla="*/ 3893 w 131810"/>
                      <a:gd name="connsiteY0" fmla="*/ 50593 h 51779"/>
                      <a:gd name="connsiteX1" fmla="*/ 56633 w 131810"/>
                      <a:gd name="connsiteY1" fmla="*/ 47559 h 51779"/>
                      <a:gd name="connsiteX2" fmla="*/ 119075 w 131810"/>
                      <a:gd name="connsiteY2" fmla="*/ 21890 h 51779"/>
                      <a:gd name="connsiteX3" fmla="*/ 130909 w 131810"/>
                      <a:gd name="connsiteY3" fmla="*/ 6621 h 51779"/>
                      <a:gd name="connsiteX4" fmla="*/ 112807 w 131810"/>
                      <a:gd name="connsiteY4" fmla="*/ 1554 h 51779"/>
                      <a:gd name="connsiteX5" fmla="*/ 79736 w 131810"/>
                      <a:gd name="connsiteY5" fmla="*/ 12322 h 51779"/>
                      <a:gd name="connsiteX6" fmla="*/ 50999 w 131810"/>
                      <a:gd name="connsiteY6" fmla="*/ 4554 h 51779"/>
                      <a:gd name="connsiteX7" fmla="*/ 9361 w 131810"/>
                      <a:gd name="connsiteY7" fmla="*/ 15022 h 51779"/>
                      <a:gd name="connsiteX8" fmla="*/ 3893 w 131810"/>
                      <a:gd name="connsiteY8" fmla="*/ 50593 h 51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810" h="51779">
                        <a:moveTo>
                          <a:pt x="3893" y="50593"/>
                        </a:moveTo>
                        <a:cubicBezTo>
                          <a:pt x="3893" y="50593"/>
                          <a:pt x="42998" y="54727"/>
                          <a:pt x="56633" y="47559"/>
                        </a:cubicBezTo>
                        <a:cubicBezTo>
                          <a:pt x="70268" y="40392"/>
                          <a:pt x="109140" y="26423"/>
                          <a:pt x="119075" y="21890"/>
                        </a:cubicBezTo>
                        <a:cubicBezTo>
                          <a:pt x="129009" y="17356"/>
                          <a:pt x="133976" y="14022"/>
                          <a:pt x="130909" y="6621"/>
                        </a:cubicBezTo>
                        <a:cubicBezTo>
                          <a:pt x="127842" y="-780"/>
                          <a:pt x="120008" y="-1180"/>
                          <a:pt x="112807" y="1554"/>
                        </a:cubicBezTo>
                        <a:cubicBezTo>
                          <a:pt x="105606" y="4287"/>
                          <a:pt x="81303" y="12155"/>
                          <a:pt x="79736" y="12322"/>
                        </a:cubicBezTo>
                        <a:cubicBezTo>
                          <a:pt x="78169" y="12488"/>
                          <a:pt x="56133" y="5287"/>
                          <a:pt x="50999" y="4554"/>
                        </a:cubicBezTo>
                        <a:cubicBezTo>
                          <a:pt x="36358" y="3481"/>
                          <a:pt x="21756" y="7151"/>
                          <a:pt x="9361" y="15022"/>
                        </a:cubicBezTo>
                        <a:cubicBezTo>
                          <a:pt x="-7808" y="26257"/>
                          <a:pt x="3893" y="50593"/>
                          <a:pt x="3893" y="50593"/>
                        </a:cubicBezTo>
                        <a:close/>
                      </a:path>
                    </a:pathLst>
                  </a:custGeom>
                  <a:solidFill>
                    <a:srgbClr val="C09066"/>
                  </a:solidFill>
                  <a:ln w="3329" cap="flat">
                    <a:noFill/>
                    <a:prstDash val="solid"/>
                    <a:miter/>
                  </a:ln>
                </p:spPr>
                <p:txBody>
                  <a:bodyPr rtlCol="0" anchor="ctr"/>
                  <a:lstStyle/>
                  <a:p>
                    <a:endParaRPr lang="en-US" dirty="0"/>
                  </a:p>
                </p:txBody>
              </p:sp>
              <p:sp>
                <p:nvSpPr>
                  <p:cNvPr id="77" name="Grafik 13">
                    <a:extLst>
                      <a:ext uri="{FF2B5EF4-FFF2-40B4-BE49-F238E27FC236}">
                        <a16:creationId xmlns:a16="http://schemas.microsoft.com/office/drawing/2014/main" id="{FB416D14-26B6-D111-7AEE-AF18F699336D}"/>
                      </a:ext>
                    </a:extLst>
                  </p:cNvPr>
                  <p:cNvSpPr/>
                  <p:nvPr/>
                </p:nvSpPr>
                <p:spPr bwMode="gray">
                  <a:xfrm>
                    <a:off x="5282727" y="3382480"/>
                    <a:ext cx="204062" cy="204062"/>
                  </a:xfrm>
                  <a:custGeom>
                    <a:avLst/>
                    <a:gdLst>
                      <a:gd name="connsiteX0" fmla="*/ 143885 w 143884"/>
                      <a:gd name="connsiteY0" fmla="*/ 71942 h 143884"/>
                      <a:gd name="connsiteX1" fmla="*/ 71942 w 143884"/>
                      <a:gd name="connsiteY1" fmla="*/ 143885 h 143884"/>
                      <a:gd name="connsiteX2" fmla="*/ 0 w 143884"/>
                      <a:gd name="connsiteY2" fmla="*/ 71942 h 143884"/>
                      <a:gd name="connsiteX3" fmla="*/ 71942 w 143884"/>
                      <a:gd name="connsiteY3" fmla="*/ 0 h 143884"/>
                      <a:gd name="connsiteX4" fmla="*/ 143885 w 143884"/>
                      <a:gd name="connsiteY4" fmla="*/ 71942 h 143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884" h="143884">
                        <a:moveTo>
                          <a:pt x="143885" y="71942"/>
                        </a:moveTo>
                        <a:cubicBezTo>
                          <a:pt x="143885" y="111675"/>
                          <a:pt x="111675" y="143885"/>
                          <a:pt x="71942" y="143885"/>
                        </a:cubicBezTo>
                        <a:cubicBezTo>
                          <a:pt x="32210" y="143885"/>
                          <a:pt x="0" y="111675"/>
                          <a:pt x="0" y="71942"/>
                        </a:cubicBezTo>
                        <a:cubicBezTo>
                          <a:pt x="0" y="32210"/>
                          <a:pt x="32210" y="0"/>
                          <a:pt x="71942" y="0"/>
                        </a:cubicBezTo>
                        <a:cubicBezTo>
                          <a:pt x="111675" y="0"/>
                          <a:pt x="143885" y="32210"/>
                          <a:pt x="143885" y="71942"/>
                        </a:cubicBezTo>
                        <a:close/>
                      </a:path>
                    </a:pathLst>
                  </a:custGeom>
                  <a:solidFill>
                    <a:srgbClr val="E6E6E6"/>
                  </a:solidFill>
                  <a:ln w="3329" cap="flat">
                    <a:noFill/>
                    <a:prstDash val="solid"/>
                    <a:miter/>
                  </a:ln>
                </p:spPr>
                <p:txBody>
                  <a:bodyPr rtlCol="0" anchor="ctr"/>
                  <a:lstStyle/>
                  <a:p>
                    <a:endParaRPr lang="en-US" dirty="0"/>
                  </a:p>
                </p:txBody>
              </p:sp>
              <p:sp>
                <p:nvSpPr>
                  <p:cNvPr id="78" name="Grafik 13">
                    <a:extLst>
                      <a:ext uri="{FF2B5EF4-FFF2-40B4-BE49-F238E27FC236}">
                        <a16:creationId xmlns:a16="http://schemas.microsoft.com/office/drawing/2014/main" id="{F82FD90F-036D-4C89-4057-E2F7582D6C25}"/>
                      </a:ext>
                    </a:extLst>
                  </p:cNvPr>
                  <p:cNvSpPr/>
                  <p:nvPr/>
                </p:nvSpPr>
                <p:spPr bwMode="gray">
                  <a:xfrm>
                    <a:off x="5477948" y="3652073"/>
                    <a:ext cx="184110" cy="184110"/>
                  </a:xfrm>
                  <a:custGeom>
                    <a:avLst/>
                    <a:gdLst>
                      <a:gd name="connsiteX0" fmla="*/ 129816 w 129816"/>
                      <a:gd name="connsiteY0" fmla="*/ 64908 h 129816"/>
                      <a:gd name="connsiteX1" fmla="*/ 64908 w 129816"/>
                      <a:gd name="connsiteY1" fmla="*/ 129816 h 129816"/>
                      <a:gd name="connsiteX2" fmla="*/ 0 w 129816"/>
                      <a:gd name="connsiteY2" fmla="*/ 64908 h 129816"/>
                      <a:gd name="connsiteX3" fmla="*/ 64908 w 129816"/>
                      <a:gd name="connsiteY3" fmla="*/ 0 h 129816"/>
                      <a:gd name="connsiteX4" fmla="*/ 129816 w 129816"/>
                      <a:gd name="connsiteY4" fmla="*/ 64908 h 129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816" h="129816">
                        <a:moveTo>
                          <a:pt x="129816" y="64908"/>
                        </a:moveTo>
                        <a:cubicBezTo>
                          <a:pt x="129816" y="100756"/>
                          <a:pt x="100756" y="129816"/>
                          <a:pt x="64908" y="129816"/>
                        </a:cubicBezTo>
                        <a:cubicBezTo>
                          <a:pt x="29060" y="129816"/>
                          <a:pt x="0" y="100756"/>
                          <a:pt x="0" y="64908"/>
                        </a:cubicBezTo>
                        <a:cubicBezTo>
                          <a:pt x="0" y="29060"/>
                          <a:pt x="29060" y="0"/>
                          <a:pt x="64908" y="0"/>
                        </a:cubicBezTo>
                        <a:cubicBezTo>
                          <a:pt x="100756" y="0"/>
                          <a:pt x="129816" y="29060"/>
                          <a:pt x="129816" y="64908"/>
                        </a:cubicBezTo>
                        <a:close/>
                      </a:path>
                    </a:pathLst>
                  </a:custGeom>
                  <a:solidFill>
                    <a:srgbClr val="E6E6E6"/>
                  </a:solidFill>
                  <a:ln w="3329" cap="flat">
                    <a:noFill/>
                    <a:prstDash val="solid"/>
                    <a:miter/>
                  </a:ln>
                </p:spPr>
                <p:txBody>
                  <a:bodyPr rtlCol="0" anchor="ctr"/>
                  <a:lstStyle/>
                  <a:p>
                    <a:endParaRPr lang="en-US" dirty="0"/>
                  </a:p>
                </p:txBody>
              </p:sp>
              <p:sp>
                <p:nvSpPr>
                  <p:cNvPr id="79" name="Grafik 13">
                    <a:extLst>
                      <a:ext uri="{FF2B5EF4-FFF2-40B4-BE49-F238E27FC236}">
                        <a16:creationId xmlns:a16="http://schemas.microsoft.com/office/drawing/2014/main" id="{209ACFA3-B611-5AA2-277B-09247BEE2CB9}"/>
                      </a:ext>
                    </a:extLst>
                  </p:cNvPr>
                  <p:cNvSpPr/>
                  <p:nvPr/>
                </p:nvSpPr>
                <p:spPr bwMode="gray">
                  <a:xfrm>
                    <a:off x="5605888" y="3678597"/>
                    <a:ext cx="388269" cy="151391"/>
                  </a:xfrm>
                  <a:custGeom>
                    <a:avLst/>
                    <a:gdLst>
                      <a:gd name="connsiteX0" fmla="*/ 0 w 273768"/>
                      <a:gd name="connsiteY0" fmla="*/ 106747 h 106746"/>
                      <a:gd name="connsiteX1" fmla="*/ 263000 w 273768"/>
                      <a:gd name="connsiteY1" fmla="*/ 87811 h 106746"/>
                      <a:gd name="connsiteX2" fmla="*/ 253732 w 273768"/>
                      <a:gd name="connsiteY2" fmla="*/ 49640 h 106746"/>
                      <a:gd name="connsiteX3" fmla="*/ 16269 w 273768"/>
                      <a:gd name="connsiteY3" fmla="*/ 0 h 106746"/>
                    </a:gdLst>
                    <a:ahLst/>
                    <a:cxnLst>
                      <a:cxn ang="0">
                        <a:pos x="connsiteX0" y="connsiteY0"/>
                      </a:cxn>
                      <a:cxn ang="0">
                        <a:pos x="connsiteX1" y="connsiteY1"/>
                      </a:cxn>
                      <a:cxn ang="0">
                        <a:pos x="connsiteX2" y="connsiteY2"/>
                      </a:cxn>
                      <a:cxn ang="0">
                        <a:pos x="connsiteX3" y="connsiteY3"/>
                      </a:cxn>
                    </a:cxnLst>
                    <a:rect l="l" t="t" r="r" b="b"/>
                    <a:pathLst>
                      <a:path w="273768" h="106746">
                        <a:moveTo>
                          <a:pt x="0" y="106747"/>
                        </a:moveTo>
                        <a:cubicBezTo>
                          <a:pt x="99412" y="106547"/>
                          <a:pt x="200858" y="103913"/>
                          <a:pt x="263000" y="87811"/>
                        </a:cubicBezTo>
                        <a:cubicBezTo>
                          <a:pt x="280368" y="85511"/>
                          <a:pt x="276335" y="56507"/>
                          <a:pt x="253732" y="49640"/>
                        </a:cubicBezTo>
                        <a:cubicBezTo>
                          <a:pt x="201058" y="53273"/>
                          <a:pt x="109880" y="25903"/>
                          <a:pt x="16269" y="0"/>
                        </a:cubicBezTo>
                        <a:close/>
                      </a:path>
                    </a:pathLst>
                  </a:custGeom>
                  <a:solidFill>
                    <a:srgbClr val="C09066"/>
                  </a:solidFill>
                  <a:ln w="3329" cap="flat">
                    <a:noFill/>
                    <a:prstDash val="solid"/>
                    <a:miter/>
                  </a:ln>
                </p:spPr>
                <p:txBody>
                  <a:bodyPr rtlCol="0" anchor="ctr"/>
                  <a:lstStyle/>
                  <a:p>
                    <a:endParaRPr lang="en-US" dirty="0"/>
                  </a:p>
                </p:txBody>
              </p:sp>
              <p:sp>
                <p:nvSpPr>
                  <p:cNvPr id="80" name="Grafik 13">
                    <a:extLst>
                      <a:ext uri="{FF2B5EF4-FFF2-40B4-BE49-F238E27FC236}">
                        <a16:creationId xmlns:a16="http://schemas.microsoft.com/office/drawing/2014/main" id="{981ACD11-9F02-7471-C4E3-5F39F47F6575}"/>
                      </a:ext>
                    </a:extLst>
                  </p:cNvPr>
                  <p:cNvSpPr/>
                  <p:nvPr/>
                </p:nvSpPr>
                <p:spPr bwMode="gray">
                  <a:xfrm>
                    <a:off x="5565132" y="3655809"/>
                    <a:ext cx="124584" cy="180421"/>
                  </a:xfrm>
                  <a:custGeom>
                    <a:avLst/>
                    <a:gdLst>
                      <a:gd name="connsiteX0" fmla="*/ 0 w 87844"/>
                      <a:gd name="connsiteY0" fmla="*/ 127216 h 127215"/>
                      <a:gd name="connsiteX1" fmla="*/ 80010 w 87844"/>
                      <a:gd name="connsiteY1" fmla="*/ 121082 h 127215"/>
                      <a:gd name="connsiteX2" fmla="*/ 87844 w 87844"/>
                      <a:gd name="connsiteY2" fmla="*/ 22136 h 127215"/>
                      <a:gd name="connsiteX3" fmla="*/ 20869 w 87844"/>
                      <a:gd name="connsiteY3" fmla="*/ 0 h 127215"/>
                    </a:gdLst>
                    <a:ahLst/>
                    <a:cxnLst>
                      <a:cxn ang="0">
                        <a:pos x="connsiteX0" y="connsiteY0"/>
                      </a:cxn>
                      <a:cxn ang="0">
                        <a:pos x="connsiteX1" y="connsiteY1"/>
                      </a:cxn>
                      <a:cxn ang="0">
                        <a:pos x="connsiteX2" y="connsiteY2"/>
                      </a:cxn>
                      <a:cxn ang="0">
                        <a:pos x="connsiteX3" y="connsiteY3"/>
                      </a:cxn>
                    </a:cxnLst>
                    <a:rect l="l" t="t" r="r" b="b"/>
                    <a:pathLst>
                      <a:path w="87844" h="127215">
                        <a:moveTo>
                          <a:pt x="0" y="127216"/>
                        </a:moveTo>
                        <a:lnTo>
                          <a:pt x="80010" y="121082"/>
                        </a:lnTo>
                        <a:cubicBezTo>
                          <a:pt x="71742" y="91945"/>
                          <a:pt x="75076" y="54407"/>
                          <a:pt x="87844" y="22136"/>
                        </a:cubicBezTo>
                        <a:lnTo>
                          <a:pt x="20869" y="0"/>
                        </a:lnTo>
                        <a:close/>
                      </a:path>
                    </a:pathLst>
                  </a:custGeom>
                  <a:solidFill>
                    <a:srgbClr val="E6E6E6"/>
                  </a:solidFill>
                  <a:ln w="3329" cap="flat">
                    <a:noFill/>
                    <a:prstDash val="solid"/>
                    <a:miter/>
                  </a:ln>
                </p:spPr>
                <p:txBody>
                  <a:bodyPr rtlCol="0" anchor="ctr"/>
                  <a:lstStyle/>
                  <a:p>
                    <a:endParaRPr lang="en-US" dirty="0"/>
                  </a:p>
                </p:txBody>
              </p:sp>
              <p:sp>
                <p:nvSpPr>
                  <p:cNvPr id="81" name="Grafik 13">
                    <a:extLst>
                      <a:ext uri="{FF2B5EF4-FFF2-40B4-BE49-F238E27FC236}">
                        <a16:creationId xmlns:a16="http://schemas.microsoft.com/office/drawing/2014/main" id="{88A28A3B-659C-04BF-87D2-AA7D6A6CC170}"/>
                      </a:ext>
                    </a:extLst>
                  </p:cNvPr>
                  <p:cNvSpPr/>
                  <p:nvPr/>
                </p:nvSpPr>
                <p:spPr bwMode="gray">
                  <a:xfrm>
                    <a:off x="5293507" y="3419028"/>
                    <a:ext cx="363350" cy="392238"/>
                  </a:xfrm>
                  <a:custGeom>
                    <a:avLst/>
                    <a:gdLst>
                      <a:gd name="connsiteX0" fmla="*/ 256199 w 256198"/>
                      <a:gd name="connsiteY0" fmla="*/ 200192 h 276567"/>
                      <a:gd name="connsiteX1" fmla="*/ 120482 w 256198"/>
                      <a:gd name="connsiteY1" fmla="*/ 0 h 276567"/>
                      <a:gd name="connsiteX2" fmla="*/ 0 w 256198"/>
                      <a:gd name="connsiteY2" fmla="*/ 78343 h 276567"/>
                      <a:gd name="connsiteX3" fmla="*/ 152652 w 256198"/>
                      <a:gd name="connsiteY3" fmla="*/ 276568 h 276567"/>
                      <a:gd name="connsiteX4" fmla="*/ 256199 w 256198"/>
                      <a:gd name="connsiteY4" fmla="*/ 200192 h 2765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6198" h="276567">
                        <a:moveTo>
                          <a:pt x="256199" y="200192"/>
                        </a:moveTo>
                        <a:lnTo>
                          <a:pt x="120482" y="0"/>
                        </a:lnTo>
                        <a:lnTo>
                          <a:pt x="0" y="78343"/>
                        </a:lnTo>
                        <a:lnTo>
                          <a:pt x="152652" y="276568"/>
                        </a:lnTo>
                        <a:lnTo>
                          <a:pt x="256199" y="200192"/>
                        </a:lnTo>
                        <a:close/>
                      </a:path>
                    </a:pathLst>
                  </a:custGeom>
                  <a:solidFill>
                    <a:srgbClr val="E6E6E6"/>
                  </a:solidFill>
                  <a:ln w="3329" cap="flat">
                    <a:noFill/>
                    <a:prstDash val="solid"/>
                    <a:miter/>
                  </a:ln>
                </p:spPr>
                <p:txBody>
                  <a:bodyPr rtlCol="0" anchor="ctr"/>
                  <a:lstStyle/>
                  <a:p>
                    <a:endParaRPr lang="en-US" dirty="0"/>
                  </a:p>
                </p:txBody>
              </p:sp>
              <p:sp>
                <p:nvSpPr>
                  <p:cNvPr id="82" name="Grafik 13">
                    <a:extLst>
                      <a:ext uri="{FF2B5EF4-FFF2-40B4-BE49-F238E27FC236}">
                        <a16:creationId xmlns:a16="http://schemas.microsoft.com/office/drawing/2014/main" id="{44B33B19-0FF3-DF39-FA01-1BE8A837A908}"/>
                      </a:ext>
                    </a:extLst>
                  </p:cNvPr>
                  <p:cNvSpPr/>
                  <p:nvPr/>
                </p:nvSpPr>
                <p:spPr bwMode="gray">
                  <a:xfrm>
                    <a:off x="5797658" y="4049609"/>
                    <a:ext cx="206001" cy="547272"/>
                  </a:xfrm>
                  <a:custGeom>
                    <a:avLst/>
                    <a:gdLst>
                      <a:gd name="connsiteX0" fmla="*/ 75743 w 145251"/>
                      <a:gd name="connsiteY0" fmla="*/ 379347 h 385881"/>
                      <a:gd name="connsiteX1" fmla="*/ 145251 w 145251"/>
                      <a:gd name="connsiteY1" fmla="*/ 369513 h 385881"/>
                      <a:gd name="connsiteX2" fmla="*/ 130250 w 145251"/>
                      <a:gd name="connsiteY2" fmla="*/ 0 h 385881"/>
                      <a:gd name="connsiteX3" fmla="*/ 0 w 145251"/>
                      <a:gd name="connsiteY3" fmla="*/ 1967 h 385881"/>
                      <a:gd name="connsiteX4" fmla="*/ 75743 w 145251"/>
                      <a:gd name="connsiteY4" fmla="*/ 379347 h 385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251" h="385881">
                        <a:moveTo>
                          <a:pt x="75743" y="379347"/>
                        </a:moveTo>
                        <a:cubicBezTo>
                          <a:pt x="92078" y="391115"/>
                          <a:pt x="123249" y="386482"/>
                          <a:pt x="145251" y="369513"/>
                        </a:cubicBezTo>
                        <a:lnTo>
                          <a:pt x="130250" y="0"/>
                        </a:lnTo>
                        <a:lnTo>
                          <a:pt x="0" y="1967"/>
                        </a:lnTo>
                        <a:cubicBezTo>
                          <a:pt x="3534" y="131160"/>
                          <a:pt x="29150" y="258796"/>
                          <a:pt x="75743" y="379347"/>
                        </a:cubicBezTo>
                        <a:close/>
                      </a:path>
                    </a:pathLst>
                  </a:custGeom>
                  <a:solidFill>
                    <a:srgbClr val="8A5942"/>
                  </a:solidFill>
                  <a:ln w="3329" cap="flat">
                    <a:noFill/>
                    <a:prstDash val="solid"/>
                    <a:miter/>
                  </a:ln>
                </p:spPr>
                <p:txBody>
                  <a:bodyPr rtlCol="0" anchor="ctr"/>
                  <a:lstStyle/>
                  <a:p>
                    <a:endParaRPr lang="en-US" dirty="0"/>
                  </a:p>
                </p:txBody>
              </p:sp>
              <p:sp>
                <p:nvSpPr>
                  <p:cNvPr id="83" name="Grafik 13">
                    <a:extLst>
                      <a:ext uri="{FF2B5EF4-FFF2-40B4-BE49-F238E27FC236}">
                        <a16:creationId xmlns:a16="http://schemas.microsoft.com/office/drawing/2014/main" id="{9C395800-9B57-7DEF-E11D-BC1FE6AFFBE6}"/>
                      </a:ext>
                    </a:extLst>
                  </p:cNvPr>
                  <p:cNvSpPr/>
                  <p:nvPr/>
                </p:nvSpPr>
                <p:spPr bwMode="gray">
                  <a:xfrm>
                    <a:off x="5773026" y="3946537"/>
                    <a:ext cx="210681" cy="210681"/>
                  </a:xfrm>
                  <a:custGeom>
                    <a:avLst/>
                    <a:gdLst>
                      <a:gd name="connsiteX0" fmla="*/ 148552 w 148551"/>
                      <a:gd name="connsiteY0" fmla="*/ 74276 h 148551"/>
                      <a:gd name="connsiteX1" fmla="*/ 74276 w 148551"/>
                      <a:gd name="connsiteY1" fmla="*/ 148552 h 148551"/>
                      <a:gd name="connsiteX2" fmla="*/ 0 w 148551"/>
                      <a:gd name="connsiteY2" fmla="*/ 74276 h 148551"/>
                      <a:gd name="connsiteX3" fmla="*/ 74276 w 148551"/>
                      <a:gd name="connsiteY3" fmla="*/ 0 h 148551"/>
                      <a:gd name="connsiteX4" fmla="*/ 148552 w 148551"/>
                      <a:gd name="connsiteY4" fmla="*/ 74276 h 1485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551" h="148551">
                        <a:moveTo>
                          <a:pt x="148552" y="74276"/>
                        </a:moveTo>
                        <a:cubicBezTo>
                          <a:pt x="148552" y="115297"/>
                          <a:pt x="115297" y="148552"/>
                          <a:pt x="74276" y="148552"/>
                        </a:cubicBezTo>
                        <a:cubicBezTo>
                          <a:pt x="33254" y="148552"/>
                          <a:pt x="0" y="115297"/>
                          <a:pt x="0" y="74276"/>
                        </a:cubicBezTo>
                        <a:cubicBezTo>
                          <a:pt x="0" y="33255"/>
                          <a:pt x="33254" y="0"/>
                          <a:pt x="74276" y="0"/>
                        </a:cubicBezTo>
                        <a:cubicBezTo>
                          <a:pt x="115297" y="0"/>
                          <a:pt x="148552" y="33255"/>
                          <a:pt x="148552" y="74276"/>
                        </a:cubicBezTo>
                        <a:close/>
                      </a:path>
                    </a:pathLst>
                  </a:custGeom>
                  <a:solidFill>
                    <a:srgbClr val="8A5942"/>
                  </a:solidFill>
                  <a:ln w="3329" cap="flat">
                    <a:noFill/>
                    <a:prstDash val="solid"/>
                    <a:miter/>
                  </a:ln>
                </p:spPr>
                <p:txBody>
                  <a:bodyPr rtlCol="0" anchor="ctr"/>
                  <a:lstStyle/>
                  <a:p>
                    <a:endParaRPr lang="en-US" dirty="0"/>
                  </a:p>
                </p:txBody>
              </p:sp>
              <p:sp>
                <p:nvSpPr>
                  <p:cNvPr id="84" name="Grafik 13">
                    <a:extLst>
                      <a:ext uri="{FF2B5EF4-FFF2-40B4-BE49-F238E27FC236}">
                        <a16:creationId xmlns:a16="http://schemas.microsoft.com/office/drawing/2014/main" id="{2CADC38E-F972-2612-C105-A1CFF23AE908}"/>
                      </a:ext>
                    </a:extLst>
                  </p:cNvPr>
                  <p:cNvSpPr/>
                  <p:nvPr/>
                </p:nvSpPr>
                <p:spPr bwMode="gray">
                  <a:xfrm>
                    <a:off x="5375585" y="3929989"/>
                    <a:ext cx="497202" cy="288647"/>
                  </a:xfrm>
                  <a:custGeom>
                    <a:avLst/>
                    <a:gdLst>
                      <a:gd name="connsiteX0" fmla="*/ 350577 w 350577"/>
                      <a:gd name="connsiteY0" fmla="*/ 160553 h 203525"/>
                      <a:gd name="connsiteX1" fmla="*/ 348844 w 350577"/>
                      <a:gd name="connsiteY1" fmla="*/ 12035 h 203525"/>
                      <a:gd name="connsiteX2" fmla="*/ 0 w 350577"/>
                      <a:gd name="connsiteY2" fmla="*/ 0 h 203525"/>
                      <a:gd name="connsiteX3" fmla="*/ 1834 w 350577"/>
                      <a:gd name="connsiteY3" fmla="*/ 203525 h 203525"/>
                      <a:gd name="connsiteX4" fmla="*/ 350577 w 350577"/>
                      <a:gd name="connsiteY4" fmla="*/ 160553 h 203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577" h="203525">
                        <a:moveTo>
                          <a:pt x="350577" y="160553"/>
                        </a:moveTo>
                        <a:lnTo>
                          <a:pt x="348844" y="12035"/>
                        </a:lnTo>
                        <a:lnTo>
                          <a:pt x="0" y="0"/>
                        </a:lnTo>
                        <a:lnTo>
                          <a:pt x="1834" y="203525"/>
                        </a:lnTo>
                        <a:lnTo>
                          <a:pt x="350577" y="160553"/>
                        </a:lnTo>
                        <a:close/>
                      </a:path>
                    </a:pathLst>
                  </a:custGeom>
                  <a:solidFill>
                    <a:srgbClr val="8A5942"/>
                  </a:solidFill>
                  <a:ln w="3329" cap="flat">
                    <a:noFill/>
                    <a:prstDash val="solid"/>
                    <a:miter/>
                  </a:ln>
                </p:spPr>
                <p:txBody>
                  <a:bodyPr rtlCol="0" anchor="ctr"/>
                  <a:lstStyle/>
                  <a:p>
                    <a:endParaRPr lang="en-US" dirty="0"/>
                  </a:p>
                </p:txBody>
              </p:sp>
              <p:sp>
                <p:nvSpPr>
                  <p:cNvPr id="85" name="Grafik 13">
                    <a:extLst>
                      <a:ext uri="{FF2B5EF4-FFF2-40B4-BE49-F238E27FC236}">
                        <a16:creationId xmlns:a16="http://schemas.microsoft.com/office/drawing/2014/main" id="{2A5D4340-6A26-6A6E-6E63-B303132436B3}"/>
                      </a:ext>
                    </a:extLst>
                  </p:cNvPr>
                  <p:cNvSpPr/>
                  <p:nvPr/>
                </p:nvSpPr>
                <p:spPr bwMode="gray">
                  <a:xfrm>
                    <a:off x="5292277" y="2873977"/>
                    <a:ext cx="313469" cy="313469"/>
                  </a:xfrm>
                  <a:custGeom>
                    <a:avLst/>
                    <a:gdLst>
                      <a:gd name="connsiteX0" fmla="*/ 221028 w 221027"/>
                      <a:gd name="connsiteY0" fmla="*/ 110514 h 221027"/>
                      <a:gd name="connsiteX1" fmla="*/ 110514 w 221027"/>
                      <a:gd name="connsiteY1" fmla="*/ 221028 h 221027"/>
                      <a:gd name="connsiteX2" fmla="*/ 0 w 221027"/>
                      <a:gd name="connsiteY2" fmla="*/ 110514 h 221027"/>
                      <a:gd name="connsiteX3" fmla="*/ 110514 w 221027"/>
                      <a:gd name="connsiteY3" fmla="*/ 0 h 221027"/>
                      <a:gd name="connsiteX4" fmla="*/ 221028 w 221027"/>
                      <a:gd name="connsiteY4" fmla="*/ 110514 h 221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027" h="221027">
                        <a:moveTo>
                          <a:pt x="221028" y="110514"/>
                        </a:moveTo>
                        <a:cubicBezTo>
                          <a:pt x="221028" y="171549"/>
                          <a:pt x="171549" y="221028"/>
                          <a:pt x="110514" y="221028"/>
                        </a:cubicBezTo>
                        <a:cubicBezTo>
                          <a:pt x="49479" y="221028"/>
                          <a:pt x="0" y="171549"/>
                          <a:pt x="0" y="110514"/>
                        </a:cubicBezTo>
                        <a:cubicBezTo>
                          <a:pt x="0" y="49479"/>
                          <a:pt x="49479" y="0"/>
                          <a:pt x="110514" y="0"/>
                        </a:cubicBezTo>
                        <a:cubicBezTo>
                          <a:pt x="171549" y="0"/>
                          <a:pt x="221028" y="49479"/>
                          <a:pt x="221028" y="110514"/>
                        </a:cubicBezTo>
                        <a:close/>
                      </a:path>
                    </a:pathLst>
                  </a:custGeom>
                  <a:solidFill>
                    <a:srgbClr val="C09066"/>
                  </a:solidFill>
                  <a:ln w="3329" cap="flat">
                    <a:noFill/>
                    <a:prstDash val="solid"/>
                    <a:miter/>
                  </a:ln>
                </p:spPr>
                <p:txBody>
                  <a:bodyPr rtlCol="0" anchor="ctr"/>
                  <a:lstStyle/>
                  <a:p>
                    <a:endParaRPr lang="en-US" dirty="0"/>
                  </a:p>
                </p:txBody>
              </p:sp>
              <p:sp>
                <p:nvSpPr>
                  <p:cNvPr id="86" name="Grafik 13">
                    <a:extLst>
                      <a:ext uri="{FF2B5EF4-FFF2-40B4-BE49-F238E27FC236}">
                        <a16:creationId xmlns:a16="http://schemas.microsoft.com/office/drawing/2014/main" id="{408ED671-E25F-5602-9917-75E9519832AE}"/>
                      </a:ext>
                    </a:extLst>
                  </p:cNvPr>
                  <p:cNvSpPr/>
                  <p:nvPr/>
                </p:nvSpPr>
                <p:spPr bwMode="gray">
                  <a:xfrm>
                    <a:off x="5367501" y="3063856"/>
                    <a:ext cx="155458" cy="322926"/>
                  </a:xfrm>
                  <a:custGeom>
                    <a:avLst/>
                    <a:gdLst>
                      <a:gd name="connsiteX0" fmla="*/ 54807 w 109613"/>
                      <a:gd name="connsiteY0" fmla="*/ 0 h 227695"/>
                      <a:gd name="connsiteX1" fmla="*/ 109614 w 109613"/>
                      <a:gd name="connsiteY1" fmla="*/ 0 h 227695"/>
                      <a:gd name="connsiteX2" fmla="*/ 109614 w 109613"/>
                      <a:gd name="connsiteY2" fmla="*/ 227695 h 227695"/>
                      <a:gd name="connsiteX3" fmla="*/ 54807 w 109613"/>
                      <a:gd name="connsiteY3" fmla="*/ 227695 h 227695"/>
                      <a:gd name="connsiteX4" fmla="*/ 54807 w 109613"/>
                      <a:gd name="connsiteY4" fmla="*/ 227695 h 227695"/>
                      <a:gd name="connsiteX5" fmla="*/ 0 w 109613"/>
                      <a:gd name="connsiteY5" fmla="*/ 227695 h 227695"/>
                      <a:gd name="connsiteX6" fmla="*/ 0 w 109613"/>
                      <a:gd name="connsiteY6" fmla="*/ 0 h 227695"/>
                      <a:gd name="connsiteX7" fmla="*/ 54807 w 109613"/>
                      <a:gd name="connsiteY7" fmla="*/ 0 h 22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613" h="227695">
                        <a:moveTo>
                          <a:pt x="54807" y="0"/>
                        </a:moveTo>
                        <a:cubicBezTo>
                          <a:pt x="85076" y="0"/>
                          <a:pt x="109614" y="0"/>
                          <a:pt x="109614" y="0"/>
                        </a:cubicBezTo>
                        <a:lnTo>
                          <a:pt x="109614" y="227695"/>
                        </a:lnTo>
                        <a:cubicBezTo>
                          <a:pt x="109614" y="227695"/>
                          <a:pt x="85076" y="227695"/>
                          <a:pt x="54807" y="227695"/>
                        </a:cubicBezTo>
                        <a:lnTo>
                          <a:pt x="54807" y="227695"/>
                        </a:lnTo>
                        <a:cubicBezTo>
                          <a:pt x="24538" y="227695"/>
                          <a:pt x="0" y="227695"/>
                          <a:pt x="0" y="227695"/>
                        </a:cubicBezTo>
                        <a:lnTo>
                          <a:pt x="0" y="0"/>
                        </a:lnTo>
                        <a:cubicBezTo>
                          <a:pt x="0" y="0"/>
                          <a:pt x="24538" y="0"/>
                          <a:pt x="54807" y="0"/>
                        </a:cubicBezTo>
                        <a:close/>
                      </a:path>
                    </a:pathLst>
                  </a:custGeom>
                  <a:solidFill>
                    <a:srgbClr val="C09066"/>
                  </a:solidFill>
                  <a:ln w="3329" cap="flat">
                    <a:noFill/>
                    <a:prstDash val="solid"/>
                    <a:miter/>
                  </a:ln>
                </p:spPr>
                <p:txBody>
                  <a:bodyPr rtlCol="0" anchor="ctr"/>
                  <a:lstStyle/>
                  <a:p>
                    <a:endParaRPr lang="en-US" dirty="0"/>
                  </a:p>
                </p:txBody>
              </p:sp>
              <p:sp>
                <p:nvSpPr>
                  <p:cNvPr id="87" name="Grafik 13">
                    <a:extLst>
                      <a:ext uri="{FF2B5EF4-FFF2-40B4-BE49-F238E27FC236}">
                        <a16:creationId xmlns:a16="http://schemas.microsoft.com/office/drawing/2014/main" id="{D87C1155-6618-815E-4719-50C9E32A3656}"/>
                      </a:ext>
                    </a:extLst>
                  </p:cNvPr>
                  <p:cNvSpPr/>
                  <p:nvPr/>
                </p:nvSpPr>
                <p:spPr bwMode="gray">
                  <a:xfrm>
                    <a:off x="5365024" y="3063856"/>
                    <a:ext cx="165924" cy="322926"/>
                  </a:xfrm>
                  <a:custGeom>
                    <a:avLst/>
                    <a:gdLst>
                      <a:gd name="connsiteX0" fmla="*/ 43851 w 116993"/>
                      <a:gd name="connsiteY0" fmla="*/ 227695 h 227695"/>
                      <a:gd name="connsiteX1" fmla="*/ 1379 w 116993"/>
                      <a:gd name="connsiteY1" fmla="*/ 159553 h 227695"/>
                      <a:gd name="connsiteX2" fmla="*/ 1745 w 116993"/>
                      <a:gd name="connsiteY2" fmla="*/ 91511 h 227695"/>
                      <a:gd name="connsiteX3" fmla="*/ 56586 w 116993"/>
                      <a:gd name="connsiteY3" fmla="*/ 0 h 227695"/>
                      <a:gd name="connsiteX4" fmla="*/ 56586 w 116993"/>
                      <a:gd name="connsiteY4" fmla="*/ 0 h 227695"/>
                      <a:gd name="connsiteX5" fmla="*/ 111392 w 116993"/>
                      <a:gd name="connsiteY5" fmla="*/ 54874 h 227695"/>
                      <a:gd name="connsiteX6" fmla="*/ 111392 w 116993"/>
                      <a:gd name="connsiteY6" fmla="*/ 54974 h 227695"/>
                      <a:gd name="connsiteX7" fmla="*/ 116993 w 116993"/>
                      <a:gd name="connsiteY7" fmla="*/ 119615 h 227695"/>
                      <a:gd name="connsiteX8" fmla="*/ 69154 w 116993"/>
                      <a:gd name="connsiteY8" fmla="*/ 82277 h 227695"/>
                      <a:gd name="connsiteX9" fmla="*/ 64253 w 116993"/>
                      <a:gd name="connsiteY9" fmla="*/ 156553 h 227695"/>
                      <a:gd name="connsiteX10" fmla="*/ 43851 w 116993"/>
                      <a:gd name="connsiteY10" fmla="*/ 227695 h 22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993" h="227695">
                        <a:moveTo>
                          <a:pt x="43851" y="227695"/>
                        </a:moveTo>
                        <a:cubicBezTo>
                          <a:pt x="15514" y="214093"/>
                          <a:pt x="-2822" y="193991"/>
                          <a:pt x="1379" y="159553"/>
                        </a:cubicBezTo>
                        <a:cubicBezTo>
                          <a:pt x="1379" y="148152"/>
                          <a:pt x="-1955" y="121982"/>
                          <a:pt x="1745" y="91511"/>
                        </a:cubicBezTo>
                        <a:cubicBezTo>
                          <a:pt x="-3055" y="74843"/>
                          <a:pt x="37717" y="0"/>
                          <a:pt x="56586" y="0"/>
                        </a:cubicBezTo>
                        <a:lnTo>
                          <a:pt x="56586" y="0"/>
                        </a:lnTo>
                        <a:cubicBezTo>
                          <a:pt x="86873" y="17"/>
                          <a:pt x="111412" y="24586"/>
                          <a:pt x="111392" y="54874"/>
                        </a:cubicBezTo>
                        <a:cubicBezTo>
                          <a:pt x="111392" y="54907"/>
                          <a:pt x="111392" y="54940"/>
                          <a:pt x="111392" y="54974"/>
                        </a:cubicBezTo>
                        <a:lnTo>
                          <a:pt x="116993" y="119615"/>
                        </a:lnTo>
                        <a:cubicBezTo>
                          <a:pt x="110859" y="125749"/>
                          <a:pt x="76821" y="111214"/>
                          <a:pt x="69154" y="82277"/>
                        </a:cubicBezTo>
                        <a:cubicBezTo>
                          <a:pt x="67887" y="77410"/>
                          <a:pt x="-49961" y="168954"/>
                          <a:pt x="64253" y="156553"/>
                        </a:cubicBezTo>
                        <a:cubicBezTo>
                          <a:pt x="73554" y="155386"/>
                          <a:pt x="14547" y="206726"/>
                          <a:pt x="43851" y="227695"/>
                        </a:cubicBezTo>
                        <a:close/>
                      </a:path>
                    </a:pathLst>
                  </a:custGeom>
                  <a:solidFill>
                    <a:srgbClr val="8A5942"/>
                  </a:solidFill>
                  <a:ln w="3329" cap="flat">
                    <a:noFill/>
                    <a:prstDash val="solid"/>
                    <a:miter/>
                  </a:ln>
                </p:spPr>
                <p:txBody>
                  <a:bodyPr rtlCol="0" anchor="ctr"/>
                  <a:lstStyle/>
                  <a:p>
                    <a:endParaRPr lang="en-US" dirty="0"/>
                  </a:p>
                </p:txBody>
              </p:sp>
              <p:sp>
                <p:nvSpPr>
                  <p:cNvPr id="88" name="Grafik 13">
                    <a:extLst>
                      <a:ext uri="{FF2B5EF4-FFF2-40B4-BE49-F238E27FC236}">
                        <a16:creationId xmlns:a16="http://schemas.microsoft.com/office/drawing/2014/main" id="{FFAC113A-0F5E-0FEB-FDE5-1B13E2DC8028}"/>
                      </a:ext>
                    </a:extLst>
                  </p:cNvPr>
                  <p:cNvSpPr/>
                  <p:nvPr/>
                </p:nvSpPr>
                <p:spPr bwMode="gray">
                  <a:xfrm>
                    <a:off x="5456254" y="2969818"/>
                    <a:ext cx="196048" cy="272006"/>
                  </a:xfrm>
                  <a:custGeom>
                    <a:avLst/>
                    <a:gdLst>
                      <a:gd name="connsiteX0" fmla="*/ 17963 w 138233"/>
                      <a:gd name="connsiteY0" fmla="*/ 161652 h 191791"/>
                      <a:gd name="connsiteX1" fmla="*/ 59468 w 138233"/>
                      <a:gd name="connsiteY1" fmla="*/ 190555 h 191791"/>
                      <a:gd name="connsiteX2" fmla="*/ 118409 w 138233"/>
                      <a:gd name="connsiteY2" fmla="*/ 183254 h 191791"/>
                      <a:gd name="connsiteX3" fmla="*/ 113775 w 138233"/>
                      <a:gd name="connsiteY3" fmla="*/ 159918 h 191791"/>
                      <a:gd name="connsiteX4" fmla="*/ 117109 w 138233"/>
                      <a:gd name="connsiteY4" fmla="*/ 157651 h 191791"/>
                      <a:gd name="connsiteX5" fmla="*/ 113775 w 138233"/>
                      <a:gd name="connsiteY5" fmla="*/ 140982 h 191791"/>
                      <a:gd name="connsiteX6" fmla="*/ 124643 w 138233"/>
                      <a:gd name="connsiteY6" fmla="*/ 133315 h 191791"/>
                      <a:gd name="connsiteX7" fmla="*/ 124076 w 138233"/>
                      <a:gd name="connsiteY7" fmla="*/ 126947 h 191791"/>
                      <a:gd name="connsiteX8" fmla="*/ 121743 w 138233"/>
                      <a:gd name="connsiteY8" fmla="*/ 114712 h 191791"/>
                      <a:gd name="connsiteX9" fmla="*/ 135645 w 138233"/>
                      <a:gd name="connsiteY9" fmla="*/ 95910 h 191791"/>
                      <a:gd name="connsiteX10" fmla="*/ 104841 w 138233"/>
                      <a:gd name="connsiteY10" fmla="*/ 31302 h 191791"/>
                      <a:gd name="connsiteX11" fmla="*/ 51501 w 138233"/>
                      <a:gd name="connsiteY11" fmla="*/ 5832 h 191791"/>
                      <a:gd name="connsiteX12" fmla="*/ 1494 w 138233"/>
                      <a:gd name="connsiteY12" fmla="*/ 110445 h 191791"/>
                      <a:gd name="connsiteX13" fmla="*/ 17963 w 138233"/>
                      <a:gd name="connsiteY13" fmla="*/ 161652 h 191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8233" h="191791">
                        <a:moveTo>
                          <a:pt x="17963" y="161652"/>
                        </a:moveTo>
                        <a:cubicBezTo>
                          <a:pt x="26368" y="177380"/>
                          <a:pt x="41799" y="188128"/>
                          <a:pt x="59468" y="190555"/>
                        </a:cubicBezTo>
                        <a:cubicBezTo>
                          <a:pt x="84705" y="193889"/>
                          <a:pt x="114309" y="190155"/>
                          <a:pt x="118409" y="183254"/>
                        </a:cubicBezTo>
                        <a:cubicBezTo>
                          <a:pt x="124176" y="173620"/>
                          <a:pt x="113775" y="159918"/>
                          <a:pt x="113775" y="159918"/>
                        </a:cubicBezTo>
                        <a:lnTo>
                          <a:pt x="117109" y="157651"/>
                        </a:lnTo>
                        <a:cubicBezTo>
                          <a:pt x="126610" y="149950"/>
                          <a:pt x="113775" y="140982"/>
                          <a:pt x="113775" y="140982"/>
                        </a:cubicBezTo>
                        <a:cubicBezTo>
                          <a:pt x="118449" y="140396"/>
                          <a:pt x="122523" y="137522"/>
                          <a:pt x="124643" y="133315"/>
                        </a:cubicBezTo>
                        <a:cubicBezTo>
                          <a:pt x="125633" y="131248"/>
                          <a:pt x="125417" y="128807"/>
                          <a:pt x="124076" y="126947"/>
                        </a:cubicBezTo>
                        <a:cubicBezTo>
                          <a:pt x="121696" y="123343"/>
                          <a:pt x="120856" y="118940"/>
                          <a:pt x="121743" y="114712"/>
                        </a:cubicBezTo>
                        <a:cubicBezTo>
                          <a:pt x="121743" y="114712"/>
                          <a:pt x="146046" y="106311"/>
                          <a:pt x="135645" y="95910"/>
                        </a:cubicBezTo>
                        <a:cubicBezTo>
                          <a:pt x="125243" y="85509"/>
                          <a:pt x="104841" y="53605"/>
                          <a:pt x="104841" y="31302"/>
                        </a:cubicBezTo>
                        <a:cubicBezTo>
                          <a:pt x="104841" y="17667"/>
                          <a:pt x="87172" y="-12704"/>
                          <a:pt x="51501" y="5832"/>
                        </a:cubicBezTo>
                        <a:cubicBezTo>
                          <a:pt x="22497" y="20867"/>
                          <a:pt x="-7040" y="62506"/>
                          <a:pt x="1494" y="110445"/>
                        </a:cubicBezTo>
                        <a:cubicBezTo>
                          <a:pt x="4265" y="128271"/>
                          <a:pt x="9822" y="145553"/>
                          <a:pt x="17963" y="161652"/>
                        </a:cubicBezTo>
                        <a:close/>
                      </a:path>
                    </a:pathLst>
                  </a:custGeom>
                  <a:solidFill>
                    <a:srgbClr val="C09066"/>
                  </a:solidFill>
                  <a:ln w="3329" cap="flat">
                    <a:noFill/>
                    <a:prstDash val="solid"/>
                    <a:miter/>
                  </a:ln>
                </p:spPr>
                <p:txBody>
                  <a:bodyPr rtlCol="0" anchor="ctr"/>
                  <a:lstStyle/>
                  <a:p>
                    <a:endParaRPr lang="en-US" dirty="0"/>
                  </a:p>
                </p:txBody>
              </p:sp>
              <p:sp>
                <p:nvSpPr>
                  <p:cNvPr id="89" name="Grafik 13">
                    <a:extLst>
                      <a:ext uri="{FF2B5EF4-FFF2-40B4-BE49-F238E27FC236}">
                        <a16:creationId xmlns:a16="http://schemas.microsoft.com/office/drawing/2014/main" id="{18D8A0E8-D57A-19B2-53ED-1926638DA2F7}"/>
                      </a:ext>
                    </a:extLst>
                  </p:cNvPr>
                  <p:cNvSpPr/>
                  <p:nvPr/>
                </p:nvSpPr>
                <p:spPr bwMode="gray">
                  <a:xfrm>
                    <a:off x="5266467" y="2792121"/>
                    <a:ext cx="322723" cy="415610"/>
                  </a:xfrm>
                  <a:custGeom>
                    <a:avLst/>
                    <a:gdLst>
                      <a:gd name="connsiteX0" fmla="*/ 173651 w 227552"/>
                      <a:gd name="connsiteY0" fmla="*/ 115391 h 293046"/>
                      <a:gd name="connsiteX1" fmla="*/ 224224 w 227552"/>
                      <a:gd name="connsiteY1" fmla="*/ 112624 h 293046"/>
                      <a:gd name="connsiteX2" fmla="*/ 213923 w 227552"/>
                      <a:gd name="connsiteY2" fmla="*/ 57717 h 293046"/>
                      <a:gd name="connsiteX3" fmla="*/ 140114 w 227552"/>
                      <a:gd name="connsiteY3" fmla="*/ 57717 h 293046"/>
                      <a:gd name="connsiteX4" fmla="*/ 35901 w 227552"/>
                      <a:gd name="connsiteY4" fmla="*/ 9811 h 293046"/>
                      <a:gd name="connsiteX5" fmla="*/ 37468 w 227552"/>
                      <a:gd name="connsiteY5" fmla="*/ 105823 h 293046"/>
                      <a:gd name="connsiteX6" fmla="*/ 10531 w 227552"/>
                      <a:gd name="connsiteY6" fmla="*/ 186534 h 293046"/>
                      <a:gd name="connsiteX7" fmla="*/ 69505 w 227552"/>
                      <a:gd name="connsiteY7" fmla="*/ 293047 h 293046"/>
                      <a:gd name="connsiteX8" fmla="*/ 106176 w 227552"/>
                      <a:gd name="connsiteY8" fmla="*/ 252642 h 293046"/>
                      <a:gd name="connsiteX9" fmla="*/ 123812 w 227552"/>
                      <a:gd name="connsiteY9" fmla="*/ 236373 h 293046"/>
                      <a:gd name="connsiteX10" fmla="*/ 173818 w 227552"/>
                      <a:gd name="connsiteY10" fmla="*/ 179699 h 293046"/>
                      <a:gd name="connsiteX11" fmla="*/ 194654 w 227552"/>
                      <a:gd name="connsiteY11" fmla="*/ 147929 h 293046"/>
                      <a:gd name="connsiteX12" fmla="*/ 173651 w 227552"/>
                      <a:gd name="connsiteY12" fmla="*/ 115391 h 293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7552" h="293046">
                        <a:moveTo>
                          <a:pt x="173651" y="115391"/>
                        </a:moveTo>
                        <a:cubicBezTo>
                          <a:pt x="192687" y="109024"/>
                          <a:pt x="205022" y="106257"/>
                          <a:pt x="224224" y="112624"/>
                        </a:cubicBezTo>
                        <a:cubicBezTo>
                          <a:pt x="224224" y="112624"/>
                          <a:pt x="236493" y="80287"/>
                          <a:pt x="213923" y="57717"/>
                        </a:cubicBezTo>
                        <a:cubicBezTo>
                          <a:pt x="191354" y="35148"/>
                          <a:pt x="152182" y="45649"/>
                          <a:pt x="140114" y="57717"/>
                        </a:cubicBezTo>
                        <a:cubicBezTo>
                          <a:pt x="140114" y="57717"/>
                          <a:pt x="126079" y="-28493"/>
                          <a:pt x="35901" y="9811"/>
                        </a:cubicBezTo>
                        <a:cubicBezTo>
                          <a:pt x="-11338" y="29814"/>
                          <a:pt x="-2737" y="105823"/>
                          <a:pt x="37468" y="105823"/>
                        </a:cubicBezTo>
                        <a:cubicBezTo>
                          <a:pt x="37468" y="105823"/>
                          <a:pt x="-24007" y="125526"/>
                          <a:pt x="10531" y="186534"/>
                        </a:cubicBezTo>
                        <a:cubicBezTo>
                          <a:pt x="-17506" y="208536"/>
                          <a:pt x="24766" y="273444"/>
                          <a:pt x="69505" y="293047"/>
                        </a:cubicBezTo>
                        <a:cubicBezTo>
                          <a:pt x="69505" y="293047"/>
                          <a:pt x="102842" y="293047"/>
                          <a:pt x="106176" y="252642"/>
                        </a:cubicBezTo>
                        <a:cubicBezTo>
                          <a:pt x="126179" y="252642"/>
                          <a:pt x="123812" y="236373"/>
                          <a:pt x="123812" y="236373"/>
                        </a:cubicBezTo>
                        <a:cubicBezTo>
                          <a:pt x="123812" y="236373"/>
                          <a:pt x="182452" y="239707"/>
                          <a:pt x="173818" y="179699"/>
                        </a:cubicBezTo>
                        <a:cubicBezTo>
                          <a:pt x="173818" y="179699"/>
                          <a:pt x="194654" y="178332"/>
                          <a:pt x="194654" y="147929"/>
                        </a:cubicBezTo>
                        <a:cubicBezTo>
                          <a:pt x="194487" y="127493"/>
                          <a:pt x="173651" y="115391"/>
                          <a:pt x="173651" y="115391"/>
                        </a:cubicBezTo>
                        <a:close/>
                      </a:path>
                    </a:pathLst>
                  </a:custGeom>
                  <a:solidFill>
                    <a:srgbClr val="4C4646"/>
                  </a:solidFill>
                  <a:ln w="3329" cap="flat">
                    <a:noFill/>
                    <a:prstDash val="solid"/>
                    <a:miter/>
                  </a:ln>
                </p:spPr>
                <p:txBody>
                  <a:bodyPr rtlCol="0" anchor="ctr"/>
                  <a:lstStyle/>
                  <a:p>
                    <a:endParaRPr lang="en-US" dirty="0"/>
                  </a:p>
                </p:txBody>
              </p:sp>
              <p:sp>
                <p:nvSpPr>
                  <p:cNvPr id="90" name="Grafik 13">
                    <a:extLst>
                      <a:ext uri="{FF2B5EF4-FFF2-40B4-BE49-F238E27FC236}">
                        <a16:creationId xmlns:a16="http://schemas.microsoft.com/office/drawing/2014/main" id="{BEC7DF90-2714-8FA1-C52D-53029BE20C16}"/>
                      </a:ext>
                    </a:extLst>
                  </p:cNvPr>
                  <p:cNvSpPr/>
                  <p:nvPr/>
                </p:nvSpPr>
                <p:spPr bwMode="gray">
                  <a:xfrm rot="20854199">
                    <a:off x="5395315" y="3051541"/>
                    <a:ext cx="86711" cy="111203"/>
                  </a:xfrm>
                  <a:custGeom>
                    <a:avLst/>
                    <a:gdLst>
                      <a:gd name="connsiteX0" fmla="*/ 61141 w 61140"/>
                      <a:gd name="connsiteY0" fmla="*/ 39205 h 78409"/>
                      <a:gd name="connsiteX1" fmla="*/ 30570 w 61140"/>
                      <a:gd name="connsiteY1" fmla="*/ 78410 h 78409"/>
                      <a:gd name="connsiteX2" fmla="*/ 0 w 61140"/>
                      <a:gd name="connsiteY2" fmla="*/ 39205 h 78409"/>
                      <a:gd name="connsiteX3" fmla="*/ 30570 w 61140"/>
                      <a:gd name="connsiteY3" fmla="*/ 0 h 78409"/>
                      <a:gd name="connsiteX4" fmla="*/ 61141 w 61140"/>
                      <a:gd name="connsiteY4" fmla="*/ 39205 h 78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40" h="78409">
                        <a:moveTo>
                          <a:pt x="61141" y="39205"/>
                        </a:moveTo>
                        <a:cubicBezTo>
                          <a:pt x="61141" y="60857"/>
                          <a:pt x="47454" y="78410"/>
                          <a:pt x="30570" y="78410"/>
                        </a:cubicBezTo>
                        <a:cubicBezTo>
                          <a:pt x="13687" y="78410"/>
                          <a:pt x="0" y="60857"/>
                          <a:pt x="0" y="39205"/>
                        </a:cubicBezTo>
                        <a:cubicBezTo>
                          <a:pt x="0" y="17553"/>
                          <a:pt x="13687" y="0"/>
                          <a:pt x="30570" y="0"/>
                        </a:cubicBezTo>
                        <a:cubicBezTo>
                          <a:pt x="47454" y="0"/>
                          <a:pt x="61141" y="17553"/>
                          <a:pt x="61141" y="39205"/>
                        </a:cubicBezTo>
                        <a:close/>
                      </a:path>
                    </a:pathLst>
                  </a:custGeom>
                  <a:solidFill>
                    <a:srgbClr val="C09066"/>
                  </a:solidFill>
                  <a:ln w="3329" cap="flat">
                    <a:noFill/>
                    <a:prstDash val="solid"/>
                    <a:miter/>
                  </a:ln>
                </p:spPr>
                <p:txBody>
                  <a:bodyPr rtlCol="0" anchor="ctr"/>
                  <a:lstStyle/>
                  <a:p>
                    <a:endParaRPr lang="en-US" dirty="0"/>
                  </a:p>
                </p:txBody>
              </p:sp>
              <p:sp>
                <p:nvSpPr>
                  <p:cNvPr id="91" name="Grafik 13">
                    <a:extLst>
                      <a:ext uri="{FF2B5EF4-FFF2-40B4-BE49-F238E27FC236}">
                        <a16:creationId xmlns:a16="http://schemas.microsoft.com/office/drawing/2014/main" id="{17DB329E-56C5-23B8-85E5-4390DF6FCCED}"/>
                      </a:ext>
                    </a:extLst>
                  </p:cNvPr>
                  <p:cNvSpPr/>
                  <p:nvPr/>
                </p:nvSpPr>
                <p:spPr bwMode="gray">
                  <a:xfrm rot="16309800">
                    <a:off x="5581349" y="3069903"/>
                    <a:ext cx="26382" cy="17683"/>
                  </a:xfrm>
                  <a:custGeom>
                    <a:avLst/>
                    <a:gdLst>
                      <a:gd name="connsiteX0" fmla="*/ 18602 w 18602"/>
                      <a:gd name="connsiteY0" fmla="*/ 6234 h 12468"/>
                      <a:gd name="connsiteX1" fmla="*/ 9301 w 18602"/>
                      <a:gd name="connsiteY1" fmla="*/ 12468 h 12468"/>
                      <a:gd name="connsiteX2" fmla="*/ 0 w 18602"/>
                      <a:gd name="connsiteY2" fmla="*/ 6234 h 12468"/>
                      <a:gd name="connsiteX3" fmla="*/ 9301 w 18602"/>
                      <a:gd name="connsiteY3" fmla="*/ 0 h 12468"/>
                      <a:gd name="connsiteX4" fmla="*/ 18602 w 18602"/>
                      <a:gd name="connsiteY4" fmla="*/ 6234 h 12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2" h="12468">
                        <a:moveTo>
                          <a:pt x="18602" y="6234"/>
                        </a:moveTo>
                        <a:cubicBezTo>
                          <a:pt x="18602" y="9677"/>
                          <a:pt x="14438" y="12468"/>
                          <a:pt x="9301" y="12468"/>
                        </a:cubicBezTo>
                        <a:cubicBezTo>
                          <a:pt x="4164" y="12468"/>
                          <a:pt x="0" y="9677"/>
                          <a:pt x="0" y="6234"/>
                        </a:cubicBezTo>
                        <a:cubicBezTo>
                          <a:pt x="0" y="2791"/>
                          <a:pt x="4164" y="0"/>
                          <a:pt x="9301" y="0"/>
                        </a:cubicBezTo>
                        <a:cubicBezTo>
                          <a:pt x="14438" y="0"/>
                          <a:pt x="18602" y="2791"/>
                          <a:pt x="18602" y="6234"/>
                        </a:cubicBezTo>
                        <a:close/>
                      </a:path>
                    </a:pathLst>
                  </a:custGeom>
                  <a:solidFill>
                    <a:srgbClr val="1E1E1E"/>
                  </a:solidFill>
                  <a:ln w="3329" cap="flat">
                    <a:noFill/>
                    <a:prstDash val="solid"/>
                    <a:miter/>
                  </a:ln>
                </p:spPr>
                <p:txBody>
                  <a:bodyPr rtlCol="0" anchor="ctr"/>
                  <a:lstStyle/>
                  <a:p>
                    <a:endParaRPr lang="en-US" dirty="0"/>
                  </a:p>
                </p:txBody>
              </p:sp>
              <p:sp>
                <p:nvSpPr>
                  <p:cNvPr id="92" name="Grafik 13">
                    <a:extLst>
                      <a:ext uri="{FF2B5EF4-FFF2-40B4-BE49-F238E27FC236}">
                        <a16:creationId xmlns:a16="http://schemas.microsoft.com/office/drawing/2014/main" id="{9207D64E-AD8E-F817-7905-0F183D9E5C8A}"/>
                      </a:ext>
                    </a:extLst>
                  </p:cNvPr>
                  <p:cNvSpPr/>
                  <p:nvPr/>
                </p:nvSpPr>
                <p:spPr bwMode="gray">
                  <a:xfrm>
                    <a:off x="5567192" y="3058176"/>
                    <a:ext cx="38266" cy="21987"/>
                  </a:xfrm>
                  <a:custGeom>
                    <a:avLst/>
                    <a:gdLst>
                      <a:gd name="connsiteX0" fmla="*/ 3849 w 26981"/>
                      <a:gd name="connsiteY0" fmla="*/ 8772 h 15503"/>
                      <a:gd name="connsiteX1" fmla="*/ 23852 w 26981"/>
                      <a:gd name="connsiteY1" fmla="*/ 104 h 15503"/>
                      <a:gd name="connsiteX2" fmla="*/ 24285 w 26981"/>
                      <a:gd name="connsiteY2" fmla="*/ 5772 h 15503"/>
                      <a:gd name="connsiteX3" fmla="*/ 3816 w 26981"/>
                      <a:gd name="connsiteY3" fmla="*/ 14406 h 15503"/>
                      <a:gd name="connsiteX4" fmla="*/ 49 w 26981"/>
                      <a:gd name="connsiteY4" fmla="*/ 15206 h 15503"/>
                      <a:gd name="connsiteX5" fmla="*/ 3849 w 26981"/>
                      <a:gd name="connsiteY5" fmla="*/ 8772 h 15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81" h="15503">
                        <a:moveTo>
                          <a:pt x="3849" y="8772"/>
                        </a:moveTo>
                        <a:cubicBezTo>
                          <a:pt x="7549" y="5105"/>
                          <a:pt x="18318" y="-862"/>
                          <a:pt x="23852" y="104"/>
                        </a:cubicBezTo>
                        <a:cubicBezTo>
                          <a:pt x="28185" y="871"/>
                          <a:pt x="27719" y="5839"/>
                          <a:pt x="24285" y="5772"/>
                        </a:cubicBezTo>
                        <a:cubicBezTo>
                          <a:pt x="14984" y="5772"/>
                          <a:pt x="9283" y="11873"/>
                          <a:pt x="3816" y="14406"/>
                        </a:cubicBezTo>
                        <a:cubicBezTo>
                          <a:pt x="1715" y="15406"/>
                          <a:pt x="482" y="15840"/>
                          <a:pt x="49" y="15206"/>
                        </a:cubicBezTo>
                        <a:cubicBezTo>
                          <a:pt x="-385" y="14573"/>
                          <a:pt x="2182" y="10439"/>
                          <a:pt x="3849" y="8772"/>
                        </a:cubicBezTo>
                        <a:close/>
                      </a:path>
                    </a:pathLst>
                  </a:custGeom>
                  <a:solidFill>
                    <a:srgbClr val="1E1E1E"/>
                  </a:solidFill>
                  <a:ln w="3329" cap="flat">
                    <a:noFill/>
                    <a:prstDash val="solid"/>
                    <a:miter/>
                  </a:ln>
                </p:spPr>
                <p:txBody>
                  <a:bodyPr rtlCol="0" anchor="ctr"/>
                  <a:lstStyle/>
                  <a:p>
                    <a:endParaRPr lang="en-US" dirty="0"/>
                  </a:p>
                </p:txBody>
              </p:sp>
              <p:sp>
                <p:nvSpPr>
                  <p:cNvPr id="93" name="Grafik 13">
                    <a:extLst>
                      <a:ext uri="{FF2B5EF4-FFF2-40B4-BE49-F238E27FC236}">
                        <a16:creationId xmlns:a16="http://schemas.microsoft.com/office/drawing/2014/main" id="{1797173C-0910-A219-46D4-A03D2338EC98}"/>
                      </a:ext>
                    </a:extLst>
                  </p:cNvPr>
                  <p:cNvSpPr/>
                  <p:nvPr/>
                </p:nvSpPr>
                <p:spPr bwMode="gray">
                  <a:xfrm>
                    <a:off x="5546315" y="3024848"/>
                    <a:ext cx="65046" cy="26382"/>
                  </a:xfrm>
                  <a:custGeom>
                    <a:avLst/>
                    <a:gdLst>
                      <a:gd name="connsiteX0" fmla="*/ 40505 w 45864"/>
                      <a:gd name="connsiteY0" fmla="*/ 11935 h 18602"/>
                      <a:gd name="connsiteX1" fmla="*/ 45856 w 45864"/>
                      <a:gd name="connsiteY1" fmla="*/ 5968 h 18602"/>
                      <a:gd name="connsiteX2" fmla="*/ 43839 w 45864"/>
                      <a:gd name="connsiteY2" fmla="*/ 1934 h 18602"/>
                      <a:gd name="connsiteX3" fmla="*/ 42339 w 45864"/>
                      <a:gd name="connsiteY3" fmla="*/ 934 h 18602"/>
                      <a:gd name="connsiteX4" fmla="*/ 11168 w 45864"/>
                      <a:gd name="connsiteY4" fmla="*/ 7968 h 18602"/>
                      <a:gd name="connsiteX5" fmla="*/ 0 w 45864"/>
                      <a:gd name="connsiteY5" fmla="*/ 18603 h 18602"/>
                      <a:gd name="connsiteX6" fmla="*/ 18602 w 45864"/>
                      <a:gd name="connsiteY6" fmla="*/ 13969 h 18602"/>
                      <a:gd name="connsiteX7" fmla="*/ 40505 w 45864"/>
                      <a:gd name="connsiteY7" fmla="*/ 11935 h 1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864" h="18602">
                        <a:moveTo>
                          <a:pt x="40505" y="11935"/>
                        </a:moveTo>
                        <a:cubicBezTo>
                          <a:pt x="43632" y="11765"/>
                          <a:pt x="46026" y="9095"/>
                          <a:pt x="45856" y="5968"/>
                        </a:cubicBezTo>
                        <a:cubicBezTo>
                          <a:pt x="45769" y="4401"/>
                          <a:pt x="45039" y="2941"/>
                          <a:pt x="43839" y="1934"/>
                        </a:cubicBezTo>
                        <a:cubicBezTo>
                          <a:pt x="43382" y="1541"/>
                          <a:pt x="42879" y="1204"/>
                          <a:pt x="42339" y="934"/>
                        </a:cubicBezTo>
                        <a:cubicBezTo>
                          <a:pt x="38838" y="-899"/>
                          <a:pt x="23736" y="-733"/>
                          <a:pt x="11168" y="7968"/>
                        </a:cubicBezTo>
                        <a:cubicBezTo>
                          <a:pt x="1167" y="14936"/>
                          <a:pt x="0" y="18603"/>
                          <a:pt x="0" y="18603"/>
                        </a:cubicBezTo>
                        <a:cubicBezTo>
                          <a:pt x="0" y="18603"/>
                          <a:pt x="8601" y="16036"/>
                          <a:pt x="18602" y="13969"/>
                        </a:cubicBezTo>
                        <a:cubicBezTo>
                          <a:pt x="25863" y="12906"/>
                          <a:pt x="33174" y="12226"/>
                          <a:pt x="40505" y="11935"/>
                        </a:cubicBezTo>
                        <a:close/>
                      </a:path>
                    </a:pathLst>
                  </a:custGeom>
                  <a:solidFill>
                    <a:srgbClr val="1E1E1E"/>
                  </a:solidFill>
                  <a:ln w="3329" cap="flat">
                    <a:noFill/>
                    <a:prstDash val="solid"/>
                    <a:miter/>
                  </a:ln>
                </p:spPr>
                <p:txBody>
                  <a:bodyPr rtlCol="0" anchor="ctr"/>
                  <a:lstStyle/>
                  <a:p>
                    <a:endParaRPr lang="en-US" dirty="0"/>
                  </a:p>
                </p:txBody>
              </p:sp>
              <p:sp>
                <p:nvSpPr>
                  <p:cNvPr id="94" name="Grafik 13">
                    <a:extLst>
                      <a:ext uri="{FF2B5EF4-FFF2-40B4-BE49-F238E27FC236}">
                        <a16:creationId xmlns:a16="http://schemas.microsoft.com/office/drawing/2014/main" id="{D147BC91-125F-768E-3410-F21C6E3C1EFF}"/>
                      </a:ext>
                    </a:extLst>
                  </p:cNvPr>
                  <p:cNvSpPr/>
                  <p:nvPr/>
                </p:nvSpPr>
                <p:spPr bwMode="gray">
                  <a:xfrm>
                    <a:off x="5324806" y="3244301"/>
                    <a:ext cx="284357" cy="133072"/>
                  </a:xfrm>
                  <a:custGeom>
                    <a:avLst/>
                    <a:gdLst>
                      <a:gd name="connsiteX0" fmla="*/ 0 w 200500"/>
                      <a:gd name="connsiteY0" fmla="*/ 55158 h 93829"/>
                      <a:gd name="connsiteX1" fmla="*/ 0 w 200500"/>
                      <a:gd name="connsiteY1" fmla="*/ 8919 h 93829"/>
                      <a:gd name="connsiteX2" fmla="*/ 154219 w 200500"/>
                      <a:gd name="connsiteY2" fmla="*/ 22554 h 93829"/>
                      <a:gd name="connsiteX3" fmla="*/ 197558 w 200500"/>
                      <a:gd name="connsiteY3" fmla="*/ 93829 h 93829"/>
                      <a:gd name="connsiteX4" fmla="*/ 92512 w 200500"/>
                      <a:gd name="connsiteY4" fmla="*/ 48323 h 93829"/>
                      <a:gd name="connsiteX5" fmla="*/ 0 w 200500"/>
                      <a:gd name="connsiteY5" fmla="*/ 55158 h 93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500" h="93829">
                        <a:moveTo>
                          <a:pt x="0" y="55158"/>
                        </a:moveTo>
                        <a:lnTo>
                          <a:pt x="0" y="8919"/>
                        </a:lnTo>
                        <a:cubicBezTo>
                          <a:pt x="0" y="8919"/>
                          <a:pt x="89111" y="-18385"/>
                          <a:pt x="154219" y="22554"/>
                        </a:cubicBezTo>
                        <a:cubicBezTo>
                          <a:pt x="217361" y="62259"/>
                          <a:pt x="197558" y="93829"/>
                          <a:pt x="197558" y="93829"/>
                        </a:cubicBezTo>
                        <a:cubicBezTo>
                          <a:pt x="197558" y="93829"/>
                          <a:pt x="163520" y="54658"/>
                          <a:pt x="92512" y="48323"/>
                        </a:cubicBezTo>
                        <a:cubicBezTo>
                          <a:pt x="61508" y="46180"/>
                          <a:pt x="30354" y="48480"/>
                          <a:pt x="0" y="55158"/>
                        </a:cubicBezTo>
                        <a:close/>
                      </a:path>
                    </a:pathLst>
                  </a:custGeom>
                  <a:solidFill>
                    <a:srgbClr val="E6E6E6"/>
                  </a:solidFill>
                  <a:ln w="3329" cap="flat">
                    <a:noFill/>
                    <a:prstDash val="solid"/>
                    <a:miter/>
                  </a:ln>
                </p:spPr>
                <p:txBody>
                  <a:bodyPr rtlCol="0" anchor="ctr"/>
                  <a:lstStyle/>
                  <a:p>
                    <a:endParaRPr lang="en-US" dirty="0"/>
                  </a:p>
                </p:txBody>
              </p:sp>
              <p:sp>
                <p:nvSpPr>
                  <p:cNvPr id="95" name="Grafik 13">
                    <a:extLst>
                      <a:ext uri="{FF2B5EF4-FFF2-40B4-BE49-F238E27FC236}">
                        <a16:creationId xmlns:a16="http://schemas.microsoft.com/office/drawing/2014/main" id="{1B38ADE2-CBB9-B5BD-A7D5-6A67D98A653F}"/>
                      </a:ext>
                    </a:extLst>
                  </p:cNvPr>
                  <p:cNvSpPr/>
                  <p:nvPr/>
                </p:nvSpPr>
                <p:spPr bwMode="gray">
                  <a:xfrm>
                    <a:off x="5447830" y="3132081"/>
                    <a:ext cx="36688" cy="36688"/>
                  </a:xfrm>
                  <a:custGeom>
                    <a:avLst/>
                    <a:gdLst>
                      <a:gd name="connsiteX0" fmla="*/ 25870 w 25869"/>
                      <a:gd name="connsiteY0" fmla="*/ 12935 h 25869"/>
                      <a:gd name="connsiteX1" fmla="*/ 12935 w 25869"/>
                      <a:gd name="connsiteY1" fmla="*/ 25870 h 25869"/>
                      <a:gd name="connsiteX2" fmla="*/ 0 w 25869"/>
                      <a:gd name="connsiteY2" fmla="*/ 12935 h 25869"/>
                      <a:gd name="connsiteX3" fmla="*/ 12935 w 25869"/>
                      <a:gd name="connsiteY3" fmla="*/ 0 h 25869"/>
                      <a:gd name="connsiteX4" fmla="*/ 25870 w 25869"/>
                      <a:gd name="connsiteY4" fmla="*/ 12935 h 25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69" h="25869">
                        <a:moveTo>
                          <a:pt x="25870" y="12935"/>
                        </a:moveTo>
                        <a:cubicBezTo>
                          <a:pt x="25870" y="20079"/>
                          <a:pt x="20079" y="25870"/>
                          <a:pt x="12935" y="25870"/>
                        </a:cubicBezTo>
                        <a:cubicBezTo>
                          <a:pt x="5791" y="25870"/>
                          <a:pt x="0" y="20079"/>
                          <a:pt x="0" y="12935"/>
                        </a:cubicBezTo>
                        <a:cubicBezTo>
                          <a:pt x="0" y="5791"/>
                          <a:pt x="5791" y="0"/>
                          <a:pt x="12935" y="0"/>
                        </a:cubicBezTo>
                        <a:cubicBezTo>
                          <a:pt x="20079" y="0"/>
                          <a:pt x="25870" y="5791"/>
                          <a:pt x="25870" y="12935"/>
                        </a:cubicBezTo>
                        <a:close/>
                      </a:path>
                    </a:pathLst>
                  </a:custGeom>
                  <a:solidFill>
                    <a:srgbClr val="FFFFFF"/>
                  </a:solidFill>
                  <a:ln w="3329" cap="flat">
                    <a:noFill/>
                    <a:prstDash val="solid"/>
                    <a:miter/>
                  </a:ln>
                </p:spPr>
                <p:txBody>
                  <a:bodyPr rtlCol="0" anchor="ctr"/>
                  <a:lstStyle/>
                  <a:p>
                    <a:endParaRPr lang="en-US" dirty="0"/>
                  </a:p>
                </p:txBody>
              </p:sp>
              <p:sp>
                <p:nvSpPr>
                  <p:cNvPr id="96" name="Grafik 13">
                    <a:extLst>
                      <a:ext uri="{FF2B5EF4-FFF2-40B4-BE49-F238E27FC236}">
                        <a16:creationId xmlns:a16="http://schemas.microsoft.com/office/drawing/2014/main" id="{796E3879-A406-DDEA-F458-4BB48CA48C06}"/>
                      </a:ext>
                    </a:extLst>
                  </p:cNvPr>
                  <p:cNvSpPr/>
                  <p:nvPr/>
                </p:nvSpPr>
                <p:spPr bwMode="gray">
                  <a:xfrm>
                    <a:off x="5404663" y="2855150"/>
                    <a:ext cx="184529" cy="100621"/>
                  </a:xfrm>
                  <a:custGeom>
                    <a:avLst/>
                    <a:gdLst>
                      <a:gd name="connsiteX0" fmla="*/ 76209 w 130111"/>
                      <a:gd name="connsiteY0" fmla="*/ 70949 h 70948"/>
                      <a:gd name="connsiteX1" fmla="*/ 126783 w 130111"/>
                      <a:gd name="connsiteY1" fmla="*/ 68182 h 70948"/>
                      <a:gd name="connsiteX2" fmla="*/ 116481 w 130111"/>
                      <a:gd name="connsiteY2" fmla="*/ 13275 h 70948"/>
                      <a:gd name="connsiteX3" fmla="*/ 42672 w 130111"/>
                      <a:gd name="connsiteY3" fmla="*/ 13275 h 70948"/>
                      <a:gd name="connsiteX4" fmla="*/ 78276 w 130111"/>
                      <a:gd name="connsiteY4" fmla="*/ 30811 h 70948"/>
                      <a:gd name="connsiteX5" fmla="*/ 89044 w 130111"/>
                      <a:gd name="connsiteY5" fmla="*/ 58281 h 70948"/>
                      <a:gd name="connsiteX6" fmla="*/ 56274 w 130111"/>
                      <a:gd name="connsiteY6" fmla="*/ 30811 h 70948"/>
                      <a:gd name="connsiteX7" fmla="*/ 0 w 130111"/>
                      <a:gd name="connsiteY7" fmla="*/ 53947 h 70948"/>
                      <a:gd name="connsiteX8" fmla="*/ 51940 w 130111"/>
                      <a:gd name="connsiteY8" fmla="*/ 53480 h 70948"/>
                      <a:gd name="connsiteX9" fmla="*/ 76209 w 130111"/>
                      <a:gd name="connsiteY9" fmla="*/ 70949 h 70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0111" h="70948">
                        <a:moveTo>
                          <a:pt x="76209" y="70949"/>
                        </a:moveTo>
                        <a:cubicBezTo>
                          <a:pt x="95245" y="64582"/>
                          <a:pt x="107580" y="61815"/>
                          <a:pt x="126783" y="68182"/>
                        </a:cubicBezTo>
                        <a:cubicBezTo>
                          <a:pt x="126783" y="68182"/>
                          <a:pt x="139051" y="35845"/>
                          <a:pt x="116481" y="13275"/>
                        </a:cubicBezTo>
                        <a:cubicBezTo>
                          <a:pt x="93912" y="-9294"/>
                          <a:pt x="54740" y="1207"/>
                          <a:pt x="42672" y="13275"/>
                        </a:cubicBezTo>
                        <a:cubicBezTo>
                          <a:pt x="42672" y="13275"/>
                          <a:pt x="64575" y="17142"/>
                          <a:pt x="78276" y="30811"/>
                        </a:cubicBezTo>
                        <a:cubicBezTo>
                          <a:pt x="91978" y="44479"/>
                          <a:pt x="89044" y="58281"/>
                          <a:pt x="89044" y="58281"/>
                        </a:cubicBezTo>
                        <a:cubicBezTo>
                          <a:pt x="89044" y="58281"/>
                          <a:pt x="85544" y="36978"/>
                          <a:pt x="56274" y="30811"/>
                        </a:cubicBezTo>
                        <a:cubicBezTo>
                          <a:pt x="27003" y="24643"/>
                          <a:pt x="0" y="53947"/>
                          <a:pt x="0" y="53947"/>
                        </a:cubicBezTo>
                        <a:cubicBezTo>
                          <a:pt x="0" y="53947"/>
                          <a:pt x="26870" y="43512"/>
                          <a:pt x="51940" y="53480"/>
                        </a:cubicBezTo>
                        <a:cubicBezTo>
                          <a:pt x="77010" y="63448"/>
                          <a:pt x="76209" y="70949"/>
                          <a:pt x="76209" y="70949"/>
                        </a:cubicBezTo>
                        <a:close/>
                      </a:path>
                    </a:pathLst>
                  </a:custGeom>
                  <a:solidFill>
                    <a:srgbClr val="4C4646"/>
                  </a:solidFill>
                  <a:ln w="3329" cap="flat">
                    <a:noFill/>
                    <a:prstDash val="solid"/>
                    <a:miter/>
                  </a:ln>
                </p:spPr>
                <p:txBody>
                  <a:bodyPr rtlCol="0" anchor="ctr"/>
                  <a:lstStyle/>
                  <a:p>
                    <a:endParaRPr lang="en-US" dirty="0"/>
                  </a:p>
                </p:txBody>
              </p:sp>
              <p:sp>
                <p:nvSpPr>
                  <p:cNvPr id="97" name="Grafik 13">
                    <a:extLst>
                      <a:ext uri="{FF2B5EF4-FFF2-40B4-BE49-F238E27FC236}">
                        <a16:creationId xmlns:a16="http://schemas.microsoft.com/office/drawing/2014/main" id="{593329F9-3672-B0F4-DDC0-7645E917A38F}"/>
                      </a:ext>
                    </a:extLst>
                  </p:cNvPr>
                  <p:cNvSpPr/>
                  <p:nvPr/>
                </p:nvSpPr>
                <p:spPr bwMode="gray">
                  <a:xfrm>
                    <a:off x="5200411" y="3797745"/>
                    <a:ext cx="464388" cy="464388"/>
                  </a:xfrm>
                  <a:custGeom>
                    <a:avLst/>
                    <a:gdLst>
                      <a:gd name="connsiteX0" fmla="*/ 327441 w 327440"/>
                      <a:gd name="connsiteY0" fmla="*/ 163720 h 327440"/>
                      <a:gd name="connsiteX1" fmla="*/ 163721 w 327440"/>
                      <a:gd name="connsiteY1" fmla="*/ 327441 h 327440"/>
                      <a:gd name="connsiteX2" fmla="*/ 0 w 327440"/>
                      <a:gd name="connsiteY2" fmla="*/ 163720 h 327440"/>
                      <a:gd name="connsiteX3" fmla="*/ 163721 w 327440"/>
                      <a:gd name="connsiteY3" fmla="*/ 0 h 327440"/>
                      <a:gd name="connsiteX4" fmla="*/ 327441 w 327440"/>
                      <a:gd name="connsiteY4" fmla="*/ 163720 h 327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440" h="327440">
                        <a:moveTo>
                          <a:pt x="327441" y="163720"/>
                        </a:moveTo>
                        <a:cubicBezTo>
                          <a:pt x="327441" y="254141"/>
                          <a:pt x="254141" y="327441"/>
                          <a:pt x="163721" y="327441"/>
                        </a:cubicBezTo>
                        <a:cubicBezTo>
                          <a:pt x="73300" y="327441"/>
                          <a:pt x="0" y="254141"/>
                          <a:pt x="0" y="163720"/>
                        </a:cubicBezTo>
                        <a:cubicBezTo>
                          <a:pt x="0" y="73300"/>
                          <a:pt x="73300" y="0"/>
                          <a:pt x="163721" y="0"/>
                        </a:cubicBezTo>
                        <a:cubicBezTo>
                          <a:pt x="254141" y="0"/>
                          <a:pt x="327441" y="73300"/>
                          <a:pt x="327441" y="163720"/>
                        </a:cubicBezTo>
                        <a:close/>
                      </a:path>
                    </a:pathLst>
                  </a:custGeom>
                  <a:solidFill>
                    <a:srgbClr val="004F41"/>
                  </a:solidFill>
                  <a:ln w="3329" cap="flat">
                    <a:noFill/>
                    <a:prstDash val="solid"/>
                    <a:miter/>
                  </a:ln>
                </p:spPr>
                <p:txBody>
                  <a:bodyPr rtlCol="0" anchor="ctr"/>
                  <a:lstStyle/>
                  <a:p>
                    <a:endParaRPr lang="en-US" dirty="0"/>
                  </a:p>
                </p:txBody>
              </p:sp>
              <p:sp>
                <p:nvSpPr>
                  <p:cNvPr id="98" name="Grafik 13">
                    <a:extLst>
                      <a:ext uri="{FF2B5EF4-FFF2-40B4-BE49-F238E27FC236}">
                        <a16:creationId xmlns:a16="http://schemas.microsoft.com/office/drawing/2014/main" id="{F050AA12-C9C3-040C-B595-5667019AC589}"/>
                      </a:ext>
                    </a:extLst>
                  </p:cNvPr>
                  <p:cNvSpPr/>
                  <p:nvPr/>
                </p:nvSpPr>
                <p:spPr bwMode="gray">
                  <a:xfrm>
                    <a:off x="5873544" y="4019822"/>
                    <a:ext cx="210681" cy="210681"/>
                  </a:xfrm>
                  <a:custGeom>
                    <a:avLst/>
                    <a:gdLst>
                      <a:gd name="connsiteX0" fmla="*/ 148552 w 148551"/>
                      <a:gd name="connsiteY0" fmla="*/ 74276 h 148551"/>
                      <a:gd name="connsiteX1" fmla="*/ 74276 w 148551"/>
                      <a:gd name="connsiteY1" fmla="*/ 148552 h 148551"/>
                      <a:gd name="connsiteX2" fmla="*/ 0 w 148551"/>
                      <a:gd name="connsiteY2" fmla="*/ 74276 h 148551"/>
                      <a:gd name="connsiteX3" fmla="*/ 74276 w 148551"/>
                      <a:gd name="connsiteY3" fmla="*/ 0 h 148551"/>
                      <a:gd name="connsiteX4" fmla="*/ 148552 w 148551"/>
                      <a:gd name="connsiteY4" fmla="*/ 74276 h 1485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551" h="148551">
                        <a:moveTo>
                          <a:pt x="148552" y="74276"/>
                        </a:moveTo>
                        <a:cubicBezTo>
                          <a:pt x="148552" y="115297"/>
                          <a:pt x="115297" y="148552"/>
                          <a:pt x="74276" y="148552"/>
                        </a:cubicBezTo>
                        <a:cubicBezTo>
                          <a:pt x="33254" y="148552"/>
                          <a:pt x="0" y="115297"/>
                          <a:pt x="0" y="74276"/>
                        </a:cubicBezTo>
                        <a:cubicBezTo>
                          <a:pt x="0" y="33255"/>
                          <a:pt x="33254" y="0"/>
                          <a:pt x="74276" y="0"/>
                        </a:cubicBezTo>
                        <a:cubicBezTo>
                          <a:pt x="115297" y="0"/>
                          <a:pt x="148552" y="33255"/>
                          <a:pt x="148552" y="74276"/>
                        </a:cubicBezTo>
                        <a:close/>
                      </a:path>
                    </a:pathLst>
                  </a:custGeom>
                  <a:solidFill>
                    <a:srgbClr val="C09066"/>
                  </a:solidFill>
                  <a:ln w="3329" cap="flat">
                    <a:noFill/>
                    <a:prstDash val="solid"/>
                    <a:miter/>
                  </a:ln>
                </p:spPr>
                <p:txBody>
                  <a:bodyPr rtlCol="0" anchor="ctr"/>
                  <a:lstStyle/>
                  <a:p>
                    <a:endParaRPr lang="en-US" dirty="0"/>
                  </a:p>
                </p:txBody>
              </p:sp>
              <p:sp>
                <p:nvSpPr>
                  <p:cNvPr id="99" name="Grafik 13">
                    <a:extLst>
                      <a:ext uri="{FF2B5EF4-FFF2-40B4-BE49-F238E27FC236}">
                        <a16:creationId xmlns:a16="http://schemas.microsoft.com/office/drawing/2014/main" id="{3060BEA9-C6CD-C11D-FE2A-1DF6A4EFCB33}"/>
                      </a:ext>
                    </a:extLst>
                  </p:cNvPr>
                  <p:cNvSpPr/>
                  <p:nvPr/>
                </p:nvSpPr>
                <p:spPr bwMode="gray">
                  <a:xfrm>
                    <a:off x="5778699" y="4077977"/>
                    <a:ext cx="297677" cy="566109"/>
                  </a:xfrm>
                  <a:custGeom>
                    <a:avLst/>
                    <a:gdLst>
                      <a:gd name="connsiteX0" fmla="*/ 0 w 209892"/>
                      <a:gd name="connsiteY0" fmla="*/ 375847 h 399163"/>
                      <a:gd name="connsiteX1" fmla="*/ 61041 w 209892"/>
                      <a:gd name="connsiteY1" fmla="*/ 397616 h 399163"/>
                      <a:gd name="connsiteX2" fmla="*/ 209893 w 209892"/>
                      <a:gd name="connsiteY2" fmla="*/ 61508 h 399163"/>
                      <a:gd name="connsiteX3" fmla="*/ 85911 w 209892"/>
                      <a:gd name="connsiteY3" fmla="*/ 0 h 399163"/>
                      <a:gd name="connsiteX4" fmla="*/ 0 w 209892"/>
                      <a:gd name="connsiteY4" fmla="*/ 375847 h 399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892" h="399163">
                        <a:moveTo>
                          <a:pt x="0" y="375847"/>
                        </a:moveTo>
                        <a:cubicBezTo>
                          <a:pt x="9401" y="393649"/>
                          <a:pt x="33804" y="403084"/>
                          <a:pt x="61041" y="397616"/>
                        </a:cubicBezTo>
                        <a:lnTo>
                          <a:pt x="209893" y="61508"/>
                        </a:lnTo>
                        <a:lnTo>
                          <a:pt x="85911" y="0"/>
                        </a:lnTo>
                        <a:cubicBezTo>
                          <a:pt x="-4001" y="96012"/>
                          <a:pt x="11835" y="245464"/>
                          <a:pt x="0" y="375847"/>
                        </a:cubicBezTo>
                        <a:close/>
                      </a:path>
                    </a:pathLst>
                  </a:custGeom>
                  <a:solidFill>
                    <a:srgbClr val="C09066"/>
                  </a:solidFill>
                  <a:ln w="3329" cap="flat">
                    <a:noFill/>
                    <a:prstDash val="solid"/>
                    <a:miter/>
                  </a:ln>
                </p:spPr>
                <p:txBody>
                  <a:bodyPr rtlCol="0" anchor="ctr"/>
                  <a:lstStyle/>
                  <a:p>
                    <a:endParaRPr lang="en-US" dirty="0"/>
                  </a:p>
                </p:txBody>
              </p:sp>
              <p:sp>
                <p:nvSpPr>
                  <p:cNvPr id="100" name="Grafik 13">
                    <a:extLst>
                      <a:ext uri="{FF2B5EF4-FFF2-40B4-BE49-F238E27FC236}">
                        <a16:creationId xmlns:a16="http://schemas.microsoft.com/office/drawing/2014/main" id="{746760F0-17A1-C928-A8A9-10ABA14895BC}"/>
                      </a:ext>
                    </a:extLst>
                  </p:cNvPr>
                  <p:cNvSpPr/>
                  <p:nvPr/>
                </p:nvSpPr>
                <p:spPr bwMode="gray">
                  <a:xfrm>
                    <a:off x="5467451" y="3965307"/>
                    <a:ext cx="511433" cy="287985"/>
                  </a:xfrm>
                  <a:custGeom>
                    <a:avLst/>
                    <a:gdLst>
                      <a:gd name="connsiteX0" fmla="*/ 351010 w 360611"/>
                      <a:gd name="connsiteY0" fmla="*/ 186823 h 203058"/>
                      <a:gd name="connsiteX1" fmla="*/ 360612 w 360611"/>
                      <a:gd name="connsiteY1" fmla="*/ 38605 h 203058"/>
                      <a:gd name="connsiteX2" fmla="*/ 13668 w 360611"/>
                      <a:gd name="connsiteY2" fmla="*/ 0 h 203058"/>
                      <a:gd name="connsiteX3" fmla="*/ 0 w 360611"/>
                      <a:gd name="connsiteY3" fmla="*/ 203059 h 203058"/>
                      <a:gd name="connsiteX4" fmla="*/ 351010 w 360611"/>
                      <a:gd name="connsiteY4" fmla="*/ 186823 h 203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11" h="203058">
                        <a:moveTo>
                          <a:pt x="351010" y="186823"/>
                        </a:moveTo>
                        <a:lnTo>
                          <a:pt x="360612" y="38605"/>
                        </a:lnTo>
                        <a:lnTo>
                          <a:pt x="13668" y="0"/>
                        </a:lnTo>
                        <a:lnTo>
                          <a:pt x="0" y="203059"/>
                        </a:lnTo>
                        <a:lnTo>
                          <a:pt x="351010" y="186823"/>
                        </a:lnTo>
                        <a:close/>
                      </a:path>
                    </a:pathLst>
                  </a:custGeom>
                  <a:solidFill>
                    <a:srgbClr val="C09066"/>
                  </a:solidFill>
                  <a:ln w="3329" cap="flat">
                    <a:noFill/>
                    <a:prstDash val="solid"/>
                    <a:miter/>
                  </a:ln>
                </p:spPr>
                <p:txBody>
                  <a:bodyPr rtlCol="0" anchor="ctr"/>
                  <a:lstStyle/>
                  <a:p>
                    <a:endParaRPr lang="en-US" dirty="0"/>
                  </a:p>
                </p:txBody>
              </p:sp>
              <p:sp>
                <p:nvSpPr>
                  <p:cNvPr id="101" name="Grafik 13">
                    <a:extLst>
                      <a:ext uri="{FF2B5EF4-FFF2-40B4-BE49-F238E27FC236}">
                        <a16:creationId xmlns:a16="http://schemas.microsoft.com/office/drawing/2014/main" id="{9C07FF37-05D7-D00F-4C22-CE40397A1907}"/>
                      </a:ext>
                    </a:extLst>
                  </p:cNvPr>
                  <p:cNvSpPr/>
                  <p:nvPr/>
                </p:nvSpPr>
                <p:spPr bwMode="gray">
                  <a:xfrm>
                    <a:off x="5456057" y="3896089"/>
                    <a:ext cx="543536" cy="326944"/>
                  </a:xfrm>
                  <a:custGeom>
                    <a:avLst/>
                    <a:gdLst>
                      <a:gd name="connsiteX0" fmla="*/ 350010 w 383247"/>
                      <a:gd name="connsiteY0" fmla="*/ 230529 h 230528"/>
                      <a:gd name="connsiteX1" fmla="*/ 383248 w 383247"/>
                      <a:gd name="connsiteY1" fmla="*/ 88711 h 230528"/>
                      <a:gd name="connsiteX2" fmla="*/ 40905 w 383247"/>
                      <a:gd name="connsiteY2" fmla="*/ 0 h 230528"/>
                      <a:gd name="connsiteX3" fmla="*/ 0 w 383247"/>
                      <a:gd name="connsiteY3" fmla="*/ 199358 h 230528"/>
                      <a:gd name="connsiteX4" fmla="*/ 350010 w 383247"/>
                      <a:gd name="connsiteY4" fmla="*/ 230529 h 230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3247" h="230528">
                        <a:moveTo>
                          <a:pt x="350010" y="230529"/>
                        </a:moveTo>
                        <a:lnTo>
                          <a:pt x="383248" y="88711"/>
                        </a:lnTo>
                        <a:lnTo>
                          <a:pt x="40905" y="0"/>
                        </a:lnTo>
                        <a:lnTo>
                          <a:pt x="0" y="199358"/>
                        </a:lnTo>
                        <a:lnTo>
                          <a:pt x="350010" y="230529"/>
                        </a:lnTo>
                        <a:close/>
                      </a:path>
                    </a:pathLst>
                  </a:custGeom>
                  <a:solidFill>
                    <a:srgbClr val="C09066"/>
                  </a:solidFill>
                  <a:ln w="3329" cap="flat">
                    <a:noFill/>
                    <a:prstDash val="solid"/>
                    <a:miter/>
                  </a:ln>
                </p:spPr>
                <p:txBody>
                  <a:bodyPr rtlCol="0" anchor="ctr"/>
                  <a:lstStyle/>
                  <a:p>
                    <a:endParaRPr lang="en-US" dirty="0"/>
                  </a:p>
                </p:txBody>
              </p:sp>
              <p:sp>
                <p:nvSpPr>
                  <p:cNvPr id="102" name="Grafik 13">
                    <a:extLst>
                      <a:ext uri="{FF2B5EF4-FFF2-40B4-BE49-F238E27FC236}">
                        <a16:creationId xmlns:a16="http://schemas.microsoft.com/office/drawing/2014/main" id="{54FC98F9-2F00-4896-11A4-7BD3751BAD64}"/>
                      </a:ext>
                    </a:extLst>
                  </p:cNvPr>
                  <p:cNvSpPr/>
                  <p:nvPr/>
                </p:nvSpPr>
                <p:spPr bwMode="gray">
                  <a:xfrm>
                    <a:off x="5445797" y="3873252"/>
                    <a:ext cx="631668" cy="388504"/>
                  </a:xfrm>
                  <a:custGeom>
                    <a:avLst/>
                    <a:gdLst>
                      <a:gd name="connsiteX0" fmla="*/ 263266 w 445389"/>
                      <a:gd name="connsiteY0" fmla="*/ 257699 h 273934"/>
                      <a:gd name="connsiteX1" fmla="*/ 445389 w 445389"/>
                      <a:gd name="connsiteY1" fmla="*/ 149319 h 273934"/>
                      <a:gd name="connsiteX2" fmla="*/ 299337 w 445389"/>
                      <a:gd name="connsiteY2" fmla="*/ 51973 h 273934"/>
                      <a:gd name="connsiteX3" fmla="*/ 36771 w 445389"/>
                      <a:gd name="connsiteY3" fmla="*/ 0 h 273934"/>
                      <a:gd name="connsiteX4" fmla="*/ 15269 w 445389"/>
                      <a:gd name="connsiteY4" fmla="*/ 64708 h 273934"/>
                      <a:gd name="connsiteX5" fmla="*/ 0 w 445389"/>
                      <a:gd name="connsiteY5" fmla="*/ 273934 h 273934"/>
                      <a:gd name="connsiteX6" fmla="*/ 263266 w 445389"/>
                      <a:gd name="connsiteY6" fmla="*/ 257699 h 273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389" h="273934">
                        <a:moveTo>
                          <a:pt x="263266" y="257699"/>
                        </a:moveTo>
                        <a:cubicBezTo>
                          <a:pt x="333908" y="213493"/>
                          <a:pt x="425553" y="174022"/>
                          <a:pt x="445389" y="149319"/>
                        </a:cubicBezTo>
                        <a:cubicBezTo>
                          <a:pt x="444556" y="90478"/>
                          <a:pt x="317973" y="58874"/>
                          <a:pt x="299337" y="51973"/>
                        </a:cubicBezTo>
                        <a:lnTo>
                          <a:pt x="36771" y="0"/>
                        </a:lnTo>
                        <a:lnTo>
                          <a:pt x="15269" y="64708"/>
                        </a:lnTo>
                        <a:lnTo>
                          <a:pt x="0" y="273934"/>
                        </a:lnTo>
                        <a:cubicBezTo>
                          <a:pt x="144718" y="271267"/>
                          <a:pt x="198825" y="278068"/>
                          <a:pt x="263266" y="257699"/>
                        </a:cubicBezTo>
                        <a:close/>
                      </a:path>
                    </a:pathLst>
                  </a:custGeom>
                  <a:solidFill>
                    <a:srgbClr val="4C4646"/>
                  </a:solidFill>
                  <a:ln w="3329" cap="flat">
                    <a:noFill/>
                    <a:prstDash val="solid"/>
                    <a:miter/>
                  </a:ln>
                </p:spPr>
                <p:txBody>
                  <a:bodyPr rtlCol="0" anchor="ctr"/>
                  <a:lstStyle/>
                  <a:p>
                    <a:endParaRPr lang="en-US" dirty="0"/>
                  </a:p>
                </p:txBody>
              </p:sp>
              <p:sp>
                <p:nvSpPr>
                  <p:cNvPr id="103" name="Grafik 13">
                    <a:extLst>
                      <a:ext uri="{FF2B5EF4-FFF2-40B4-BE49-F238E27FC236}">
                        <a16:creationId xmlns:a16="http://schemas.microsoft.com/office/drawing/2014/main" id="{53AEDDEB-2210-2A0C-67FF-ECB27756DBD8}"/>
                      </a:ext>
                    </a:extLst>
                  </p:cNvPr>
                  <p:cNvSpPr/>
                  <p:nvPr/>
                </p:nvSpPr>
                <p:spPr bwMode="gray">
                  <a:xfrm>
                    <a:off x="5168048" y="3294867"/>
                    <a:ext cx="544837" cy="862304"/>
                  </a:xfrm>
                  <a:custGeom>
                    <a:avLst/>
                    <a:gdLst>
                      <a:gd name="connsiteX0" fmla="*/ 384164 w 384164"/>
                      <a:gd name="connsiteY0" fmla="*/ 436289 h 608010"/>
                      <a:gd name="connsiteX1" fmla="*/ 345093 w 384164"/>
                      <a:gd name="connsiteY1" fmla="*/ 74844 h 608010"/>
                      <a:gd name="connsiteX2" fmla="*/ 110630 w 384164"/>
                      <a:gd name="connsiteY2" fmla="*/ 6969 h 608010"/>
                      <a:gd name="connsiteX3" fmla="*/ 12018 w 384164"/>
                      <a:gd name="connsiteY3" fmla="*/ 161088 h 608010"/>
                      <a:gd name="connsiteX4" fmla="*/ 33287 w 384164"/>
                      <a:gd name="connsiteY4" fmla="*/ 608010 h 608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164" h="608010">
                        <a:moveTo>
                          <a:pt x="384164" y="436289"/>
                        </a:moveTo>
                        <a:cubicBezTo>
                          <a:pt x="384164" y="320908"/>
                          <a:pt x="384431" y="123183"/>
                          <a:pt x="345093" y="74844"/>
                        </a:cubicBezTo>
                        <a:cubicBezTo>
                          <a:pt x="269483" y="-18034"/>
                          <a:pt x="165803" y="-1832"/>
                          <a:pt x="110630" y="6969"/>
                        </a:cubicBezTo>
                        <a:cubicBezTo>
                          <a:pt x="60890" y="14970"/>
                          <a:pt x="29753" y="96080"/>
                          <a:pt x="12018" y="161088"/>
                        </a:cubicBezTo>
                        <a:cubicBezTo>
                          <a:pt x="-3784" y="219029"/>
                          <a:pt x="-10385" y="501364"/>
                          <a:pt x="33287" y="608010"/>
                        </a:cubicBezTo>
                        <a:close/>
                      </a:path>
                    </a:pathLst>
                  </a:custGeom>
                  <a:solidFill>
                    <a:srgbClr val="FFFFFF"/>
                  </a:solidFill>
                  <a:ln w="3329" cap="flat">
                    <a:noFill/>
                    <a:prstDash val="solid"/>
                    <a:miter/>
                  </a:ln>
                </p:spPr>
                <p:txBody>
                  <a:bodyPr rtlCol="0" anchor="ctr"/>
                  <a:lstStyle/>
                  <a:p>
                    <a:endParaRPr lang="en-US" dirty="0"/>
                  </a:p>
                </p:txBody>
              </p:sp>
              <p:sp>
                <p:nvSpPr>
                  <p:cNvPr id="104" name="Grafik 13">
                    <a:extLst>
                      <a:ext uri="{FF2B5EF4-FFF2-40B4-BE49-F238E27FC236}">
                        <a16:creationId xmlns:a16="http://schemas.microsoft.com/office/drawing/2014/main" id="{0DB634F3-AD97-B490-A14D-D309BCF6D185}"/>
                      </a:ext>
                    </a:extLst>
                  </p:cNvPr>
                  <p:cNvSpPr/>
                  <p:nvPr/>
                </p:nvSpPr>
                <p:spPr bwMode="gray">
                  <a:xfrm>
                    <a:off x="5190348" y="3427207"/>
                    <a:ext cx="551898" cy="753773"/>
                  </a:xfrm>
                  <a:custGeom>
                    <a:avLst/>
                    <a:gdLst>
                      <a:gd name="connsiteX0" fmla="*/ 45567 w 389143"/>
                      <a:gd name="connsiteY0" fmla="*/ 530433 h 531485"/>
                      <a:gd name="connsiteX1" fmla="*/ 385276 w 389143"/>
                      <a:gd name="connsiteY1" fmla="*/ 347876 h 531485"/>
                      <a:gd name="connsiteX2" fmla="*/ 389143 w 389143"/>
                      <a:gd name="connsiteY2" fmla="*/ 318473 h 531485"/>
                      <a:gd name="connsiteX3" fmla="*/ 299699 w 389143"/>
                      <a:gd name="connsiteY3" fmla="*/ 19769 h 531485"/>
                      <a:gd name="connsiteX4" fmla="*/ 194619 w 389143"/>
                      <a:gd name="connsiteY4" fmla="*/ 141784 h 531485"/>
                      <a:gd name="connsiteX5" fmla="*/ 280230 w 389143"/>
                      <a:gd name="connsiteY5" fmla="*/ 330608 h 531485"/>
                      <a:gd name="connsiteX6" fmla="*/ 761 w 389143"/>
                      <a:gd name="connsiteY6" fmla="*/ 425953 h 531485"/>
                      <a:gd name="connsiteX7" fmla="*/ 45567 w 389143"/>
                      <a:gd name="connsiteY7" fmla="*/ 530433 h 531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9143" h="531485">
                        <a:moveTo>
                          <a:pt x="45567" y="530433"/>
                        </a:moveTo>
                        <a:lnTo>
                          <a:pt x="385276" y="347876"/>
                        </a:lnTo>
                        <a:cubicBezTo>
                          <a:pt x="385476" y="343476"/>
                          <a:pt x="389143" y="323340"/>
                          <a:pt x="389143" y="318473"/>
                        </a:cubicBezTo>
                        <a:cubicBezTo>
                          <a:pt x="389143" y="203325"/>
                          <a:pt x="350305" y="56640"/>
                          <a:pt x="299699" y="19769"/>
                        </a:cubicBezTo>
                        <a:cubicBezTo>
                          <a:pt x="220522" y="-37838"/>
                          <a:pt x="157514" y="38838"/>
                          <a:pt x="194619" y="141784"/>
                        </a:cubicBezTo>
                        <a:cubicBezTo>
                          <a:pt x="235757" y="256032"/>
                          <a:pt x="297965" y="265566"/>
                          <a:pt x="280230" y="330608"/>
                        </a:cubicBezTo>
                        <a:cubicBezTo>
                          <a:pt x="264461" y="388515"/>
                          <a:pt x="-16474" y="241430"/>
                          <a:pt x="761" y="425953"/>
                        </a:cubicBezTo>
                        <a:cubicBezTo>
                          <a:pt x="1962" y="438588"/>
                          <a:pt x="4795" y="543034"/>
                          <a:pt x="45567" y="530433"/>
                        </a:cubicBezTo>
                        <a:close/>
                      </a:path>
                    </a:pathLst>
                  </a:custGeom>
                  <a:solidFill>
                    <a:srgbClr val="E6E6E6"/>
                  </a:solidFill>
                  <a:ln w="3329" cap="flat">
                    <a:noFill/>
                    <a:prstDash val="solid"/>
                    <a:miter/>
                  </a:ln>
                </p:spPr>
                <p:txBody>
                  <a:bodyPr rtlCol="0" anchor="ctr"/>
                  <a:lstStyle/>
                  <a:p>
                    <a:endParaRPr lang="en-US" dirty="0"/>
                  </a:p>
                </p:txBody>
              </p:sp>
              <p:sp>
                <p:nvSpPr>
                  <p:cNvPr id="105" name="Grafik 13">
                    <a:extLst>
                      <a:ext uri="{FF2B5EF4-FFF2-40B4-BE49-F238E27FC236}">
                        <a16:creationId xmlns:a16="http://schemas.microsoft.com/office/drawing/2014/main" id="{9A9B17E2-834E-32FE-4FA8-C13893F70496}"/>
                      </a:ext>
                    </a:extLst>
                  </p:cNvPr>
                  <p:cNvSpPr/>
                  <p:nvPr/>
                </p:nvSpPr>
                <p:spPr bwMode="gray">
                  <a:xfrm>
                    <a:off x="5477569" y="3398319"/>
                    <a:ext cx="204062" cy="204062"/>
                  </a:xfrm>
                  <a:custGeom>
                    <a:avLst/>
                    <a:gdLst>
                      <a:gd name="connsiteX0" fmla="*/ 143885 w 143884"/>
                      <a:gd name="connsiteY0" fmla="*/ 71942 h 143884"/>
                      <a:gd name="connsiteX1" fmla="*/ 71942 w 143884"/>
                      <a:gd name="connsiteY1" fmla="*/ 143885 h 143884"/>
                      <a:gd name="connsiteX2" fmla="*/ 0 w 143884"/>
                      <a:gd name="connsiteY2" fmla="*/ 71942 h 143884"/>
                      <a:gd name="connsiteX3" fmla="*/ 71942 w 143884"/>
                      <a:gd name="connsiteY3" fmla="*/ 0 h 143884"/>
                      <a:gd name="connsiteX4" fmla="*/ 143885 w 143884"/>
                      <a:gd name="connsiteY4" fmla="*/ 71942 h 143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884" h="143884">
                        <a:moveTo>
                          <a:pt x="143885" y="71942"/>
                        </a:moveTo>
                        <a:cubicBezTo>
                          <a:pt x="143885" y="111675"/>
                          <a:pt x="111675" y="143885"/>
                          <a:pt x="71942" y="143885"/>
                        </a:cubicBezTo>
                        <a:cubicBezTo>
                          <a:pt x="32210" y="143885"/>
                          <a:pt x="0" y="111675"/>
                          <a:pt x="0" y="71942"/>
                        </a:cubicBezTo>
                        <a:cubicBezTo>
                          <a:pt x="0" y="32210"/>
                          <a:pt x="32210" y="0"/>
                          <a:pt x="71942" y="0"/>
                        </a:cubicBezTo>
                        <a:cubicBezTo>
                          <a:pt x="111675" y="0"/>
                          <a:pt x="143885" y="32210"/>
                          <a:pt x="143885" y="71942"/>
                        </a:cubicBezTo>
                        <a:close/>
                      </a:path>
                    </a:pathLst>
                  </a:custGeom>
                  <a:solidFill>
                    <a:srgbClr val="FFFFFF"/>
                  </a:solidFill>
                  <a:ln w="3329" cap="flat">
                    <a:noFill/>
                    <a:prstDash val="solid"/>
                    <a:miter/>
                  </a:ln>
                </p:spPr>
                <p:txBody>
                  <a:bodyPr rtlCol="0" anchor="ctr"/>
                  <a:lstStyle/>
                  <a:p>
                    <a:endParaRPr lang="en-US" dirty="0"/>
                  </a:p>
                </p:txBody>
              </p:sp>
              <p:sp>
                <p:nvSpPr>
                  <p:cNvPr id="106" name="Grafik 13">
                    <a:extLst>
                      <a:ext uri="{FF2B5EF4-FFF2-40B4-BE49-F238E27FC236}">
                        <a16:creationId xmlns:a16="http://schemas.microsoft.com/office/drawing/2014/main" id="{29528B47-F3F8-3E88-5871-E16338D11335}"/>
                      </a:ext>
                    </a:extLst>
                  </p:cNvPr>
                  <p:cNvSpPr/>
                  <p:nvPr/>
                </p:nvSpPr>
                <p:spPr bwMode="gray">
                  <a:xfrm>
                    <a:off x="5664754" y="3721954"/>
                    <a:ext cx="356494" cy="275266"/>
                  </a:xfrm>
                  <a:custGeom>
                    <a:avLst/>
                    <a:gdLst>
                      <a:gd name="connsiteX0" fmla="*/ 0 w 251364"/>
                      <a:gd name="connsiteY0" fmla="*/ 108113 h 194090"/>
                      <a:gd name="connsiteX1" fmla="*/ 231329 w 251364"/>
                      <a:gd name="connsiteY1" fmla="*/ 194091 h 194090"/>
                      <a:gd name="connsiteX2" fmla="*/ 251365 w 251364"/>
                      <a:gd name="connsiteY2" fmla="*/ 155953 h 194090"/>
                      <a:gd name="connsiteX3" fmla="*/ 66908 w 251364"/>
                      <a:gd name="connsiteY3" fmla="*/ 0 h 194090"/>
                      <a:gd name="connsiteX4" fmla="*/ 0 w 251364"/>
                      <a:gd name="connsiteY4" fmla="*/ 108113 h 1940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364" h="194090">
                        <a:moveTo>
                          <a:pt x="0" y="108113"/>
                        </a:moveTo>
                        <a:lnTo>
                          <a:pt x="231329" y="194091"/>
                        </a:lnTo>
                        <a:lnTo>
                          <a:pt x="251365" y="155953"/>
                        </a:lnTo>
                        <a:lnTo>
                          <a:pt x="66908" y="0"/>
                        </a:lnTo>
                        <a:lnTo>
                          <a:pt x="0" y="108113"/>
                        </a:lnTo>
                        <a:close/>
                      </a:path>
                    </a:pathLst>
                  </a:custGeom>
                  <a:solidFill>
                    <a:srgbClr val="C09066"/>
                  </a:solidFill>
                  <a:ln w="3329" cap="flat">
                    <a:noFill/>
                    <a:prstDash val="solid"/>
                    <a:miter/>
                  </a:ln>
                </p:spPr>
                <p:txBody>
                  <a:bodyPr rtlCol="0" anchor="ctr"/>
                  <a:lstStyle/>
                  <a:p>
                    <a:endParaRPr lang="en-US" dirty="0"/>
                  </a:p>
                </p:txBody>
              </p:sp>
              <p:sp>
                <p:nvSpPr>
                  <p:cNvPr id="107" name="Grafik 13">
                    <a:extLst>
                      <a:ext uri="{FF2B5EF4-FFF2-40B4-BE49-F238E27FC236}">
                        <a16:creationId xmlns:a16="http://schemas.microsoft.com/office/drawing/2014/main" id="{08CD24E2-A08B-7CCD-7BAA-00BF685A43B8}"/>
                      </a:ext>
                    </a:extLst>
                  </p:cNvPr>
                  <p:cNvSpPr/>
                  <p:nvPr/>
                </p:nvSpPr>
                <p:spPr bwMode="gray">
                  <a:xfrm>
                    <a:off x="5660498" y="3721954"/>
                    <a:ext cx="194748" cy="189500"/>
                  </a:xfrm>
                  <a:custGeom>
                    <a:avLst/>
                    <a:gdLst>
                      <a:gd name="connsiteX0" fmla="*/ 0 w 137317"/>
                      <a:gd name="connsiteY0" fmla="*/ 108380 h 133616"/>
                      <a:gd name="connsiteX1" fmla="*/ 69242 w 137317"/>
                      <a:gd name="connsiteY1" fmla="*/ 133617 h 133616"/>
                      <a:gd name="connsiteX2" fmla="*/ 137317 w 137317"/>
                      <a:gd name="connsiteY2" fmla="*/ 57507 h 133616"/>
                      <a:gd name="connsiteX3" fmla="*/ 71309 w 137317"/>
                      <a:gd name="connsiteY3" fmla="*/ 0 h 133616"/>
                    </a:gdLst>
                    <a:ahLst/>
                    <a:cxnLst>
                      <a:cxn ang="0">
                        <a:pos x="connsiteX0" y="connsiteY0"/>
                      </a:cxn>
                      <a:cxn ang="0">
                        <a:pos x="connsiteX1" y="connsiteY1"/>
                      </a:cxn>
                      <a:cxn ang="0">
                        <a:pos x="connsiteX2" y="connsiteY2"/>
                      </a:cxn>
                      <a:cxn ang="0">
                        <a:pos x="connsiteX3" y="connsiteY3"/>
                      </a:cxn>
                    </a:cxnLst>
                    <a:rect l="l" t="t" r="r" b="b"/>
                    <a:pathLst>
                      <a:path w="137317" h="133616">
                        <a:moveTo>
                          <a:pt x="0" y="108380"/>
                        </a:moveTo>
                        <a:lnTo>
                          <a:pt x="69242" y="133617"/>
                        </a:lnTo>
                        <a:cubicBezTo>
                          <a:pt x="93945" y="106680"/>
                          <a:pt x="104446" y="88411"/>
                          <a:pt x="137317" y="57507"/>
                        </a:cubicBezTo>
                        <a:lnTo>
                          <a:pt x="71309" y="0"/>
                        </a:lnTo>
                        <a:close/>
                      </a:path>
                    </a:pathLst>
                  </a:custGeom>
                  <a:solidFill>
                    <a:srgbClr val="FFFFFF"/>
                  </a:solidFill>
                  <a:ln w="3329" cap="flat">
                    <a:noFill/>
                    <a:prstDash val="solid"/>
                    <a:miter/>
                  </a:ln>
                </p:spPr>
                <p:txBody>
                  <a:bodyPr rtlCol="0" anchor="ctr"/>
                  <a:lstStyle/>
                  <a:p>
                    <a:endParaRPr lang="en-US" dirty="0"/>
                  </a:p>
                </p:txBody>
              </p:sp>
              <p:sp>
                <p:nvSpPr>
                  <p:cNvPr id="108" name="Grafik 13">
                    <a:extLst>
                      <a:ext uri="{FF2B5EF4-FFF2-40B4-BE49-F238E27FC236}">
                        <a16:creationId xmlns:a16="http://schemas.microsoft.com/office/drawing/2014/main" id="{C53939C7-721F-1847-F102-308D6A303253}"/>
                      </a:ext>
                    </a:extLst>
                  </p:cNvPr>
                  <p:cNvSpPr/>
                  <p:nvPr/>
                </p:nvSpPr>
                <p:spPr bwMode="gray">
                  <a:xfrm>
                    <a:off x="5480265" y="3455244"/>
                    <a:ext cx="281366" cy="385147"/>
                  </a:xfrm>
                  <a:custGeom>
                    <a:avLst/>
                    <a:gdLst>
                      <a:gd name="connsiteX0" fmla="*/ 198392 w 198391"/>
                      <a:gd name="connsiteY0" fmla="*/ 188057 h 271567"/>
                      <a:gd name="connsiteX1" fmla="*/ 135450 w 198391"/>
                      <a:gd name="connsiteY1" fmla="*/ 0 h 271567"/>
                      <a:gd name="connsiteX2" fmla="*/ 0 w 198391"/>
                      <a:gd name="connsiteY2" fmla="*/ 48039 h 271567"/>
                      <a:gd name="connsiteX3" fmla="*/ 101279 w 198391"/>
                      <a:gd name="connsiteY3" fmla="*/ 271567 h 271567"/>
                      <a:gd name="connsiteX4" fmla="*/ 198392 w 198391"/>
                      <a:gd name="connsiteY4" fmla="*/ 188057 h 2715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391" h="271567">
                        <a:moveTo>
                          <a:pt x="198392" y="188057"/>
                        </a:moveTo>
                        <a:lnTo>
                          <a:pt x="135450" y="0"/>
                        </a:lnTo>
                        <a:lnTo>
                          <a:pt x="0" y="48039"/>
                        </a:lnTo>
                        <a:lnTo>
                          <a:pt x="101279" y="271567"/>
                        </a:lnTo>
                        <a:lnTo>
                          <a:pt x="198392" y="188057"/>
                        </a:lnTo>
                        <a:close/>
                      </a:path>
                    </a:pathLst>
                  </a:custGeom>
                  <a:solidFill>
                    <a:srgbClr val="FFFFFF"/>
                  </a:solidFill>
                  <a:ln w="3329" cap="flat">
                    <a:noFill/>
                    <a:prstDash val="solid"/>
                    <a:miter/>
                  </a:ln>
                </p:spPr>
                <p:txBody>
                  <a:bodyPr rtlCol="0" anchor="ctr"/>
                  <a:lstStyle/>
                  <a:p>
                    <a:endParaRPr lang="en-US" dirty="0"/>
                  </a:p>
                </p:txBody>
              </p:sp>
              <p:sp>
                <p:nvSpPr>
                  <p:cNvPr id="109" name="Grafik 13">
                    <a:extLst>
                      <a:ext uri="{FF2B5EF4-FFF2-40B4-BE49-F238E27FC236}">
                        <a16:creationId xmlns:a16="http://schemas.microsoft.com/office/drawing/2014/main" id="{495CF035-B4F3-4B19-D5EF-16C02315DF4F}"/>
                      </a:ext>
                    </a:extLst>
                  </p:cNvPr>
                  <p:cNvSpPr/>
                  <p:nvPr/>
                </p:nvSpPr>
                <p:spPr bwMode="gray">
                  <a:xfrm>
                    <a:off x="5611516" y="3702191"/>
                    <a:ext cx="184110" cy="184110"/>
                  </a:xfrm>
                  <a:custGeom>
                    <a:avLst/>
                    <a:gdLst>
                      <a:gd name="connsiteX0" fmla="*/ 129816 w 129816"/>
                      <a:gd name="connsiteY0" fmla="*/ 64908 h 129816"/>
                      <a:gd name="connsiteX1" fmla="*/ 64908 w 129816"/>
                      <a:gd name="connsiteY1" fmla="*/ 129816 h 129816"/>
                      <a:gd name="connsiteX2" fmla="*/ 0 w 129816"/>
                      <a:gd name="connsiteY2" fmla="*/ 64908 h 129816"/>
                      <a:gd name="connsiteX3" fmla="*/ 64908 w 129816"/>
                      <a:gd name="connsiteY3" fmla="*/ 0 h 129816"/>
                      <a:gd name="connsiteX4" fmla="*/ 129816 w 129816"/>
                      <a:gd name="connsiteY4" fmla="*/ 64908 h 129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816" h="129816">
                        <a:moveTo>
                          <a:pt x="129816" y="64908"/>
                        </a:moveTo>
                        <a:cubicBezTo>
                          <a:pt x="129816" y="100756"/>
                          <a:pt x="100756" y="129816"/>
                          <a:pt x="64908" y="129816"/>
                        </a:cubicBezTo>
                        <a:cubicBezTo>
                          <a:pt x="29060" y="129816"/>
                          <a:pt x="0" y="100756"/>
                          <a:pt x="0" y="64908"/>
                        </a:cubicBezTo>
                        <a:cubicBezTo>
                          <a:pt x="0" y="29060"/>
                          <a:pt x="29060" y="0"/>
                          <a:pt x="64908" y="0"/>
                        </a:cubicBezTo>
                        <a:cubicBezTo>
                          <a:pt x="100756" y="0"/>
                          <a:pt x="129816" y="29060"/>
                          <a:pt x="129816" y="64908"/>
                        </a:cubicBezTo>
                        <a:close/>
                      </a:path>
                    </a:pathLst>
                  </a:custGeom>
                  <a:solidFill>
                    <a:srgbClr val="FFFFFF"/>
                  </a:solidFill>
                  <a:ln w="3329" cap="flat">
                    <a:noFill/>
                    <a:prstDash val="solid"/>
                    <a:miter/>
                  </a:ln>
                </p:spPr>
                <p:txBody>
                  <a:bodyPr rtlCol="0" anchor="ctr"/>
                  <a:lstStyle/>
                  <a:p>
                    <a:endParaRPr lang="en-US" dirty="0"/>
                  </a:p>
                </p:txBody>
              </p:sp>
              <p:sp>
                <p:nvSpPr>
                  <p:cNvPr id="110" name="Grafik 13">
                    <a:extLst>
                      <a:ext uri="{FF2B5EF4-FFF2-40B4-BE49-F238E27FC236}">
                        <a16:creationId xmlns:a16="http://schemas.microsoft.com/office/drawing/2014/main" id="{1DA8A6A3-BCF9-A05B-5FAD-3BD03BBB3732}"/>
                      </a:ext>
                    </a:extLst>
                  </p:cNvPr>
                  <p:cNvSpPr/>
                  <p:nvPr/>
                </p:nvSpPr>
                <p:spPr bwMode="gray">
                  <a:xfrm>
                    <a:off x="5569861" y="3156573"/>
                    <a:ext cx="14609" cy="23356"/>
                  </a:xfrm>
                  <a:custGeom>
                    <a:avLst/>
                    <a:gdLst>
                      <a:gd name="connsiteX0" fmla="*/ 10301 w 10301"/>
                      <a:gd name="connsiteY0" fmla="*/ 0 h 16468"/>
                      <a:gd name="connsiteX1" fmla="*/ 0 w 10301"/>
                      <a:gd name="connsiteY1" fmla="*/ 16469 h 16468"/>
                    </a:gdLst>
                    <a:ahLst/>
                    <a:cxnLst>
                      <a:cxn ang="0">
                        <a:pos x="connsiteX0" y="connsiteY0"/>
                      </a:cxn>
                      <a:cxn ang="0">
                        <a:pos x="connsiteX1" y="connsiteY1"/>
                      </a:cxn>
                    </a:cxnLst>
                    <a:rect l="l" t="t" r="r" b="b"/>
                    <a:pathLst>
                      <a:path w="10301" h="16468">
                        <a:moveTo>
                          <a:pt x="10301" y="0"/>
                        </a:moveTo>
                        <a:cubicBezTo>
                          <a:pt x="6064" y="4944"/>
                          <a:pt x="2590" y="10495"/>
                          <a:pt x="0" y="16469"/>
                        </a:cubicBezTo>
                      </a:path>
                    </a:pathLst>
                  </a:custGeom>
                  <a:noFill/>
                  <a:ln w="3230" cap="flat">
                    <a:solidFill>
                      <a:srgbClr val="8A5942"/>
                    </a:solidFill>
                    <a:prstDash val="solid"/>
                    <a:round/>
                  </a:ln>
                </p:spPr>
                <p:txBody>
                  <a:bodyPr rtlCol="0" anchor="ctr"/>
                  <a:lstStyle/>
                  <a:p>
                    <a:endParaRPr lang="en-US" dirty="0"/>
                  </a:p>
                </p:txBody>
              </p:sp>
              <p:sp>
                <p:nvSpPr>
                  <p:cNvPr id="111" name="Grafik 13">
                    <a:extLst>
                      <a:ext uri="{FF2B5EF4-FFF2-40B4-BE49-F238E27FC236}">
                        <a16:creationId xmlns:a16="http://schemas.microsoft.com/office/drawing/2014/main" id="{9DA1C806-CE7D-A91B-CBA1-4516D0D5FBBD}"/>
                      </a:ext>
                    </a:extLst>
                  </p:cNvPr>
                  <p:cNvSpPr/>
                  <p:nvPr/>
                </p:nvSpPr>
                <p:spPr bwMode="gray">
                  <a:xfrm>
                    <a:off x="5553218" y="3090570"/>
                    <a:ext cx="18297" cy="9455"/>
                  </a:xfrm>
                  <a:custGeom>
                    <a:avLst/>
                    <a:gdLst>
                      <a:gd name="connsiteX0" fmla="*/ 12902 w 12901"/>
                      <a:gd name="connsiteY0" fmla="*/ 0 h 6667"/>
                      <a:gd name="connsiteX1" fmla="*/ 0 w 12901"/>
                      <a:gd name="connsiteY1" fmla="*/ 6667 h 6667"/>
                    </a:gdLst>
                    <a:ahLst/>
                    <a:cxnLst>
                      <a:cxn ang="0">
                        <a:pos x="connsiteX0" y="connsiteY0"/>
                      </a:cxn>
                      <a:cxn ang="0">
                        <a:pos x="connsiteX1" y="connsiteY1"/>
                      </a:cxn>
                    </a:cxnLst>
                    <a:rect l="l" t="t" r="r" b="b"/>
                    <a:pathLst>
                      <a:path w="12901" h="6667">
                        <a:moveTo>
                          <a:pt x="12902" y="0"/>
                        </a:moveTo>
                        <a:cubicBezTo>
                          <a:pt x="8294" y="1570"/>
                          <a:pt x="3947" y="3817"/>
                          <a:pt x="0" y="6667"/>
                        </a:cubicBezTo>
                      </a:path>
                    </a:pathLst>
                  </a:custGeom>
                  <a:noFill/>
                  <a:ln w="3230" cap="flat">
                    <a:solidFill>
                      <a:srgbClr val="8A5942"/>
                    </a:solidFill>
                    <a:prstDash val="solid"/>
                    <a:round/>
                  </a:ln>
                </p:spPr>
                <p:txBody>
                  <a:bodyPr rtlCol="0" anchor="ctr"/>
                  <a:lstStyle/>
                  <a:p>
                    <a:endParaRPr lang="en-US" dirty="0"/>
                  </a:p>
                </p:txBody>
              </p:sp>
              <p:sp>
                <p:nvSpPr>
                  <p:cNvPr id="112" name="Grafik 13">
                    <a:extLst>
                      <a:ext uri="{FF2B5EF4-FFF2-40B4-BE49-F238E27FC236}">
                        <a16:creationId xmlns:a16="http://schemas.microsoft.com/office/drawing/2014/main" id="{DA5BEB48-50A7-1F82-5601-9095A0F4111A}"/>
                      </a:ext>
                    </a:extLst>
                  </p:cNvPr>
                  <p:cNvSpPr/>
                  <p:nvPr/>
                </p:nvSpPr>
                <p:spPr bwMode="gray">
                  <a:xfrm>
                    <a:off x="5550381" y="3081823"/>
                    <a:ext cx="16074" cy="2458"/>
                  </a:xfrm>
                  <a:custGeom>
                    <a:avLst/>
                    <a:gdLst>
                      <a:gd name="connsiteX0" fmla="*/ 0 w 11334"/>
                      <a:gd name="connsiteY0" fmla="*/ 0 h 1733"/>
                      <a:gd name="connsiteX1" fmla="*/ 11335 w 11334"/>
                      <a:gd name="connsiteY1" fmla="*/ 1734 h 1733"/>
                    </a:gdLst>
                    <a:ahLst/>
                    <a:cxnLst>
                      <a:cxn ang="0">
                        <a:pos x="connsiteX0" y="connsiteY0"/>
                      </a:cxn>
                      <a:cxn ang="0">
                        <a:pos x="connsiteX1" y="connsiteY1"/>
                      </a:cxn>
                    </a:cxnLst>
                    <a:rect l="l" t="t" r="r" b="b"/>
                    <a:pathLst>
                      <a:path w="11334" h="1733">
                        <a:moveTo>
                          <a:pt x="0" y="0"/>
                        </a:moveTo>
                        <a:cubicBezTo>
                          <a:pt x="3667" y="1147"/>
                          <a:pt x="7491" y="1734"/>
                          <a:pt x="11335" y="1734"/>
                        </a:cubicBezTo>
                      </a:path>
                    </a:pathLst>
                  </a:custGeom>
                  <a:noFill/>
                  <a:ln w="3230" cap="flat">
                    <a:solidFill>
                      <a:srgbClr val="8A5942"/>
                    </a:solidFill>
                    <a:prstDash val="solid"/>
                    <a:round/>
                  </a:ln>
                </p:spPr>
                <p:txBody>
                  <a:bodyPr rtlCol="0" anchor="ctr"/>
                  <a:lstStyle/>
                  <a:p>
                    <a:endParaRPr lang="en-US" dirty="0"/>
                  </a:p>
                </p:txBody>
              </p:sp>
              <p:sp>
                <p:nvSpPr>
                  <p:cNvPr id="113" name="Grafik 13">
                    <a:extLst>
                      <a:ext uri="{FF2B5EF4-FFF2-40B4-BE49-F238E27FC236}">
                        <a16:creationId xmlns:a16="http://schemas.microsoft.com/office/drawing/2014/main" id="{36737B27-4646-EC8E-BF4E-167472EB3F35}"/>
                      </a:ext>
                    </a:extLst>
                  </p:cNvPr>
                  <p:cNvSpPr/>
                  <p:nvPr/>
                </p:nvSpPr>
                <p:spPr bwMode="gray">
                  <a:xfrm>
                    <a:off x="5591326" y="3165463"/>
                    <a:ext cx="38495" cy="21489"/>
                  </a:xfrm>
                  <a:custGeom>
                    <a:avLst/>
                    <a:gdLst>
                      <a:gd name="connsiteX0" fmla="*/ 0 w 27143"/>
                      <a:gd name="connsiteY0" fmla="*/ 0 h 15152"/>
                      <a:gd name="connsiteX1" fmla="*/ 25070 w 27143"/>
                      <a:gd name="connsiteY1" fmla="*/ 15102 h 15152"/>
                      <a:gd name="connsiteX2" fmla="*/ 18402 w 27143"/>
                      <a:gd name="connsiteY2" fmla="*/ 3300 h 15152"/>
                      <a:gd name="connsiteX3" fmla="*/ 0 w 27143"/>
                      <a:gd name="connsiteY3" fmla="*/ 0 h 15152"/>
                    </a:gdLst>
                    <a:ahLst/>
                    <a:cxnLst>
                      <a:cxn ang="0">
                        <a:pos x="connsiteX0" y="connsiteY0"/>
                      </a:cxn>
                      <a:cxn ang="0">
                        <a:pos x="connsiteX1" y="connsiteY1"/>
                      </a:cxn>
                      <a:cxn ang="0">
                        <a:pos x="connsiteX2" y="connsiteY2"/>
                      </a:cxn>
                      <a:cxn ang="0">
                        <a:pos x="connsiteX3" y="connsiteY3"/>
                      </a:cxn>
                    </a:cxnLst>
                    <a:rect l="l" t="t" r="r" b="b"/>
                    <a:pathLst>
                      <a:path w="27143" h="15152">
                        <a:moveTo>
                          <a:pt x="0" y="0"/>
                        </a:moveTo>
                        <a:cubicBezTo>
                          <a:pt x="4404" y="9758"/>
                          <a:pt x="14385" y="15772"/>
                          <a:pt x="25070" y="15102"/>
                        </a:cubicBezTo>
                        <a:cubicBezTo>
                          <a:pt x="25070" y="15102"/>
                          <a:pt x="32804" y="4334"/>
                          <a:pt x="18402" y="3300"/>
                        </a:cubicBezTo>
                        <a:cubicBezTo>
                          <a:pt x="12135" y="3167"/>
                          <a:pt x="5924" y="2054"/>
                          <a:pt x="0" y="0"/>
                        </a:cubicBezTo>
                        <a:close/>
                      </a:path>
                    </a:pathLst>
                  </a:custGeom>
                  <a:solidFill>
                    <a:srgbClr val="8A5942"/>
                  </a:solidFill>
                  <a:ln w="3329" cap="flat">
                    <a:noFill/>
                    <a:prstDash val="solid"/>
                    <a:miter/>
                  </a:ln>
                </p:spPr>
                <p:txBody>
                  <a:bodyPr rtlCol="0" anchor="ctr"/>
                  <a:lstStyle/>
                  <a:p>
                    <a:endParaRPr lang="en-US" dirty="0"/>
                  </a:p>
                </p:txBody>
              </p:sp>
              <p:sp>
                <p:nvSpPr>
                  <p:cNvPr id="114" name="Grafik 13">
                    <a:extLst>
                      <a:ext uri="{FF2B5EF4-FFF2-40B4-BE49-F238E27FC236}">
                        <a16:creationId xmlns:a16="http://schemas.microsoft.com/office/drawing/2014/main" id="{1C0F3B42-37AF-774C-B367-844C5163BDAA}"/>
                      </a:ext>
                    </a:extLst>
                  </p:cNvPr>
                  <p:cNvSpPr/>
                  <p:nvPr/>
                </p:nvSpPr>
                <p:spPr bwMode="gray">
                  <a:xfrm>
                    <a:off x="5591137" y="3165368"/>
                    <a:ext cx="38685" cy="21465"/>
                  </a:xfrm>
                  <a:custGeom>
                    <a:avLst/>
                    <a:gdLst>
                      <a:gd name="connsiteX0" fmla="*/ 25203 w 27277"/>
                      <a:gd name="connsiteY0" fmla="*/ 15135 h 15135"/>
                      <a:gd name="connsiteX1" fmla="*/ 18536 w 27277"/>
                      <a:gd name="connsiteY1" fmla="*/ 3334 h 15135"/>
                      <a:gd name="connsiteX2" fmla="*/ 0 w 27277"/>
                      <a:gd name="connsiteY2" fmla="*/ 0 h 15135"/>
                    </a:gdLst>
                    <a:ahLst/>
                    <a:cxnLst>
                      <a:cxn ang="0">
                        <a:pos x="connsiteX0" y="connsiteY0"/>
                      </a:cxn>
                      <a:cxn ang="0">
                        <a:pos x="connsiteX1" y="connsiteY1"/>
                      </a:cxn>
                      <a:cxn ang="0">
                        <a:pos x="connsiteX2" y="connsiteY2"/>
                      </a:cxn>
                    </a:cxnLst>
                    <a:rect l="l" t="t" r="r" b="b"/>
                    <a:pathLst>
                      <a:path w="27277" h="15135">
                        <a:moveTo>
                          <a:pt x="25203" y="15135"/>
                        </a:moveTo>
                        <a:cubicBezTo>
                          <a:pt x="25203" y="15135"/>
                          <a:pt x="32937" y="4434"/>
                          <a:pt x="18536" y="3334"/>
                        </a:cubicBezTo>
                        <a:cubicBezTo>
                          <a:pt x="12238" y="3044"/>
                          <a:pt x="6004" y="1920"/>
                          <a:pt x="0" y="0"/>
                        </a:cubicBezTo>
                      </a:path>
                    </a:pathLst>
                  </a:custGeom>
                  <a:solidFill>
                    <a:srgbClr val="8A5942"/>
                  </a:solidFill>
                  <a:ln w="3329" cap="flat">
                    <a:noFill/>
                    <a:prstDash val="solid"/>
                    <a:miter/>
                  </a:ln>
                </p:spPr>
                <p:txBody>
                  <a:bodyPr rtlCol="0" anchor="ctr"/>
                  <a:lstStyle/>
                  <a:p>
                    <a:endParaRPr lang="en-US" dirty="0"/>
                  </a:p>
                </p:txBody>
              </p:sp>
              <p:sp>
                <p:nvSpPr>
                  <p:cNvPr id="115" name="Grafik 13">
                    <a:extLst>
                      <a:ext uri="{FF2B5EF4-FFF2-40B4-BE49-F238E27FC236}">
                        <a16:creationId xmlns:a16="http://schemas.microsoft.com/office/drawing/2014/main" id="{74265294-7924-E71D-607C-43B8ED4655C1}"/>
                      </a:ext>
                    </a:extLst>
                  </p:cNvPr>
                  <p:cNvSpPr/>
                  <p:nvPr/>
                </p:nvSpPr>
                <p:spPr bwMode="gray">
                  <a:xfrm>
                    <a:off x="5066512" y="3534250"/>
                    <a:ext cx="80376" cy="651337"/>
                  </a:xfrm>
                  <a:custGeom>
                    <a:avLst/>
                    <a:gdLst>
                      <a:gd name="connsiteX0" fmla="*/ 0 w 56673"/>
                      <a:gd name="connsiteY0" fmla="*/ 0 h 459257"/>
                      <a:gd name="connsiteX1" fmla="*/ 0 w 56673"/>
                      <a:gd name="connsiteY1" fmla="*/ 0 h 459257"/>
                      <a:gd name="connsiteX2" fmla="*/ 56674 w 56673"/>
                      <a:gd name="connsiteY2" fmla="*/ 56674 h 459257"/>
                      <a:gd name="connsiteX3" fmla="*/ 56674 w 56673"/>
                      <a:gd name="connsiteY3" fmla="*/ 459257 h 459257"/>
                      <a:gd name="connsiteX4" fmla="*/ 56674 w 56673"/>
                      <a:gd name="connsiteY4" fmla="*/ 459257 h 459257"/>
                      <a:gd name="connsiteX5" fmla="*/ 56674 w 56673"/>
                      <a:gd name="connsiteY5" fmla="*/ 459257 h 459257"/>
                      <a:gd name="connsiteX6" fmla="*/ 0 w 56673"/>
                      <a:gd name="connsiteY6" fmla="*/ 402584 h 459257"/>
                      <a:gd name="connsiteX7" fmla="*/ 0 w 56673"/>
                      <a:gd name="connsiteY7" fmla="*/ 0 h 459257"/>
                      <a:gd name="connsiteX8" fmla="*/ 0 w 56673"/>
                      <a:gd name="connsiteY8" fmla="*/ 0 h 459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73" h="459257">
                        <a:moveTo>
                          <a:pt x="0" y="0"/>
                        </a:moveTo>
                        <a:lnTo>
                          <a:pt x="0" y="0"/>
                        </a:lnTo>
                        <a:cubicBezTo>
                          <a:pt x="31301" y="0"/>
                          <a:pt x="56674" y="25373"/>
                          <a:pt x="56674" y="56674"/>
                        </a:cubicBezTo>
                        <a:lnTo>
                          <a:pt x="56674" y="459257"/>
                        </a:lnTo>
                        <a:lnTo>
                          <a:pt x="56674" y="459257"/>
                        </a:lnTo>
                        <a:lnTo>
                          <a:pt x="56674" y="459257"/>
                        </a:lnTo>
                        <a:cubicBezTo>
                          <a:pt x="25373" y="459257"/>
                          <a:pt x="0" y="433884"/>
                          <a:pt x="0" y="402584"/>
                        </a:cubicBezTo>
                        <a:lnTo>
                          <a:pt x="0" y="0"/>
                        </a:lnTo>
                        <a:lnTo>
                          <a:pt x="0" y="0"/>
                        </a:lnTo>
                        <a:close/>
                      </a:path>
                    </a:pathLst>
                  </a:custGeom>
                  <a:solidFill>
                    <a:srgbClr val="404040"/>
                  </a:solidFill>
                  <a:ln w="3329" cap="flat">
                    <a:noFill/>
                    <a:prstDash val="solid"/>
                    <a:miter/>
                  </a:ln>
                </p:spPr>
                <p:txBody>
                  <a:bodyPr rtlCol="0" anchor="ctr"/>
                  <a:lstStyle/>
                  <a:p>
                    <a:endParaRPr lang="en-US" dirty="0"/>
                  </a:p>
                </p:txBody>
              </p:sp>
              <p:sp>
                <p:nvSpPr>
                  <p:cNvPr id="116" name="Grafik 13">
                    <a:extLst>
                      <a:ext uri="{FF2B5EF4-FFF2-40B4-BE49-F238E27FC236}">
                        <a16:creationId xmlns:a16="http://schemas.microsoft.com/office/drawing/2014/main" id="{6EBFC715-66D3-C69D-4926-0FAA72C1C8BB}"/>
                      </a:ext>
                    </a:extLst>
                  </p:cNvPr>
                  <p:cNvSpPr/>
                  <p:nvPr/>
                </p:nvSpPr>
                <p:spPr bwMode="gray">
                  <a:xfrm rot="16200000">
                    <a:off x="5438634" y="3900273"/>
                    <a:ext cx="80376" cy="651005"/>
                  </a:xfrm>
                  <a:custGeom>
                    <a:avLst/>
                    <a:gdLst>
                      <a:gd name="connsiteX0" fmla="*/ 56674 w 56673"/>
                      <a:gd name="connsiteY0" fmla="*/ 0 h 459023"/>
                      <a:gd name="connsiteX1" fmla="*/ 56674 w 56673"/>
                      <a:gd name="connsiteY1" fmla="*/ 0 h 459023"/>
                      <a:gd name="connsiteX2" fmla="*/ 56674 w 56673"/>
                      <a:gd name="connsiteY2" fmla="*/ 0 h 459023"/>
                      <a:gd name="connsiteX3" fmla="*/ 56674 w 56673"/>
                      <a:gd name="connsiteY3" fmla="*/ 402350 h 459023"/>
                      <a:gd name="connsiteX4" fmla="*/ 0 w 56673"/>
                      <a:gd name="connsiteY4" fmla="*/ 459024 h 459023"/>
                      <a:gd name="connsiteX5" fmla="*/ 0 w 56673"/>
                      <a:gd name="connsiteY5" fmla="*/ 459024 h 459023"/>
                      <a:gd name="connsiteX6" fmla="*/ 0 w 56673"/>
                      <a:gd name="connsiteY6" fmla="*/ 459024 h 459023"/>
                      <a:gd name="connsiteX7" fmla="*/ 0 w 56673"/>
                      <a:gd name="connsiteY7" fmla="*/ 56807 h 459023"/>
                      <a:gd name="connsiteX8" fmla="*/ 56540 w 56673"/>
                      <a:gd name="connsiteY8" fmla="*/ 0 h 459023"/>
                      <a:gd name="connsiteX9" fmla="*/ 56674 w 56673"/>
                      <a:gd name="connsiteY9" fmla="*/ 0 h 459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673" h="459023">
                        <a:moveTo>
                          <a:pt x="56674" y="0"/>
                        </a:moveTo>
                        <a:lnTo>
                          <a:pt x="56674" y="0"/>
                        </a:lnTo>
                        <a:lnTo>
                          <a:pt x="56674" y="0"/>
                        </a:lnTo>
                        <a:lnTo>
                          <a:pt x="56674" y="402350"/>
                        </a:lnTo>
                        <a:cubicBezTo>
                          <a:pt x="56674" y="433651"/>
                          <a:pt x="31301" y="459024"/>
                          <a:pt x="0" y="459024"/>
                        </a:cubicBezTo>
                        <a:lnTo>
                          <a:pt x="0" y="459024"/>
                        </a:lnTo>
                        <a:lnTo>
                          <a:pt x="0" y="459024"/>
                        </a:lnTo>
                        <a:lnTo>
                          <a:pt x="0" y="56807"/>
                        </a:lnTo>
                        <a:cubicBezTo>
                          <a:pt x="-73" y="25507"/>
                          <a:pt x="25240" y="73"/>
                          <a:pt x="56540" y="0"/>
                        </a:cubicBezTo>
                        <a:cubicBezTo>
                          <a:pt x="56584" y="0"/>
                          <a:pt x="56631" y="0"/>
                          <a:pt x="56674" y="0"/>
                        </a:cubicBezTo>
                        <a:close/>
                      </a:path>
                    </a:pathLst>
                  </a:custGeom>
                  <a:solidFill>
                    <a:srgbClr val="404040"/>
                  </a:solidFill>
                  <a:ln w="3329" cap="flat">
                    <a:noFill/>
                    <a:prstDash val="solid"/>
                    <a:miter/>
                  </a:ln>
                </p:spPr>
                <p:txBody>
                  <a:bodyPr rtlCol="0" anchor="ctr"/>
                  <a:lstStyle/>
                  <a:p>
                    <a:endParaRPr lang="en-US" dirty="0"/>
                  </a:p>
                </p:txBody>
              </p:sp>
              <p:sp>
                <p:nvSpPr>
                  <p:cNvPr id="117" name="Grafik 13">
                    <a:extLst>
                      <a:ext uri="{FF2B5EF4-FFF2-40B4-BE49-F238E27FC236}">
                        <a16:creationId xmlns:a16="http://schemas.microsoft.com/office/drawing/2014/main" id="{E97CF70A-CD6D-DB4D-341E-D3E7201C38F7}"/>
                      </a:ext>
                    </a:extLst>
                  </p:cNvPr>
                  <p:cNvSpPr/>
                  <p:nvPr/>
                </p:nvSpPr>
                <p:spPr bwMode="gray">
                  <a:xfrm rot="16200000">
                    <a:off x="5698889" y="4005921"/>
                    <a:ext cx="80376" cy="439708"/>
                  </a:xfrm>
                  <a:custGeom>
                    <a:avLst/>
                    <a:gdLst>
                      <a:gd name="connsiteX0" fmla="*/ 56674 w 56673"/>
                      <a:gd name="connsiteY0" fmla="*/ 0 h 310038"/>
                      <a:gd name="connsiteX1" fmla="*/ 56674 w 56673"/>
                      <a:gd name="connsiteY1" fmla="*/ 0 h 310038"/>
                      <a:gd name="connsiteX2" fmla="*/ 56674 w 56673"/>
                      <a:gd name="connsiteY2" fmla="*/ 0 h 310038"/>
                      <a:gd name="connsiteX3" fmla="*/ 56674 w 56673"/>
                      <a:gd name="connsiteY3" fmla="*/ 253365 h 310038"/>
                      <a:gd name="connsiteX4" fmla="*/ 0 w 56673"/>
                      <a:gd name="connsiteY4" fmla="*/ 310039 h 310038"/>
                      <a:gd name="connsiteX5" fmla="*/ 0 w 56673"/>
                      <a:gd name="connsiteY5" fmla="*/ 310039 h 310038"/>
                      <a:gd name="connsiteX6" fmla="*/ 0 w 56673"/>
                      <a:gd name="connsiteY6" fmla="*/ 310039 h 310038"/>
                      <a:gd name="connsiteX7" fmla="*/ 0 w 56673"/>
                      <a:gd name="connsiteY7" fmla="*/ 56674 h 310038"/>
                      <a:gd name="connsiteX8" fmla="*/ 56674 w 56673"/>
                      <a:gd name="connsiteY8" fmla="*/ 0 h 310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73" h="310038">
                        <a:moveTo>
                          <a:pt x="56674" y="0"/>
                        </a:moveTo>
                        <a:lnTo>
                          <a:pt x="56674" y="0"/>
                        </a:lnTo>
                        <a:lnTo>
                          <a:pt x="56674" y="0"/>
                        </a:lnTo>
                        <a:lnTo>
                          <a:pt x="56674" y="253365"/>
                        </a:lnTo>
                        <a:cubicBezTo>
                          <a:pt x="56674" y="284665"/>
                          <a:pt x="31300" y="310039"/>
                          <a:pt x="0" y="310039"/>
                        </a:cubicBezTo>
                        <a:lnTo>
                          <a:pt x="0" y="310039"/>
                        </a:lnTo>
                        <a:lnTo>
                          <a:pt x="0" y="310039"/>
                        </a:lnTo>
                        <a:lnTo>
                          <a:pt x="0" y="56674"/>
                        </a:lnTo>
                        <a:cubicBezTo>
                          <a:pt x="0" y="25373"/>
                          <a:pt x="25373" y="0"/>
                          <a:pt x="56674" y="0"/>
                        </a:cubicBezTo>
                        <a:close/>
                      </a:path>
                    </a:pathLst>
                  </a:custGeom>
                  <a:solidFill>
                    <a:srgbClr val="808080"/>
                  </a:solidFill>
                  <a:ln w="3329" cap="flat">
                    <a:noFill/>
                    <a:prstDash val="solid"/>
                    <a:miter/>
                  </a:ln>
                </p:spPr>
                <p:txBody>
                  <a:bodyPr rtlCol="0" anchor="ctr"/>
                  <a:lstStyle/>
                  <a:p>
                    <a:endParaRPr lang="en-US" dirty="0"/>
                  </a:p>
                </p:txBody>
              </p:sp>
              <p:sp>
                <p:nvSpPr>
                  <p:cNvPr id="118" name="Grafik 13">
                    <a:extLst>
                      <a:ext uri="{FF2B5EF4-FFF2-40B4-BE49-F238E27FC236}">
                        <a16:creationId xmlns:a16="http://schemas.microsoft.com/office/drawing/2014/main" id="{3753AA1F-E1C9-429F-78E3-658A890ED064}"/>
                      </a:ext>
                    </a:extLst>
                  </p:cNvPr>
                  <p:cNvSpPr/>
                  <p:nvPr/>
                </p:nvSpPr>
                <p:spPr bwMode="gray">
                  <a:xfrm>
                    <a:off x="5066512" y="3534392"/>
                    <a:ext cx="452711" cy="651195"/>
                  </a:xfrm>
                  <a:custGeom>
                    <a:avLst/>
                    <a:gdLst>
                      <a:gd name="connsiteX0" fmla="*/ 54607 w 319206"/>
                      <a:gd name="connsiteY0" fmla="*/ 459157 h 459157"/>
                      <a:gd name="connsiteX1" fmla="*/ 319207 w 319206"/>
                      <a:gd name="connsiteY1" fmla="*/ 459157 h 459157"/>
                      <a:gd name="connsiteX2" fmla="*/ 262366 w 319206"/>
                      <a:gd name="connsiteY2" fmla="*/ 0 h 459157"/>
                      <a:gd name="connsiteX3" fmla="*/ 0 w 319206"/>
                      <a:gd name="connsiteY3" fmla="*/ 0 h 459157"/>
                      <a:gd name="connsiteX4" fmla="*/ 54607 w 319206"/>
                      <a:gd name="connsiteY4" fmla="*/ 459157 h 459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206" h="459157">
                        <a:moveTo>
                          <a:pt x="54607" y="459157"/>
                        </a:moveTo>
                        <a:lnTo>
                          <a:pt x="319207" y="459157"/>
                        </a:lnTo>
                        <a:lnTo>
                          <a:pt x="262366" y="0"/>
                        </a:lnTo>
                        <a:lnTo>
                          <a:pt x="0" y="0"/>
                        </a:lnTo>
                        <a:lnTo>
                          <a:pt x="54607" y="459157"/>
                        </a:lnTo>
                        <a:close/>
                      </a:path>
                    </a:pathLst>
                  </a:custGeom>
                  <a:solidFill>
                    <a:srgbClr val="404040"/>
                  </a:solidFill>
                  <a:ln w="3329" cap="flat">
                    <a:noFill/>
                    <a:prstDash val="solid"/>
                    <a:miter/>
                  </a:ln>
                </p:spPr>
                <p:txBody>
                  <a:bodyPr rtlCol="0" anchor="ctr"/>
                  <a:lstStyle/>
                  <a:p>
                    <a:endParaRPr lang="en-US" dirty="0"/>
                  </a:p>
                </p:txBody>
              </p:sp>
              <p:sp>
                <p:nvSpPr>
                  <p:cNvPr id="119" name="Grafik 13">
                    <a:extLst>
                      <a:ext uri="{FF2B5EF4-FFF2-40B4-BE49-F238E27FC236}">
                        <a16:creationId xmlns:a16="http://schemas.microsoft.com/office/drawing/2014/main" id="{C3E974F9-D7D8-20E0-990C-F994C52073C5}"/>
                      </a:ext>
                    </a:extLst>
                  </p:cNvPr>
                  <p:cNvSpPr/>
                  <p:nvPr/>
                </p:nvSpPr>
                <p:spPr bwMode="gray">
                  <a:xfrm>
                    <a:off x="5438610" y="3534250"/>
                    <a:ext cx="80376" cy="651337"/>
                  </a:xfrm>
                  <a:custGeom>
                    <a:avLst/>
                    <a:gdLst>
                      <a:gd name="connsiteX0" fmla="*/ 0 w 56673"/>
                      <a:gd name="connsiteY0" fmla="*/ 0 h 459257"/>
                      <a:gd name="connsiteX1" fmla="*/ 0 w 56673"/>
                      <a:gd name="connsiteY1" fmla="*/ 0 h 459257"/>
                      <a:gd name="connsiteX2" fmla="*/ 56674 w 56673"/>
                      <a:gd name="connsiteY2" fmla="*/ 56674 h 459257"/>
                      <a:gd name="connsiteX3" fmla="*/ 56674 w 56673"/>
                      <a:gd name="connsiteY3" fmla="*/ 459257 h 459257"/>
                      <a:gd name="connsiteX4" fmla="*/ 56674 w 56673"/>
                      <a:gd name="connsiteY4" fmla="*/ 459257 h 459257"/>
                      <a:gd name="connsiteX5" fmla="*/ 56674 w 56673"/>
                      <a:gd name="connsiteY5" fmla="*/ 459257 h 459257"/>
                      <a:gd name="connsiteX6" fmla="*/ 0 w 56673"/>
                      <a:gd name="connsiteY6" fmla="*/ 402584 h 459257"/>
                      <a:gd name="connsiteX7" fmla="*/ 0 w 56673"/>
                      <a:gd name="connsiteY7" fmla="*/ 0 h 459257"/>
                      <a:gd name="connsiteX8" fmla="*/ 0 w 56673"/>
                      <a:gd name="connsiteY8" fmla="*/ 0 h 459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73" h="459257">
                        <a:moveTo>
                          <a:pt x="0" y="0"/>
                        </a:moveTo>
                        <a:lnTo>
                          <a:pt x="0" y="0"/>
                        </a:lnTo>
                        <a:cubicBezTo>
                          <a:pt x="31301" y="0"/>
                          <a:pt x="56674" y="25373"/>
                          <a:pt x="56674" y="56674"/>
                        </a:cubicBezTo>
                        <a:lnTo>
                          <a:pt x="56674" y="459257"/>
                        </a:lnTo>
                        <a:lnTo>
                          <a:pt x="56674" y="459257"/>
                        </a:lnTo>
                        <a:lnTo>
                          <a:pt x="56674" y="459257"/>
                        </a:lnTo>
                        <a:cubicBezTo>
                          <a:pt x="25373" y="459257"/>
                          <a:pt x="0" y="433884"/>
                          <a:pt x="0" y="402584"/>
                        </a:cubicBezTo>
                        <a:lnTo>
                          <a:pt x="0" y="0"/>
                        </a:lnTo>
                        <a:lnTo>
                          <a:pt x="0" y="0"/>
                        </a:lnTo>
                        <a:close/>
                      </a:path>
                    </a:pathLst>
                  </a:custGeom>
                  <a:solidFill>
                    <a:srgbClr val="808080"/>
                  </a:solidFill>
                  <a:ln w="3329" cap="flat">
                    <a:noFill/>
                    <a:prstDash val="solid"/>
                    <a:miter/>
                  </a:ln>
                </p:spPr>
                <p:txBody>
                  <a:bodyPr rtlCol="0" anchor="ctr"/>
                  <a:lstStyle/>
                  <a:p>
                    <a:endParaRPr lang="en-US" dirty="0"/>
                  </a:p>
                </p:txBody>
              </p:sp>
              <p:sp>
                <p:nvSpPr>
                  <p:cNvPr id="120" name="Grafik 13">
                    <a:extLst>
                      <a:ext uri="{FF2B5EF4-FFF2-40B4-BE49-F238E27FC236}">
                        <a16:creationId xmlns:a16="http://schemas.microsoft.com/office/drawing/2014/main" id="{6B50D57B-503D-B4F5-673B-9F925BC73EC0}"/>
                      </a:ext>
                    </a:extLst>
                  </p:cNvPr>
                  <p:cNvSpPr/>
                  <p:nvPr/>
                </p:nvSpPr>
                <p:spPr bwMode="gray">
                  <a:xfrm>
                    <a:off x="5226699" y="4690024"/>
                    <a:ext cx="542543" cy="147609"/>
                  </a:xfrm>
                  <a:custGeom>
                    <a:avLst/>
                    <a:gdLst>
                      <a:gd name="connsiteX0" fmla="*/ 382548 w 382547"/>
                      <a:gd name="connsiteY0" fmla="*/ 104080 h 104079"/>
                      <a:gd name="connsiteX1" fmla="*/ 292103 w 382547"/>
                      <a:gd name="connsiteY1" fmla="*/ 0 h 104079"/>
                      <a:gd name="connsiteX2" fmla="*/ 89178 w 382547"/>
                      <a:gd name="connsiteY2" fmla="*/ 0 h 104079"/>
                      <a:gd name="connsiteX3" fmla="*/ 0 w 382547"/>
                      <a:gd name="connsiteY3" fmla="*/ 104080 h 104079"/>
                    </a:gdLst>
                    <a:ahLst/>
                    <a:cxnLst>
                      <a:cxn ang="0">
                        <a:pos x="connsiteX0" y="connsiteY0"/>
                      </a:cxn>
                      <a:cxn ang="0">
                        <a:pos x="connsiteX1" y="connsiteY1"/>
                      </a:cxn>
                      <a:cxn ang="0">
                        <a:pos x="connsiteX2" y="connsiteY2"/>
                      </a:cxn>
                      <a:cxn ang="0">
                        <a:pos x="connsiteX3" y="connsiteY3"/>
                      </a:cxn>
                    </a:cxnLst>
                    <a:rect l="l" t="t" r="r" b="b"/>
                    <a:pathLst>
                      <a:path w="382547" h="104079">
                        <a:moveTo>
                          <a:pt x="382548" y="104080"/>
                        </a:moveTo>
                        <a:cubicBezTo>
                          <a:pt x="359678" y="33071"/>
                          <a:pt x="332942" y="0"/>
                          <a:pt x="292103" y="0"/>
                        </a:cubicBezTo>
                        <a:lnTo>
                          <a:pt x="89178" y="0"/>
                        </a:lnTo>
                        <a:cubicBezTo>
                          <a:pt x="49673" y="0"/>
                          <a:pt x="14235" y="44639"/>
                          <a:pt x="0" y="104080"/>
                        </a:cubicBezTo>
                      </a:path>
                    </a:pathLst>
                  </a:custGeom>
                  <a:noFill/>
                  <a:ln w="17646" cap="flat">
                    <a:solidFill>
                      <a:srgbClr val="404040"/>
                    </a:solidFill>
                    <a:prstDash val="solid"/>
                    <a:miter/>
                  </a:ln>
                </p:spPr>
                <p:txBody>
                  <a:bodyPr rtlCol="0" anchor="ctr"/>
                  <a:lstStyle/>
                  <a:p>
                    <a:endParaRPr lang="en-US" dirty="0"/>
                  </a:p>
                </p:txBody>
              </p:sp>
              <p:sp>
                <p:nvSpPr>
                  <p:cNvPr id="121" name="Grafik 13">
                    <a:extLst>
                      <a:ext uri="{FF2B5EF4-FFF2-40B4-BE49-F238E27FC236}">
                        <a16:creationId xmlns:a16="http://schemas.microsoft.com/office/drawing/2014/main" id="{82A71992-CFA6-3139-0FCC-4CD41D230A33}"/>
                      </a:ext>
                    </a:extLst>
                  </p:cNvPr>
                  <p:cNvSpPr/>
                  <p:nvPr/>
                </p:nvSpPr>
                <p:spPr bwMode="gray">
                  <a:xfrm>
                    <a:off x="5533738" y="4690024"/>
                    <a:ext cx="128224" cy="147609"/>
                  </a:xfrm>
                  <a:custGeom>
                    <a:avLst/>
                    <a:gdLst>
                      <a:gd name="connsiteX0" fmla="*/ 90411 w 90411"/>
                      <a:gd name="connsiteY0" fmla="*/ 104080 h 104079"/>
                      <a:gd name="connsiteX1" fmla="*/ 0 w 90411"/>
                      <a:gd name="connsiteY1" fmla="*/ 0 h 104079"/>
                    </a:gdLst>
                    <a:ahLst/>
                    <a:cxnLst>
                      <a:cxn ang="0">
                        <a:pos x="connsiteX0" y="connsiteY0"/>
                      </a:cxn>
                      <a:cxn ang="0">
                        <a:pos x="connsiteX1" y="connsiteY1"/>
                      </a:cxn>
                    </a:cxnLst>
                    <a:rect l="l" t="t" r="r" b="b"/>
                    <a:pathLst>
                      <a:path w="90411" h="104079">
                        <a:moveTo>
                          <a:pt x="90411" y="104080"/>
                        </a:moveTo>
                        <a:cubicBezTo>
                          <a:pt x="67542" y="33071"/>
                          <a:pt x="40805" y="0"/>
                          <a:pt x="0" y="0"/>
                        </a:cubicBezTo>
                      </a:path>
                    </a:pathLst>
                  </a:custGeom>
                  <a:noFill/>
                  <a:ln w="17646" cap="flat">
                    <a:solidFill>
                      <a:srgbClr val="404040"/>
                    </a:solidFill>
                    <a:prstDash val="solid"/>
                    <a:miter/>
                  </a:ln>
                </p:spPr>
                <p:txBody>
                  <a:bodyPr rtlCol="0" anchor="ctr"/>
                  <a:lstStyle/>
                  <a:p>
                    <a:endParaRPr lang="en-US" dirty="0"/>
                  </a:p>
                </p:txBody>
              </p:sp>
              <p:sp>
                <p:nvSpPr>
                  <p:cNvPr id="122" name="Grafik 13">
                    <a:extLst>
                      <a:ext uri="{FF2B5EF4-FFF2-40B4-BE49-F238E27FC236}">
                        <a16:creationId xmlns:a16="http://schemas.microsoft.com/office/drawing/2014/main" id="{A389A2B7-EFE9-AB17-3023-361568757AED}"/>
                      </a:ext>
                    </a:extLst>
                  </p:cNvPr>
                  <p:cNvSpPr/>
                  <p:nvPr/>
                </p:nvSpPr>
                <p:spPr bwMode="gray">
                  <a:xfrm>
                    <a:off x="5491187" y="4266201"/>
                    <a:ext cx="4727" cy="428551"/>
                  </a:xfrm>
                  <a:custGeom>
                    <a:avLst/>
                    <a:gdLst>
                      <a:gd name="connsiteX0" fmla="*/ 0 w 3333"/>
                      <a:gd name="connsiteY0" fmla="*/ 0 h 302171"/>
                      <a:gd name="connsiteX1" fmla="*/ 0 w 3333"/>
                      <a:gd name="connsiteY1" fmla="*/ 302171 h 302171"/>
                    </a:gdLst>
                    <a:ahLst/>
                    <a:cxnLst>
                      <a:cxn ang="0">
                        <a:pos x="connsiteX0" y="connsiteY0"/>
                      </a:cxn>
                      <a:cxn ang="0">
                        <a:pos x="connsiteX1" y="connsiteY1"/>
                      </a:cxn>
                    </a:cxnLst>
                    <a:rect l="l" t="t" r="r" b="b"/>
                    <a:pathLst>
                      <a:path w="3333" h="302171">
                        <a:moveTo>
                          <a:pt x="0" y="0"/>
                        </a:moveTo>
                        <a:lnTo>
                          <a:pt x="0" y="302171"/>
                        </a:lnTo>
                      </a:path>
                    </a:pathLst>
                  </a:custGeom>
                  <a:ln w="17646" cap="flat">
                    <a:solidFill>
                      <a:srgbClr val="404040"/>
                    </a:solidFill>
                    <a:prstDash val="solid"/>
                    <a:miter/>
                  </a:ln>
                </p:spPr>
                <p:txBody>
                  <a:bodyPr rtlCol="0" anchor="ctr"/>
                  <a:lstStyle/>
                  <a:p>
                    <a:endParaRPr lang="en-US" dirty="0"/>
                  </a:p>
                </p:txBody>
              </p:sp>
              <p:sp>
                <p:nvSpPr>
                  <p:cNvPr id="123" name="Grafik 13">
                    <a:extLst>
                      <a:ext uri="{FF2B5EF4-FFF2-40B4-BE49-F238E27FC236}">
                        <a16:creationId xmlns:a16="http://schemas.microsoft.com/office/drawing/2014/main" id="{FAEA202B-08C3-F622-9229-7A5276FDE5A5}"/>
                      </a:ext>
                    </a:extLst>
                  </p:cNvPr>
                  <p:cNvSpPr/>
                  <p:nvPr/>
                </p:nvSpPr>
                <p:spPr bwMode="gray">
                  <a:xfrm>
                    <a:off x="5858275" y="4547662"/>
                    <a:ext cx="312689" cy="292146"/>
                  </a:xfrm>
                  <a:custGeom>
                    <a:avLst/>
                    <a:gdLst>
                      <a:gd name="connsiteX0" fmla="*/ 38003 w 220477"/>
                      <a:gd name="connsiteY0" fmla="*/ 0 h 205992"/>
                      <a:gd name="connsiteX1" fmla="*/ 11999 w 220477"/>
                      <a:gd name="connsiteY1" fmla="*/ 47806 h 205992"/>
                      <a:gd name="connsiteX2" fmla="*/ 198 w 220477"/>
                      <a:gd name="connsiteY2" fmla="*/ 101146 h 205992"/>
                      <a:gd name="connsiteX3" fmla="*/ 17500 w 220477"/>
                      <a:gd name="connsiteY3" fmla="*/ 205992 h 205992"/>
                      <a:gd name="connsiteX4" fmla="*/ 40570 w 220477"/>
                      <a:gd name="connsiteY4" fmla="*/ 205992 h 205992"/>
                      <a:gd name="connsiteX5" fmla="*/ 40570 w 220477"/>
                      <a:gd name="connsiteY5" fmla="*/ 131816 h 205992"/>
                      <a:gd name="connsiteX6" fmla="*/ 70573 w 220477"/>
                      <a:gd name="connsiteY6" fmla="*/ 176922 h 205992"/>
                      <a:gd name="connsiteX7" fmla="*/ 114545 w 220477"/>
                      <a:gd name="connsiteY7" fmla="*/ 205992 h 205992"/>
                      <a:gd name="connsiteX8" fmla="*/ 219959 w 220477"/>
                      <a:gd name="connsiteY8" fmla="*/ 205992 h 205992"/>
                      <a:gd name="connsiteX9" fmla="*/ 186621 w 220477"/>
                      <a:gd name="connsiteY9" fmla="*/ 158987 h 205992"/>
                      <a:gd name="connsiteX10" fmla="*/ 185454 w 220477"/>
                      <a:gd name="connsiteY10" fmla="*/ 158620 h 205992"/>
                      <a:gd name="connsiteX11" fmla="*/ 136915 w 220477"/>
                      <a:gd name="connsiteY11" fmla="*/ 98346 h 205992"/>
                      <a:gd name="connsiteX12" fmla="*/ 118746 w 220477"/>
                      <a:gd name="connsiteY12" fmla="*/ 45539 h 205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0477" h="205992">
                        <a:moveTo>
                          <a:pt x="38003" y="0"/>
                        </a:moveTo>
                        <a:lnTo>
                          <a:pt x="11999" y="47806"/>
                        </a:lnTo>
                        <a:cubicBezTo>
                          <a:pt x="3112" y="64118"/>
                          <a:pt x="-979" y="82610"/>
                          <a:pt x="198" y="101146"/>
                        </a:cubicBezTo>
                        <a:lnTo>
                          <a:pt x="17500" y="205992"/>
                        </a:lnTo>
                        <a:lnTo>
                          <a:pt x="40570" y="205992"/>
                        </a:lnTo>
                        <a:lnTo>
                          <a:pt x="40570" y="131816"/>
                        </a:lnTo>
                        <a:lnTo>
                          <a:pt x="70573" y="176922"/>
                        </a:lnTo>
                        <a:cubicBezTo>
                          <a:pt x="82508" y="195058"/>
                          <a:pt x="92843" y="205992"/>
                          <a:pt x="114545" y="205992"/>
                        </a:cubicBezTo>
                        <a:lnTo>
                          <a:pt x="219959" y="205992"/>
                        </a:lnTo>
                        <a:cubicBezTo>
                          <a:pt x="220492" y="184656"/>
                          <a:pt x="225726" y="173422"/>
                          <a:pt x="186621" y="158987"/>
                        </a:cubicBezTo>
                        <a:lnTo>
                          <a:pt x="185454" y="158620"/>
                        </a:lnTo>
                        <a:cubicBezTo>
                          <a:pt x="160518" y="150586"/>
                          <a:pt x="148183" y="136317"/>
                          <a:pt x="136915" y="98346"/>
                        </a:cubicBezTo>
                        <a:lnTo>
                          <a:pt x="118746" y="45539"/>
                        </a:lnTo>
                        <a:close/>
                      </a:path>
                    </a:pathLst>
                  </a:custGeom>
                  <a:solidFill>
                    <a:srgbClr val="404040"/>
                  </a:solidFill>
                  <a:ln w="3329" cap="flat">
                    <a:noFill/>
                    <a:prstDash val="solid"/>
                    <a:miter/>
                  </a:ln>
                </p:spPr>
                <p:txBody>
                  <a:bodyPr rtlCol="0" anchor="ctr"/>
                  <a:lstStyle/>
                  <a:p>
                    <a:endParaRPr lang="en-US" dirty="0"/>
                  </a:p>
                </p:txBody>
              </p:sp>
              <p:sp>
                <p:nvSpPr>
                  <p:cNvPr id="124" name="Grafik 13">
                    <a:extLst>
                      <a:ext uri="{FF2B5EF4-FFF2-40B4-BE49-F238E27FC236}">
                        <a16:creationId xmlns:a16="http://schemas.microsoft.com/office/drawing/2014/main" id="{34636ACE-9E71-E6DB-FCC9-8D9617F8668B}"/>
                      </a:ext>
                    </a:extLst>
                  </p:cNvPr>
                  <p:cNvSpPr/>
                  <p:nvPr/>
                </p:nvSpPr>
                <p:spPr bwMode="gray">
                  <a:xfrm>
                    <a:off x="5871322" y="4539104"/>
                    <a:ext cx="159997" cy="101085"/>
                  </a:xfrm>
                  <a:custGeom>
                    <a:avLst/>
                    <a:gdLst>
                      <a:gd name="connsiteX0" fmla="*/ 12768 w 112814"/>
                      <a:gd name="connsiteY0" fmla="*/ 63475 h 71275"/>
                      <a:gd name="connsiteX1" fmla="*/ 0 w 112814"/>
                      <a:gd name="connsiteY1" fmla="*/ 433 h 71275"/>
                      <a:gd name="connsiteX2" fmla="*/ 100979 w 112814"/>
                      <a:gd name="connsiteY2" fmla="*/ 0 h 71275"/>
                      <a:gd name="connsiteX3" fmla="*/ 112814 w 112814"/>
                      <a:gd name="connsiteY3" fmla="*/ 71275 h 71275"/>
                      <a:gd name="connsiteX4" fmla="*/ 12768 w 112814"/>
                      <a:gd name="connsiteY4" fmla="*/ 63475 h 71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14" h="71275">
                        <a:moveTo>
                          <a:pt x="12768" y="63475"/>
                        </a:moveTo>
                        <a:lnTo>
                          <a:pt x="0" y="433"/>
                        </a:lnTo>
                        <a:lnTo>
                          <a:pt x="100979" y="0"/>
                        </a:lnTo>
                        <a:lnTo>
                          <a:pt x="112814" y="71275"/>
                        </a:lnTo>
                        <a:lnTo>
                          <a:pt x="12768" y="63475"/>
                        </a:lnTo>
                        <a:close/>
                      </a:path>
                    </a:pathLst>
                  </a:custGeom>
                  <a:solidFill>
                    <a:srgbClr val="404040"/>
                  </a:solidFill>
                  <a:ln w="3329" cap="flat">
                    <a:noFill/>
                    <a:prstDash val="solid"/>
                    <a:miter/>
                  </a:ln>
                </p:spPr>
                <p:txBody>
                  <a:bodyPr rtlCol="0" anchor="ctr"/>
                  <a:lstStyle/>
                  <a:p>
                    <a:endParaRPr lang="en-US" dirty="0"/>
                  </a:p>
                </p:txBody>
              </p:sp>
              <p:sp>
                <p:nvSpPr>
                  <p:cNvPr id="125" name="Grafik 13">
                    <a:extLst>
                      <a:ext uri="{FF2B5EF4-FFF2-40B4-BE49-F238E27FC236}">
                        <a16:creationId xmlns:a16="http://schemas.microsoft.com/office/drawing/2014/main" id="{A975049D-90BB-3736-AA29-510A89C5438F}"/>
                      </a:ext>
                    </a:extLst>
                  </p:cNvPr>
                  <p:cNvSpPr/>
                  <p:nvPr/>
                </p:nvSpPr>
                <p:spPr bwMode="gray">
                  <a:xfrm>
                    <a:off x="5722107" y="4547662"/>
                    <a:ext cx="312641" cy="292146"/>
                  </a:xfrm>
                  <a:custGeom>
                    <a:avLst/>
                    <a:gdLst>
                      <a:gd name="connsiteX0" fmla="*/ 38003 w 220443"/>
                      <a:gd name="connsiteY0" fmla="*/ 0 h 205992"/>
                      <a:gd name="connsiteX1" fmla="*/ 11999 w 220443"/>
                      <a:gd name="connsiteY1" fmla="*/ 47806 h 205992"/>
                      <a:gd name="connsiteX2" fmla="*/ 198 w 220443"/>
                      <a:gd name="connsiteY2" fmla="*/ 101146 h 205992"/>
                      <a:gd name="connsiteX3" fmla="*/ 15500 w 220443"/>
                      <a:gd name="connsiteY3" fmla="*/ 205992 h 205992"/>
                      <a:gd name="connsiteX4" fmla="*/ 40670 w 220443"/>
                      <a:gd name="connsiteY4" fmla="*/ 205992 h 205992"/>
                      <a:gd name="connsiteX5" fmla="*/ 40503 w 220443"/>
                      <a:gd name="connsiteY5" fmla="*/ 131816 h 205992"/>
                      <a:gd name="connsiteX6" fmla="*/ 70507 w 220443"/>
                      <a:gd name="connsiteY6" fmla="*/ 176922 h 205992"/>
                      <a:gd name="connsiteX7" fmla="*/ 114479 w 220443"/>
                      <a:gd name="connsiteY7" fmla="*/ 205992 h 205992"/>
                      <a:gd name="connsiteX8" fmla="*/ 219925 w 220443"/>
                      <a:gd name="connsiteY8" fmla="*/ 205992 h 205992"/>
                      <a:gd name="connsiteX9" fmla="*/ 186588 w 220443"/>
                      <a:gd name="connsiteY9" fmla="*/ 158987 h 205992"/>
                      <a:gd name="connsiteX10" fmla="*/ 185421 w 220443"/>
                      <a:gd name="connsiteY10" fmla="*/ 158620 h 205992"/>
                      <a:gd name="connsiteX11" fmla="*/ 136882 w 220443"/>
                      <a:gd name="connsiteY11" fmla="*/ 98346 h 205992"/>
                      <a:gd name="connsiteX12" fmla="*/ 114879 w 220443"/>
                      <a:gd name="connsiteY12" fmla="*/ 27270 h 205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0443" h="205992">
                        <a:moveTo>
                          <a:pt x="38003" y="0"/>
                        </a:moveTo>
                        <a:lnTo>
                          <a:pt x="11999" y="47806"/>
                        </a:lnTo>
                        <a:cubicBezTo>
                          <a:pt x="3112" y="64118"/>
                          <a:pt x="-979" y="82610"/>
                          <a:pt x="198" y="101146"/>
                        </a:cubicBezTo>
                        <a:lnTo>
                          <a:pt x="15500" y="205992"/>
                        </a:lnTo>
                        <a:lnTo>
                          <a:pt x="40670" y="205992"/>
                        </a:lnTo>
                        <a:lnTo>
                          <a:pt x="40503" y="131816"/>
                        </a:lnTo>
                        <a:lnTo>
                          <a:pt x="70507" y="176922"/>
                        </a:lnTo>
                        <a:cubicBezTo>
                          <a:pt x="82442" y="195058"/>
                          <a:pt x="92743" y="205992"/>
                          <a:pt x="114479" y="205992"/>
                        </a:cubicBezTo>
                        <a:lnTo>
                          <a:pt x="219925" y="205992"/>
                        </a:lnTo>
                        <a:cubicBezTo>
                          <a:pt x="220459" y="184656"/>
                          <a:pt x="225693" y="173422"/>
                          <a:pt x="186588" y="158987"/>
                        </a:cubicBezTo>
                        <a:lnTo>
                          <a:pt x="185421" y="158620"/>
                        </a:lnTo>
                        <a:cubicBezTo>
                          <a:pt x="160485" y="150586"/>
                          <a:pt x="148150" y="136317"/>
                          <a:pt x="136882" y="98346"/>
                        </a:cubicBezTo>
                        <a:lnTo>
                          <a:pt x="114879" y="27270"/>
                        </a:lnTo>
                        <a:close/>
                      </a:path>
                    </a:pathLst>
                  </a:custGeom>
                  <a:solidFill>
                    <a:srgbClr val="808080"/>
                  </a:solidFill>
                  <a:ln w="3329" cap="flat">
                    <a:noFill/>
                    <a:prstDash val="solid"/>
                    <a:miter/>
                  </a:ln>
                </p:spPr>
                <p:txBody>
                  <a:bodyPr rtlCol="0" anchor="ctr"/>
                  <a:lstStyle/>
                  <a:p>
                    <a:endParaRPr lang="en-US" dirty="0"/>
                  </a:p>
                </p:txBody>
              </p:sp>
              <p:sp>
                <p:nvSpPr>
                  <p:cNvPr id="126" name="Grafik 13">
                    <a:extLst>
                      <a:ext uri="{FF2B5EF4-FFF2-40B4-BE49-F238E27FC236}">
                        <a16:creationId xmlns:a16="http://schemas.microsoft.com/office/drawing/2014/main" id="{0B817FA7-0675-4422-5C4C-B97A0FF345F9}"/>
                      </a:ext>
                    </a:extLst>
                  </p:cNvPr>
                  <p:cNvSpPr/>
                  <p:nvPr/>
                </p:nvSpPr>
                <p:spPr bwMode="gray">
                  <a:xfrm>
                    <a:off x="5766359" y="4524777"/>
                    <a:ext cx="157113" cy="135127"/>
                  </a:xfrm>
                  <a:custGeom>
                    <a:avLst/>
                    <a:gdLst>
                      <a:gd name="connsiteX0" fmla="*/ 0 w 110780"/>
                      <a:gd name="connsiteY0" fmla="*/ 52273 h 95278"/>
                      <a:gd name="connsiteX1" fmla="*/ 8734 w 110780"/>
                      <a:gd name="connsiteY1" fmla="*/ 0 h 95278"/>
                      <a:gd name="connsiteX2" fmla="*/ 110780 w 110780"/>
                      <a:gd name="connsiteY2" fmla="*/ 10368 h 95278"/>
                      <a:gd name="connsiteX3" fmla="*/ 90711 w 110780"/>
                      <a:gd name="connsiteY3" fmla="*/ 95279 h 95278"/>
                      <a:gd name="connsiteX4" fmla="*/ 0 w 110780"/>
                      <a:gd name="connsiteY4" fmla="*/ 52273 h 952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780" h="95278">
                        <a:moveTo>
                          <a:pt x="0" y="52273"/>
                        </a:moveTo>
                        <a:lnTo>
                          <a:pt x="8734" y="0"/>
                        </a:lnTo>
                        <a:lnTo>
                          <a:pt x="110780" y="10368"/>
                        </a:lnTo>
                        <a:lnTo>
                          <a:pt x="90711" y="95279"/>
                        </a:lnTo>
                        <a:lnTo>
                          <a:pt x="0" y="52273"/>
                        </a:lnTo>
                        <a:close/>
                      </a:path>
                    </a:pathLst>
                  </a:custGeom>
                  <a:solidFill>
                    <a:srgbClr val="808080"/>
                  </a:solidFill>
                  <a:ln w="3329" cap="flat">
                    <a:noFill/>
                    <a:prstDash val="solid"/>
                    <a:miter/>
                  </a:ln>
                </p:spPr>
                <p:txBody>
                  <a:bodyPr rtlCol="0" anchor="ctr"/>
                  <a:lstStyle/>
                  <a:p>
                    <a:endParaRPr lang="en-US" dirty="0"/>
                  </a:p>
                </p:txBody>
              </p:sp>
              <p:sp>
                <p:nvSpPr>
                  <p:cNvPr id="127" name="Grafik 13">
                    <a:extLst>
                      <a:ext uri="{FF2B5EF4-FFF2-40B4-BE49-F238E27FC236}">
                        <a16:creationId xmlns:a16="http://schemas.microsoft.com/office/drawing/2014/main" id="{ECF206D6-0397-5007-60EB-36831954D335}"/>
                      </a:ext>
                    </a:extLst>
                  </p:cNvPr>
                  <p:cNvSpPr/>
                  <p:nvPr/>
                </p:nvSpPr>
                <p:spPr bwMode="gray">
                  <a:xfrm>
                    <a:off x="6069948" y="3980132"/>
                    <a:ext cx="93757" cy="68956"/>
                  </a:xfrm>
                  <a:custGeom>
                    <a:avLst/>
                    <a:gdLst>
                      <a:gd name="connsiteX0" fmla="*/ 0 w 66108"/>
                      <a:gd name="connsiteY0" fmla="*/ 18284 h 48621"/>
                      <a:gd name="connsiteX1" fmla="*/ 50240 w 66108"/>
                      <a:gd name="connsiteY1" fmla="*/ 48621 h 48621"/>
                      <a:gd name="connsiteX2" fmla="*/ 66108 w 66108"/>
                      <a:gd name="connsiteY2" fmla="*/ 37953 h 48621"/>
                      <a:gd name="connsiteX3" fmla="*/ 24970 w 66108"/>
                      <a:gd name="connsiteY3" fmla="*/ 3515 h 48621"/>
                      <a:gd name="connsiteX4" fmla="*/ 0 w 66108"/>
                      <a:gd name="connsiteY4" fmla="*/ 18284 h 48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08" h="48621">
                        <a:moveTo>
                          <a:pt x="0" y="18284"/>
                        </a:moveTo>
                        <a:cubicBezTo>
                          <a:pt x="33338" y="38820"/>
                          <a:pt x="50240" y="48621"/>
                          <a:pt x="50240" y="48621"/>
                        </a:cubicBezTo>
                        <a:cubicBezTo>
                          <a:pt x="50240" y="48621"/>
                          <a:pt x="62608" y="45854"/>
                          <a:pt x="66108" y="37953"/>
                        </a:cubicBezTo>
                        <a:cubicBezTo>
                          <a:pt x="54117" y="24561"/>
                          <a:pt x="40262" y="12963"/>
                          <a:pt x="24970" y="3515"/>
                        </a:cubicBezTo>
                        <a:cubicBezTo>
                          <a:pt x="3767" y="-9620"/>
                          <a:pt x="0" y="18284"/>
                          <a:pt x="0" y="18284"/>
                        </a:cubicBezTo>
                        <a:close/>
                      </a:path>
                    </a:pathLst>
                  </a:custGeom>
                  <a:solidFill>
                    <a:srgbClr val="8A5942"/>
                  </a:solidFill>
                  <a:ln w="3329" cap="flat">
                    <a:noFill/>
                    <a:prstDash val="solid"/>
                    <a:miter/>
                  </a:ln>
                </p:spPr>
                <p:txBody>
                  <a:bodyPr rtlCol="0" anchor="ctr"/>
                  <a:lstStyle/>
                  <a:p>
                    <a:endParaRPr lang="en-US" dirty="0"/>
                  </a:p>
                </p:txBody>
              </p:sp>
              <p:sp>
                <p:nvSpPr>
                  <p:cNvPr id="128" name="Grafik 13">
                    <a:extLst>
                      <a:ext uri="{FF2B5EF4-FFF2-40B4-BE49-F238E27FC236}">
                        <a16:creationId xmlns:a16="http://schemas.microsoft.com/office/drawing/2014/main" id="{E5AE369D-6EE8-F40E-61C8-759A4AFB37A3}"/>
                      </a:ext>
                    </a:extLst>
                  </p:cNvPr>
                  <p:cNvSpPr/>
                  <p:nvPr/>
                </p:nvSpPr>
                <p:spPr bwMode="gray">
                  <a:xfrm>
                    <a:off x="6124371" y="4017099"/>
                    <a:ext cx="77677" cy="70555"/>
                  </a:xfrm>
                  <a:custGeom>
                    <a:avLst/>
                    <a:gdLst>
                      <a:gd name="connsiteX0" fmla="*/ 14399 w 54770"/>
                      <a:gd name="connsiteY0" fmla="*/ 28056 h 49748"/>
                      <a:gd name="connsiteX1" fmla="*/ 28767 w 54770"/>
                      <a:gd name="connsiteY1" fmla="*/ 42758 h 49748"/>
                      <a:gd name="connsiteX2" fmla="*/ 54771 w 54770"/>
                      <a:gd name="connsiteY2" fmla="*/ 45058 h 49748"/>
                      <a:gd name="connsiteX3" fmla="*/ 24767 w 54770"/>
                      <a:gd name="connsiteY3" fmla="*/ 8387 h 49748"/>
                      <a:gd name="connsiteX4" fmla="*/ 3331 w 54770"/>
                      <a:gd name="connsiteY4" fmla="*/ 1386 h 49748"/>
                      <a:gd name="connsiteX5" fmla="*/ 14399 w 54770"/>
                      <a:gd name="connsiteY5" fmla="*/ 28056 h 49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770" h="49748">
                        <a:moveTo>
                          <a:pt x="14399" y="28056"/>
                        </a:moveTo>
                        <a:cubicBezTo>
                          <a:pt x="20866" y="35024"/>
                          <a:pt x="21266" y="35257"/>
                          <a:pt x="28767" y="42758"/>
                        </a:cubicBezTo>
                        <a:cubicBezTo>
                          <a:pt x="36268" y="50259"/>
                          <a:pt x="46003" y="52759"/>
                          <a:pt x="54771" y="45058"/>
                        </a:cubicBezTo>
                        <a:lnTo>
                          <a:pt x="24767" y="8387"/>
                        </a:lnTo>
                        <a:cubicBezTo>
                          <a:pt x="24767" y="8387"/>
                          <a:pt x="15766" y="-4081"/>
                          <a:pt x="3331" y="1386"/>
                        </a:cubicBezTo>
                        <a:cubicBezTo>
                          <a:pt x="-8337" y="6620"/>
                          <a:pt x="14399" y="28056"/>
                          <a:pt x="14399" y="28056"/>
                        </a:cubicBezTo>
                        <a:close/>
                      </a:path>
                    </a:pathLst>
                  </a:custGeom>
                  <a:solidFill>
                    <a:srgbClr val="8A5942"/>
                  </a:solidFill>
                  <a:ln w="3329" cap="flat">
                    <a:noFill/>
                    <a:prstDash val="solid"/>
                    <a:miter/>
                  </a:ln>
                </p:spPr>
                <p:txBody>
                  <a:bodyPr rtlCol="0" anchor="ctr"/>
                  <a:lstStyle/>
                  <a:p>
                    <a:endParaRPr lang="en-US" dirty="0"/>
                  </a:p>
                </p:txBody>
              </p:sp>
              <p:sp>
                <p:nvSpPr>
                  <p:cNvPr id="129" name="Grafik 13">
                    <a:extLst>
                      <a:ext uri="{FF2B5EF4-FFF2-40B4-BE49-F238E27FC236}">
                        <a16:creationId xmlns:a16="http://schemas.microsoft.com/office/drawing/2014/main" id="{BDC3CCC3-359E-4A1F-83C1-399F5B6C666C}"/>
                      </a:ext>
                    </a:extLst>
                  </p:cNvPr>
                  <p:cNvSpPr/>
                  <p:nvPr/>
                </p:nvSpPr>
                <p:spPr bwMode="gray">
                  <a:xfrm>
                    <a:off x="6014818" y="4003950"/>
                    <a:ext cx="75979" cy="58867"/>
                  </a:xfrm>
                  <a:custGeom>
                    <a:avLst/>
                    <a:gdLst>
                      <a:gd name="connsiteX0" fmla="*/ 0 w 53573"/>
                      <a:gd name="connsiteY0" fmla="*/ 16925 h 41507"/>
                      <a:gd name="connsiteX1" fmla="*/ 34971 w 53573"/>
                      <a:gd name="connsiteY1" fmla="*/ 41228 h 41507"/>
                      <a:gd name="connsiteX2" fmla="*/ 53573 w 53573"/>
                      <a:gd name="connsiteY2" fmla="*/ 36194 h 41507"/>
                      <a:gd name="connsiteX3" fmla="*/ 29170 w 53573"/>
                      <a:gd name="connsiteY3" fmla="*/ 5757 h 41507"/>
                      <a:gd name="connsiteX4" fmla="*/ 0 w 53573"/>
                      <a:gd name="connsiteY4" fmla="*/ 16925 h 415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73" h="41507">
                        <a:moveTo>
                          <a:pt x="0" y="16925"/>
                        </a:moveTo>
                        <a:cubicBezTo>
                          <a:pt x="23336" y="40261"/>
                          <a:pt x="34971" y="41228"/>
                          <a:pt x="34971" y="41228"/>
                        </a:cubicBezTo>
                        <a:cubicBezTo>
                          <a:pt x="34971" y="41228"/>
                          <a:pt x="48673" y="43295"/>
                          <a:pt x="53573" y="36194"/>
                        </a:cubicBezTo>
                        <a:cubicBezTo>
                          <a:pt x="46586" y="25179"/>
                          <a:pt x="38405" y="14972"/>
                          <a:pt x="29170" y="5757"/>
                        </a:cubicBezTo>
                        <a:cubicBezTo>
                          <a:pt x="11668" y="-11979"/>
                          <a:pt x="0" y="16925"/>
                          <a:pt x="0" y="16925"/>
                        </a:cubicBezTo>
                        <a:close/>
                      </a:path>
                    </a:pathLst>
                  </a:custGeom>
                  <a:solidFill>
                    <a:srgbClr val="C09066"/>
                  </a:solidFill>
                  <a:ln w="3329" cap="flat">
                    <a:noFill/>
                    <a:prstDash val="solid"/>
                    <a:miter/>
                  </a:ln>
                </p:spPr>
                <p:txBody>
                  <a:bodyPr rtlCol="0" anchor="ctr"/>
                  <a:lstStyle/>
                  <a:p>
                    <a:endParaRPr lang="en-US" dirty="0"/>
                  </a:p>
                </p:txBody>
              </p:sp>
              <p:sp>
                <p:nvSpPr>
                  <p:cNvPr id="130" name="Grafik 13">
                    <a:extLst>
                      <a:ext uri="{FF2B5EF4-FFF2-40B4-BE49-F238E27FC236}">
                        <a16:creationId xmlns:a16="http://schemas.microsoft.com/office/drawing/2014/main" id="{E990E2CF-55C4-0F06-A7F3-47B1EB19E7A8}"/>
                      </a:ext>
                    </a:extLst>
                  </p:cNvPr>
                  <p:cNvSpPr/>
                  <p:nvPr/>
                </p:nvSpPr>
                <p:spPr bwMode="gray">
                  <a:xfrm>
                    <a:off x="6062550" y="4040336"/>
                    <a:ext cx="38413" cy="68768"/>
                  </a:xfrm>
                  <a:custGeom>
                    <a:avLst/>
                    <a:gdLst>
                      <a:gd name="connsiteX0" fmla="*/ 1382 w 27085"/>
                      <a:gd name="connsiteY0" fmla="*/ 13205 h 48488"/>
                      <a:gd name="connsiteX1" fmla="*/ 7083 w 27085"/>
                      <a:gd name="connsiteY1" fmla="*/ 33207 h 48488"/>
                      <a:gd name="connsiteX2" fmla="*/ 27086 w 27085"/>
                      <a:gd name="connsiteY2" fmla="*/ 48243 h 48488"/>
                      <a:gd name="connsiteX3" fmla="*/ 21852 w 27085"/>
                      <a:gd name="connsiteY3" fmla="*/ 14672 h 48488"/>
                      <a:gd name="connsiteX4" fmla="*/ 7850 w 27085"/>
                      <a:gd name="connsiteY4" fmla="*/ 503 h 48488"/>
                      <a:gd name="connsiteX5" fmla="*/ 1382 w 27085"/>
                      <a:gd name="connsiteY5" fmla="*/ 13205 h 48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085" h="48488">
                        <a:moveTo>
                          <a:pt x="1382" y="13205"/>
                        </a:moveTo>
                        <a:cubicBezTo>
                          <a:pt x="4283" y="21473"/>
                          <a:pt x="3583" y="23206"/>
                          <a:pt x="7083" y="33207"/>
                        </a:cubicBezTo>
                        <a:cubicBezTo>
                          <a:pt x="10584" y="43209"/>
                          <a:pt x="15618" y="49876"/>
                          <a:pt x="27086" y="48243"/>
                        </a:cubicBezTo>
                        <a:lnTo>
                          <a:pt x="21852" y="14672"/>
                        </a:lnTo>
                        <a:cubicBezTo>
                          <a:pt x="19811" y="7927"/>
                          <a:pt x="14571" y="2623"/>
                          <a:pt x="7850" y="503"/>
                        </a:cubicBezTo>
                        <a:cubicBezTo>
                          <a:pt x="-4452" y="-3031"/>
                          <a:pt x="1382" y="13205"/>
                          <a:pt x="1382" y="13205"/>
                        </a:cubicBezTo>
                        <a:close/>
                      </a:path>
                    </a:pathLst>
                  </a:custGeom>
                  <a:solidFill>
                    <a:srgbClr val="C09066"/>
                  </a:solidFill>
                  <a:ln w="3329" cap="flat">
                    <a:noFill/>
                    <a:prstDash val="solid"/>
                    <a:miter/>
                  </a:ln>
                </p:spPr>
                <p:txBody>
                  <a:bodyPr rtlCol="0" anchor="ctr"/>
                  <a:lstStyle/>
                  <a:p>
                    <a:endParaRPr lang="en-US" dirty="0"/>
                  </a:p>
                </p:txBody>
              </p:sp>
              <p:sp>
                <p:nvSpPr>
                  <p:cNvPr id="131" name="Grafik 13">
                    <a:extLst>
                      <a:ext uri="{FF2B5EF4-FFF2-40B4-BE49-F238E27FC236}">
                        <a16:creationId xmlns:a16="http://schemas.microsoft.com/office/drawing/2014/main" id="{50BCA604-72D1-C0D1-1E22-4A93630FCC78}"/>
                      </a:ext>
                    </a:extLst>
                  </p:cNvPr>
                  <p:cNvSpPr/>
                  <p:nvPr/>
                </p:nvSpPr>
                <p:spPr bwMode="gray">
                  <a:xfrm>
                    <a:off x="6042147" y="3985697"/>
                    <a:ext cx="83875" cy="76066"/>
                  </a:xfrm>
                  <a:custGeom>
                    <a:avLst/>
                    <a:gdLst>
                      <a:gd name="connsiteX0" fmla="*/ 0 w 59140"/>
                      <a:gd name="connsiteY0" fmla="*/ 15260 h 53634"/>
                      <a:gd name="connsiteX1" fmla="*/ 38205 w 59140"/>
                      <a:gd name="connsiteY1" fmla="*/ 53398 h 53634"/>
                      <a:gd name="connsiteX2" fmla="*/ 59141 w 59140"/>
                      <a:gd name="connsiteY2" fmla="*/ 48331 h 53634"/>
                      <a:gd name="connsiteX3" fmla="*/ 27603 w 59140"/>
                      <a:gd name="connsiteY3" fmla="*/ 6292 h 53634"/>
                      <a:gd name="connsiteX4" fmla="*/ 0 w 59140"/>
                      <a:gd name="connsiteY4" fmla="*/ 15260 h 53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140" h="53634">
                        <a:moveTo>
                          <a:pt x="0" y="15260"/>
                        </a:moveTo>
                        <a:cubicBezTo>
                          <a:pt x="28137" y="42597"/>
                          <a:pt x="38205" y="53398"/>
                          <a:pt x="38205" y="53398"/>
                        </a:cubicBezTo>
                        <a:cubicBezTo>
                          <a:pt x="38205" y="53398"/>
                          <a:pt x="54040" y="55298"/>
                          <a:pt x="59141" y="48331"/>
                        </a:cubicBezTo>
                        <a:cubicBezTo>
                          <a:pt x="49723" y="33529"/>
                          <a:pt x="39178" y="19474"/>
                          <a:pt x="27603" y="6292"/>
                        </a:cubicBezTo>
                        <a:cubicBezTo>
                          <a:pt x="10601" y="-11944"/>
                          <a:pt x="0" y="15260"/>
                          <a:pt x="0" y="15260"/>
                        </a:cubicBezTo>
                        <a:close/>
                      </a:path>
                    </a:pathLst>
                  </a:custGeom>
                  <a:solidFill>
                    <a:srgbClr val="C09066"/>
                  </a:solidFill>
                  <a:ln w="3329" cap="flat">
                    <a:noFill/>
                    <a:prstDash val="solid"/>
                    <a:miter/>
                  </a:ln>
                </p:spPr>
                <p:txBody>
                  <a:bodyPr rtlCol="0" anchor="ctr"/>
                  <a:lstStyle/>
                  <a:p>
                    <a:endParaRPr lang="en-US" dirty="0"/>
                  </a:p>
                </p:txBody>
              </p:sp>
              <p:sp>
                <p:nvSpPr>
                  <p:cNvPr id="132" name="Grafik 13">
                    <a:extLst>
                      <a:ext uri="{FF2B5EF4-FFF2-40B4-BE49-F238E27FC236}">
                        <a16:creationId xmlns:a16="http://schemas.microsoft.com/office/drawing/2014/main" id="{639027D8-09D7-6850-1E1B-72C2EBCB0326}"/>
                      </a:ext>
                    </a:extLst>
                  </p:cNvPr>
                  <p:cNvSpPr/>
                  <p:nvPr/>
                </p:nvSpPr>
                <p:spPr bwMode="gray">
                  <a:xfrm>
                    <a:off x="6093203" y="4038687"/>
                    <a:ext cx="49699" cy="77393"/>
                  </a:xfrm>
                  <a:custGeom>
                    <a:avLst/>
                    <a:gdLst>
                      <a:gd name="connsiteX0" fmla="*/ 4939 w 35043"/>
                      <a:gd name="connsiteY0" fmla="*/ 22603 h 54570"/>
                      <a:gd name="connsiteX1" fmla="*/ 12707 w 35043"/>
                      <a:gd name="connsiteY1" fmla="*/ 41672 h 54570"/>
                      <a:gd name="connsiteX2" fmla="*/ 35043 w 35043"/>
                      <a:gd name="connsiteY2" fmla="*/ 53373 h 54570"/>
                      <a:gd name="connsiteX3" fmla="*/ 25042 w 35043"/>
                      <a:gd name="connsiteY3" fmla="*/ 19602 h 54570"/>
                      <a:gd name="connsiteX4" fmla="*/ 6073 w 35043"/>
                      <a:gd name="connsiteY4" fmla="*/ 0 h 54570"/>
                      <a:gd name="connsiteX5" fmla="*/ 4939 w 35043"/>
                      <a:gd name="connsiteY5" fmla="*/ 22603 h 5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043" h="54570">
                        <a:moveTo>
                          <a:pt x="4939" y="22603"/>
                        </a:moveTo>
                        <a:cubicBezTo>
                          <a:pt x="8273" y="31537"/>
                          <a:pt x="8607" y="31904"/>
                          <a:pt x="12707" y="41672"/>
                        </a:cubicBezTo>
                        <a:cubicBezTo>
                          <a:pt x="16808" y="51440"/>
                          <a:pt x="24009" y="57207"/>
                          <a:pt x="35043" y="53373"/>
                        </a:cubicBezTo>
                        <a:lnTo>
                          <a:pt x="25042" y="19602"/>
                        </a:lnTo>
                        <a:cubicBezTo>
                          <a:pt x="25042" y="19602"/>
                          <a:pt x="21542" y="33"/>
                          <a:pt x="6073" y="0"/>
                        </a:cubicBezTo>
                        <a:cubicBezTo>
                          <a:pt x="-6895" y="-33"/>
                          <a:pt x="4939" y="22603"/>
                          <a:pt x="4939" y="22603"/>
                        </a:cubicBezTo>
                        <a:close/>
                      </a:path>
                    </a:pathLst>
                  </a:custGeom>
                  <a:solidFill>
                    <a:srgbClr val="C09066"/>
                  </a:solidFill>
                  <a:ln w="3329" cap="flat">
                    <a:noFill/>
                    <a:prstDash val="solid"/>
                    <a:miter/>
                  </a:ln>
                </p:spPr>
                <p:txBody>
                  <a:bodyPr rtlCol="0" anchor="ctr"/>
                  <a:lstStyle/>
                  <a:p>
                    <a:endParaRPr lang="en-US" dirty="0"/>
                  </a:p>
                </p:txBody>
              </p:sp>
              <p:sp>
                <p:nvSpPr>
                  <p:cNvPr id="133" name="Grafik 13">
                    <a:extLst>
                      <a:ext uri="{FF2B5EF4-FFF2-40B4-BE49-F238E27FC236}">
                        <a16:creationId xmlns:a16="http://schemas.microsoft.com/office/drawing/2014/main" id="{6EF5352F-170D-4696-9963-4BF01F65E10C}"/>
                      </a:ext>
                    </a:extLst>
                  </p:cNvPr>
                  <p:cNvSpPr/>
                  <p:nvPr/>
                </p:nvSpPr>
                <p:spPr bwMode="gray">
                  <a:xfrm>
                    <a:off x="6067725" y="3980593"/>
                    <a:ext cx="84916" cy="75445"/>
                  </a:xfrm>
                  <a:custGeom>
                    <a:avLst/>
                    <a:gdLst>
                      <a:gd name="connsiteX0" fmla="*/ 0 w 59874"/>
                      <a:gd name="connsiteY0" fmla="*/ 11992 h 53196"/>
                      <a:gd name="connsiteX1" fmla="*/ 40438 w 59874"/>
                      <a:gd name="connsiteY1" fmla="*/ 53197 h 53196"/>
                      <a:gd name="connsiteX2" fmla="*/ 59874 w 59874"/>
                      <a:gd name="connsiteY2" fmla="*/ 45496 h 53196"/>
                      <a:gd name="connsiteX3" fmla="*/ 31337 w 59874"/>
                      <a:gd name="connsiteY3" fmla="*/ 7091 h 53196"/>
                      <a:gd name="connsiteX4" fmla="*/ 0 w 59874"/>
                      <a:gd name="connsiteY4" fmla="*/ 11992 h 531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74" h="53196">
                        <a:moveTo>
                          <a:pt x="0" y="11992"/>
                        </a:moveTo>
                        <a:cubicBezTo>
                          <a:pt x="28304" y="39195"/>
                          <a:pt x="40438" y="53197"/>
                          <a:pt x="40438" y="53197"/>
                        </a:cubicBezTo>
                        <a:cubicBezTo>
                          <a:pt x="40438" y="53197"/>
                          <a:pt x="54807" y="52497"/>
                          <a:pt x="59874" y="45496"/>
                        </a:cubicBezTo>
                        <a:cubicBezTo>
                          <a:pt x="51600" y="31818"/>
                          <a:pt x="42045" y="18959"/>
                          <a:pt x="31337" y="7091"/>
                        </a:cubicBezTo>
                        <a:cubicBezTo>
                          <a:pt x="14268" y="-11344"/>
                          <a:pt x="0" y="11992"/>
                          <a:pt x="0" y="11992"/>
                        </a:cubicBezTo>
                        <a:close/>
                      </a:path>
                    </a:pathLst>
                  </a:custGeom>
                  <a:solidFill>
                    <a:srgbClr val="C09066"/>
                  </a:solidFill>
                  <a:ln w="3329" cap="flat">
                    <a:noFill/>
                    <a:prstDash val="solid"/>
                    <a:miter/>
                  </a:ln>
                </p:spPr>
                <p:txBody>
                  <a:bodyPr rtlCol="0" anchor="ctr"/>
                  <a:lstStyle/>
                  <a:p>
                    <a:endParaRPr lang="en-US" dirty="0"/>
                  </a:p>
                </p:txBody>
              </p:sp>
              <p:sp>
                <p:nvSpPr>
                  <p:cNvPr id="134" name="Grafik 13">
                    <a:extLst>
                      <a:ext uri="{FF2B5EF4-FFF2-40B4-BE49-F238E27FC236}">
                        <a16:creationId xmlns:a16="http://schemas.microsoft.com/office/drawing/2014/main" id="{8040A313-1431-DEAB-41D7-51BD020612C2}"/>
                      </a:ext>
                    </a:extLst>
                  </p:cNvPr>
                  <p:cNvSpPr/>
                  <p:nvPr/>
                </p:nvSpPr>
                <p:spPr bwMode="gray">
                  <a:xfrm>
                    <a:off x="6119864" y="4028664"/>
                    <a:ext cx="60105" cy="82404"/>
                  </a:xfrm>
                  <a:custGeom>
                    <a:avLst/>
                    <a:gdLst>
                      <a:gd name="connsiteX0" fmla="*/ 8176 w 42380"/>
                      <a:gd name="connsiteY0" fmla="*/ 28703 h 58103"/>
                      <a:gd name="connsiteX1" fmla="*/ 17978 w 42380"/>
                      <a:gd name="connsiteY1" fmla="*/ 46805 h 58103"/>
                      <a:gd name="connsiteX2" fmla="*/ 42381 w 42380"/>
                      <a:gd name="connsiteY2" fmla="*/ 56140 h 58103"/>
                      <a:gd name="connsiteX3" fmla="*/ 23678 w 42380"/>
                      <a:gd name="connsiteY3" fmla="*/ 12801 h 58103"/>
                      <a:gd name="connsiteX4" fmla="*/ 4943 w 42380"/>
                      <a:gd name="connsiteY4" fmla="*/ 166 h 58103"/>
                      <a:gd name="connsiteX5" fmla="*/ 8176 w 42380"/>
                      <a:gd name="connsiteY5" fmla="*/ 28703 h 58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380" h="58103">
                        <a:moveTo>
                          <a:pt x="8176" y="28703"/>
                        </a:moveTo>
                        <a:cubicBezTo>
                          <a:pt x="12510" y="37204"/>
                          <a:pt x="12810" y="37537"/>
                          <a:pt x="17978" y="46805"/>
                        </a:cubicBezTo>
                        <a:cubicBezTo>
                          <a:pt x="23145" y="56073"/>
                          <a:pt x="31813" y="61140"/>
                          <a:pt x="42381" y="56140"/>
                        </a:cubicBezTo>
                        <a:lnTo>
                          <a:pt x="23678" y="12801"/>
                        </a:lnTo>
                        <a:cubicBezTo>
                          <a:pt x="23678" y="12801"/>
                          <a:pt x="18411" y="-1701"/>
                          <a:pt x="4943" y="166"/>
                        </a:cubicBezTo>
                        <a:cubicBezTo>
                          <a:pt x="-7826" y="1866"/>
                          <a:pt x="8176" y="28703"/>
                          <a:pt x="8176" y="28703"/>
                        </a:cubicBezTo>
                        <a:close/>
                      </a:path>
                    </a:pathLst>
                  </a:custGeom>
                  <a:solidFill>
                    <a:srgbClr val="C09066"/>
                  </a:solidFill>
                  <a:ln w="3329" cap="flat">
                    <a:noFill/>
                    <a:prstDash val="solid"/>
                    <a:miter/>
                  </a:ln>
                </p:spPr>
                <p:txBody>
                  <a:bodyPr rtlCol="0" anchor="ctr"/>
                  <a:lstStyle/>
                  <a:p>
                    <a:endParaRPr lang="en-US" dirty="0"/>
                  </a:p>
                </p:txBody>
              </p:sp>
              <p:sp>
                <p:nvSpPr>
                  <p:cNvPr id="135" name="Grafik 13">
                    <a:extLst>
                      <a:ext uri="{FF2B5EF4-FFF2-40B4-BE49-F238E27FC236}">
                        <a16:creationId xmlns:a16="http://schemas.microsoft.com/office/drawing/2014/main" id="{5F72A23E-FC85-92F8-17DA-652EF401A91D}"/>
                      </a:ext>
                    </a:extLst>
                  </p:cNvPr>
                  <p:cNvSpPr/>
                  <p:nvPr/>
                </p:nvSpPr>
                <p:spPr bwMode="gray">
                  <a:xfrm>
                    <a:off x="5974998" y="3922214"/>
                    <a:ext cx="145475" cy="123324"/>
                  </a:xfrm>
                  <a:custGeom>
                    <a:avLst/>
                    <a:gdLst>
                      <a:gd name="connsiteX0" fmla="*/ 574 w 102574"/>
                      <a:gd name="connsiteY0" fmla="*/ 28918 h 86956"/>
                      <a:gd name="connsiteX1" fmla="*/ 35078 w 102574"/>
                      <a:gd name="connsiteY1" fmla="*/ 81225 h 86956"/>
                      <a:gd name="connsiteX2" fmla="*/ 102453 w 102574"/>
                      <a:gd name="connsiteY2" fmla="*/ 56988 h 86956"/>
                      <a:gd name="connsiteX3" fmla="*/ 16176 w 102574"/>
                      <a:gd name="connsiteY3" fmla="*/ 2615 h 86956"/>
                      <a:gd name="connsiteX4" fmla="*/ 574 w 102574"/>
                      <a:gd name="connsiteY4" fmla="*/ 28918 h 86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574" h="86956">
                        <a:moveTo>
                          <a:pt x="574" y="28918"/>
                        </a:moveTo>
                        <a:cubicBezTo>
                          <a:pt x="7241" y="58222"/>
                          <a:pt x="17443" y="67123"/>
                          <a:pt x="35078" y="81225"/>
                        </a:cubicBezTo>
                        <a:cubicBezTo>
                          <a:pt x="57948" y="99527"/>
                          <a:pt x="105287" y="69223"/>
                          <a:pt x="102453" y="56988"/>
                        </a:cubicBezTo>
                        <a:cubicBezTo>
                          <a:pt x="97419" y="35119"/>
                          <a:pt x="37845" y="20317"/>
                          <a:pt x="16176" y="2615"/>
                        </a:cubicBezTo>
                        <a:cubicBezTo>
                          <a:pt x="2774" y="-8420"/>
                          <a:pt x="-1727" y="18383"/>
                          <a:pt x="574" y="28918"/>
                        </a:cubicBezTo>
                        <a:close/>
                      </a:path>
                    </a:pathLst>
                  </a:custGeom>
                  <a:solidFill>
                    <a:srgbClr val="C09066"/>
                  </a:solidFill>
                  <a:ln w="3329" cap="flat">
                    <a:noFill/>
                    <a:prstDash val="solid"/>
                    <a:miter/>
                  </a:ln>
                </p:spPr>
                <p:txBody>
                  <a:bodyPr rtlCol="0" anchor="ctr"/>
                  <a:lstStyle/>
                  <a:p>
                    <a:endParaRPr lang="en-US" dirty="0"/>
                  </a:p>
                </p:txBody>
              </p:sp>
              <p:sp>
                <p:nvSpPr>
                  <p:cNvPr id="136" name="Grafik 13">
                    <a:extLst>
                      <a:ext uri="{FF2B5EF4-FFF2-40B4-BE49-F238E27FC236}">
                        <a16:creationId xmlns:a16="http://schemas.microsoft.com/office/drawing/2014/main" id="{450BE23A-F3CA-8B8B-4EE6-07F77021EF0B}"/>
                      </a:ext>
                    </a:extLst>
                  </p:cNvPr>
                  <p:cNvSpPr/>
                  <p:nvPr/>
                </p:nvSpPr>
                <p:spPr bwMode="gray">
                  <a:xfrm>
                    <a:off x="6099310" y="4009042"/>
                    <a:ext cx="36311" cy="68319"/>
                  </a:xfrm>
                  <a:custGeom>
                    <a:avLst/>
                    <a:gdLst>
                      <a:gd name="connsiteX0" fmla="*/ 25603 w 25603"/>
                      <a:gd name="connsiteY0" fmla="*/ 48173 h 48172"/>
                      <a:gd name="connsiteX1" fmla="*/ 19402 w 25603"/>
                      <a:gd name="connsiteY1" fmla="*/ 18836 h 48172"/>
                      <a:gd name="connsiteX2" fmla="*/ 5567 w 25603"/>
                      <a:gd name="connsiteY2" fmla="*/ 967 h 48172"/>
                      <a:gd name="connsiteX3" fmla="*/ 0 w 25603"/>
                      <a:gd name="connsiteY3" fmla="*/ 0 h 48172"/>
                      <a:gd name="connsiteX4" fmla="*/ 14502 w 25603"/>
                      <a:gd name="connsiteY4" fmla="*/ 20903 h 48172"/>
                      <a:gd name="connsiteX5" fmla="*/ 20669 w 25603"/>
                      <a:gd name="connsiteY5" fmla="*/ 40505 h 4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03" h="48172">
                        <a:moveTo>
                          <a:pt x="25603" y="48173"/>
                        </a:moveTo>
                        <a:lnTo>
                          <a:pt x="19402" y="18836"/>
                        </a:lnTo>
                        <a:lnTo>
                          <a:pt x="5567" y="967"/>
                        </a:lnTo>
                        <a:lnTo>
                          <a:pt x="0" y="0"/>
                        </a:lnTo>
                        <a:cubicBezTo>
                          <a:pt x="0" y="0"/>
                          <a:pt x="14468" y="20436"/>
                          <a:pt x="14502" y="20903"/>
                        </a:cubicBezTo>
                        <a:cubicBezTo>
                          <a:pt x="14535" y="21369"/>
                          <a:pt x="20669" y="40505"/>
                          <a:pt x="20669" y="40505"/>
                        </a:cubicBezTo>
                        <a:close/>
                      </a:path>
                    </a:pathLst>
                  </a:custGeom>
                  <a:solidFill>
                    <a:srgbClr val="8A5942"/>
                  </a:solidFill>
                  <a:ln w="3329" cap="flat">
                    <a:noFill/>
                    <a:prstDash val="solid"/>
                    <a:miter/>
                  </a:ln>
                </p:spPr>
                <p:txBody>
                  <a:bodyPr rtlCol="0" anchor="ctr"/>
                  <a:lstStyle/>
                  <a:p>
                    <a:endParaRPr lang="en-US" dirty="0"/>
                  </a:p>
                </p:txBody>
              </p:sp>
            </p:grpSp>
            <p:grpSp>
              <p:nvGrpSpPr>
                <p:cNvPr id="16" name="Group 83">
                  <a:extLst>
                    <a:ext uri="{FF2B5EF4-FFF2-40B4-BE49-F238E27FC236}">
                      <a16:creationId xmlns:a16="http://schemas.microsoft.com/office/drawing/2014/main" id="{138B37F2-3752-206A-E491-56C818177260}"/>
                    </a:ext>
                  </a:extLst>
                </p:cNvPr>
                <p:cNvGrpSpPr/>
                <p:nvPr/>
              </p:nvGrpSpPr>
              <p:grpSpPr bwMode="gray">
                <a:xfrm>
                  <a:off x="7776870" y="2864245"/>
                  <a:ext cx="1259743" cy="1977075"/>
                  <a:chOff x="7776870" y="2864245"/>
                  <a:chExt cx="1259743" cy="1977075"/>
                </a:xfrm>
              </p:grpSpPr>
              <p:sp>
                <p:nvSpPr>
                  <p:cNvPr id="17" name="Grafik 13">
                    <a:extLst>
                      <a:ext uri="{FF2B5EF4-FFF2-40B4-BE49-F238E27FC236}">
                        <a16:creationId xmlns:a16="http://schemas.microsoft.com/office/drawing/2014/main" id="{50846D81-E657-4A35-1F97-EC3E588F116C}"/>
                      </a:ext>
                    </a:extLst>
                  </p:cNvPr>
                  <p:cNvSpPr/>
                  <p:nvPr/>
                </p:nvSpPr>
                <p:spPr bwMode="gray">
                  <a:xfrm>
                    <a:off x="8591209" y="3074640"/>
                    <a:ext cx="208539" cy="309284"/>
                  </a:xfrm>
                  <a:custGeom>
                    <a:avLst/>
                    <a:gdLst>
                      <a:gd name="connsiteX0" fmla="*/ 1783 w 147041"/>
                      <a:gd name="connsiteY0" fmla="*/ 74307 h 218076"/>
                      <a:gd name="connsiteX1" fmla="*/ 29953 w 147041"/>
                      <a:gd name="connsiteY1" fmla="*/ 202356 h 218076"/>
                      <a:gd name="connsiteX2" fmla="*/ 146634 w 147041"/>
                      <a:gd name="connsiteY2" fmla="*/ 145682 h 218076"/>
                      <a:gd name="connsiteX3" fmla="*/ 115164 w 147041"/>
                      <a:gd name="connsiteY3" fmla="*/ 7365 h 218076"/>
                      <a:gd name="connsiteX4" fmla="*/ 1783 w 147041"/>
                      <a:gd name="connsiteY4" fmla="*/ 74307 h 218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041" h="218076">
                        <a:moveTo>
                          <a:pt x="1783" y="74307"/>
                        </a:moveTo>
                        <a:cubicBezTo>
                          <a:pt x="18152" y="66239"/>
                          <a:pt x="44155" y="196789"/>
                          <a:pt x="29953" y="202356"/>
                        </a:cubicBezTo>
                        <a:cubicBezTo>
                          <a:pt x="51356" y="241561"/>
                          <a:pt x="154302" y="201722"/>
                          <a:pt x="146634" y="145682"/>
                        </a:cubicBezTo>
                        <a:lnTo>
                          <a:pt x="115164" y="7365"/>
                        </a:lnTo>
                        <a:cubicBezTo>
                          <a:pt x="89327" y="-23772"/>
                          <a:pt x="-14819" y="52537"/>
                          <a:pt x="1783" y="74307"/>
                        </a:cubicBezTo>
                        <a:close/>
                      </a:path>
                    </a:pathLst>
                  </a:custGeom>
                  <a:solidFill>
                    <a:srgbClr val="F9D9D2"/>
                  </a:solidFill>
                  <a:ln w="3329" cap="flat">
                    <a:noFill/>
                    <a:prstDash val="solid"/>
                    <a:miter/>
                  </a:ln>
                </p:spPr>
                <p:txBody>
                  <a:bodyPr rtlCol="0" anchor="ctr"/>
                  <a:lstStyle/>
                  <a:p>
                    <a:endParaRPr lang="en-US" dirty="0"/>
                  </a:p>
                </p:txBody>
              </p:sp>
              <p:sp>
                <p:nvSpPr>
                  <p:cNvPr id="18" name="Grafik 13">
                    <a:extLst>
                      <a:ext uri="{FF2B5EF4-FFF2-40B4-BE49-F238E27FC236}">
                        <a16:creationId xmlns:a16="http://schemas.microsoft.com/office/drawing/2014/main" id="{AB55B26B-EEAB-DB7D-74EC-FD7EA5C44E69}"/>
                      </a:ext>
                    </a:extLst>
                  </p:cNvPr>
                  <p:cNvSpPr/>
                  <p:nvPr/>
                </p:nvSpPr>
                <p:spPr bwMode="gray">
                  <a:xfrm>
                    <a:off x="8594257" y="3084848"/>
                    <a:ext cx="69956" cy="167619"/>
                  </a:xfrm>
                  <a:custGeom>
                    <a:avLst/>
                    <a:gdLst>
                      <a:gd name="connsiteX0" fmla="*/ 0 w 49326"/>
                      <a:gd name="connsiteY0" fmla="*/ 72576 h 118188"/>
                      <a:gd name="connsiteX1" fmla="*/ 22536 w 49326"/>
                      <a:gd name="connsiteY1" fmla="*/ 118148 h 118188"/>
                      <a:gd name="connsiteX2" fmla="*/ 46606 w 49326"/>
                      <a:gd name="connsiteY2" fmla="*/ 39238 h 118188"/>
                      <a:gd name="connsiteX3" fmla="*/ 43272 w 49326"/>
                      <a:gd name="connsiteY3" fmla="*/ 3767 h 118188"/>
                      <a:gd name="connsiteX4" fmla="*/ 36605 w 49326"/>
                      <a:gd name="connsiteY4" fmla="*/ 12035 h 118188"/>
                      <a:gd name="connsiteX5" fmla="*/ 37338 w 49326"/>
                      <a:gd name="connsiteY5" fmla="*/ 0 h 118188"/>
                      <a:gd name="connsiteX6" fmla="*/ 0 w 49326"/>
                      <a:gd name="connsiteY6" fmla="*/ 72576 h 118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326" h="118188">
                        <a:moveTo>
                          <a:pt x="0" y="72576"/>
                        </a:moveTo>
                        <a:cubicBezTo>
                          <a:pt x="7834" y="68709"/>
                          <a:pt x="15735" y="87444"/>
                          <a:pt x="22536" y="118148"/>
                        </a:cubicBezTo>
                        <a:cubicBezTo>
                          <a:pt x="36871" y="119582"/>
                          <a:pt x="56607" y="82577"/>
                          <a:pt x="46606" y="39238"/>
                        </a:cubicBezTo>
                        <a:cubicBezTo>
                          <a:pt x="46606" y="26670"/>
                          <a:pt x="49339" y="13535"/>
                          <a:pt x="43272" y="3767"/>
                        </a:cubicBezTo>
                        <a:cubicBezTo>
                          <a:pt x="40738" y="-400"/>
                          <a:pt x="37138" y="17902"/>
                          <a:pt x="36605" y="12035"/>
                        </a:cubicBezTo>
                        <a:cubicBezTo>
                          <a:pt x="36261" y="8008"/>
                          <a:pt x="36508" y="3954"/>
                          <a:pt x="37338" y="0"/>
                        </a:cubicBezTo>
                        <a:cubicBezTo>
                          <a:pt x="36204" y="1067"/>
                          <a:pt x="0" y="72576"/>
                          <a:pt x="0" y="72576"/>
                        </a:cubicBezTo>
                        <a:close/>
                      </a:path>
                    </a:pathLst>
                  </a:custGeom>
                  <a:solidFill>
                    <a:srgbClr val="F2BBB3"/>
                  </a:solidFill>
                  <a:ln w="3329" cap="flat">
                    <a:noFill/>
                    <a:prstDash val="solid"/>
                    <a:miter/>
                  </a:ln>
                </p:spPr>
                <p:txBody>
                  <a:bodyPr rtlCol="0" anchor="ctr"/>
                  <a:lstStyle/>
                  <a:p>
                    <a:endParaRPr lang="en-US" dirty="0"/>
                  </a:p>
                </p:txBody>
              </p:sp>
              <p:sp>
                <p:nvSpPr>
                  <p:cNvPr id="19" name="Grafik 13">
                    <a:extLst>
                      <a:ext uri="{FF2B5EF4-FFF2-40B4-BE49-F238E27FC236}">
                        <a16:creationId xmlns:a16="http://schemas.microsoft.com/office/drawing/2014/main" id="{E85CC610-49D8-28AF-BC8D-ED943E394235}"/>
                      </a:ext>
                    </a:extLst>
                  </p:cNvPr>
                  <p:cNvSpPr/>
                  <p:nvPr/>
                </p:nvSpPr>
                <p:spPr bwMode="gray">
                  <a:xfrm>
                    <a:off x="8516557" y="2936177"/>
                    <a:ext cx="163530" cy="293908"/>
                  </a:xfrm>
                  <a:custGeom>
                    <a:avLst/>
                    <a:gdLst>
                      <a:gd name="connsiteX0" fmla="*/ 4413 w 115305"/>
                      <a:gd name="connsiteY0" fmla="*/ 19684 h 207234"/>
                      <a:gd name="connsiteX1" fmla="*/ 2979 w 115305"/>
                      <a:gd name="connsiteY1" fmla="*/ 97994 h 207234"/>
                      <a:gd name="connsiteX2" fmla="*/ 1113 w 115305"/>
                      <a:gd name="connsiteY2" fmla="*/ 171803 h 207234"/>
                      <a:gd name="connsiteX3" fmla="*/ 32483 w 115305"/>
                      <a:gd name="connsiteY3" fmla="*/ 206107 h 207234"/>
                      <a:gd name="connsiteX4" fmla="*/ 75822 w 115305"/>
                      <a:gd name="connsiteY4" fmla="*/ 191339 h 207234"/>
                      <a:gd name="connsiteX5" fmla="*/ 101958 w 115305"/>
                      <a:gd name="connsiteY5" fmla="*/ 136498 h 207234"/>
                      <a:gd name="connsiteX6" fmla="*/ 4413 w 115305"/>
                      <a:gd name="connsiteY6" fmla="*/ 19684 h 207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305" h="207234">
                        <a:moveTo>
                          <a:pt x="4413" y="19684"/>
                        </a:moveTo>
                        <a:cubicBezTo>
                          <a:pt x="679" y="28452"/>
                          <a:pt x="-2588" y="41687"/>
                          <a:pt x="2979" y="97994"/>
                        </a:cubicBezTo>
                        <a:cubicBezTo>
                          <a:pt x="5980" y="128364"/>
                          <a:pt x="1113" y="172036"/>
                          <a:pt x="1113" y="171803"/>
                        </a:cubicBezTo>
                        <a:cubicBezTo>
                          <a:pt x="-2221" y="196673"/>
                          <a:pt x="8280" y="211574"/>
                          <a:pt x="32483" y="206107"/>
                        </a:cubicBezTo>
                        <a:cubicBezTo>
                          <a:pt x="49718" y="202207"/>
                          <a:pt x="52486" y="200873"/>
                          <a:pt x="75822" y="191339"/>
                        </a:cubicBezTo>
                        <a:cubicBezTo>
                          <a:pt x="105559" y="179070"/>
                          <a:pt x="100592" y="138599"/>
                          <a:pt x="101958" y="136498"/>
                        </a:cubicBezTo>
                        <a:cubicBezTo>
                          <a:pt x="149498" y="63489"/>
                          <a:pt x="58920" y="-44758"/>
                          <a:pt x="4413" y="19684"/>
                        </a:cubicBezTo>
                        <a:close/>
                      </a:path>
                    </a:pathLst>
                  </a:custGeom>
                  <a:solidFill>
                    <a:srgbClr val="F9D9D2"/>
                  </a:solidFill>
                  <a:ln w="3329" cap="flat">
                    <a:noFill/>
                    <a:prstDash val="solid"/>
                    <a:miter/>
                  </a:ln>
                </p:spPr>
                <p:txBody>
                  <a:bodyPr rtlCol="0" anchor="ctr"/>
                  <a:lstStyle/>
                  <a:p>
                    <a:endParaRPr lang="en-US" dirty="0"/>
                  </a:p>
                </p:txBody>
              </p:sp>
              <p:sp>
                <p:nvSpPr>
                  <p:cNvPr id="20" name="Grafik 13">
                    <a:extLst>
                      <a:ext uri="{FF2B5EF4-FFF2-40B4-BE49-F238E27FC236}">
                        <a16:creationId xmlns:a16="http://schemas.microsoft.com/office/drawing/2014/main" id="{8BDE929A-7D76-8F8E-41DB-E65375235B75}"/>
                      </a:ext>
                    </a:extLst>
                  </p:cNvPr>
                  <p:cNvSpPr/>
                  <p:nvPr/>
                </p:nvSpPr>
                <p:spPr bwMode="gray">
                  <a:xfrm rot="21462563">
                    <a:off x="8511432" y="2905689"/>
                    <a:ext cx="295171" cy="263751"/>
                  </a:xfrm>
                  <a:custGeom>
                    <a:avLst/>
                    <a:gdLst>
                      <a:gd name="connsiteX0" fmla="*/ 208126 w 208125"/>
                      <a:gd name="connsiteY0" fmla="*/ 92990 h 185971"/>
                      <a:gd name="connsiteX1" fmla="*/ 104063 w 208125"/>
                      <a:gd name="connsiteY1" fmla="*/ 185976 h 185971"/>
                      <a:gd name="connsiteX2" fmla="*/ 0 w 208125"/>
                      <a:gd name="connsiteY2" fmla="*/ 92990 h 185971"/>
                      <a:gd name="connsiteX3" fmla="*/ 104063 w 208125"/>
                      <a:gd name="connsiteY3" fmla="*/ 5 h 185971"/>
                      <a:gd name="connsiteX4" fmla="*/ 208126 w 208125"/>
                      <a:gd name="connsiteY4" fmla="*/ 92990 h 185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125" h="185971">
                        <a:moveTo>
                          <a:pt x="208126" y="92990"/>
                        </a:moveTo>
                        <a:cubicBezTo>
                          <a:pt x="208126" y="144345"/>
                          <a:pt x="161535" y="185976"/>
                          <a:pt x="104063" y="185976"/>
                        </a:cubicBezTo>
                        <a:cubicBezTo>
                          <a:pt x="46591" y="185976"/>
                          <a:pt x="0" y="144345"/>
                          <a:pt x="0" y="92990"/>
                        </a:cubicBezTo>
                        <a:cubicBezTo>
                          <a:pt x="0" y="41636"/>
                          <a:pt x="46591" y="5"/>
                          <a:pt x="104063" y="5"/>
                        </a:cubicBezTo>
                        <a:cubicBezTo>
                          <a:pt x="161535" y="5"/>
                          <a:pt x="208126" y="41636"/>
                          <a:pt x="208126" y="92990"/>
                        </a:cubicBezTo>
                        <a:close/>
                      </a:path>
                    </a:pathLst>
                  </a:custGeom>
                  <a:solidFill>
                    <a:srgbClr val="F9D9D2"/>
                  </a:solidFill>
                  <a:ln w="3332" cap="flat">
                    <a:noFill/>
                    <a:prstDash val="solid"/>
                    <a:miter/>
                  </a:ln>
                </p:spPr>
                <p:txBody>
                  <a:bodyPr rtlCol="0" anchor="ctr"/>
                  <a:lstStyle/>
                  <a:p>
                    <a:endParaRPr lang="en-US" dirty="0"/>
                  </a:p>
                </p:txBody>
              </p:sp>
              <p:sp>
                <p:nvSpPr>
                  <p:cNvPr id="21" name="Grafik 13">
                    <a:extLst>
                      <a:ext uri="{FF2B5EF4-FFF2-40B4-BE49-F238E27FC236}">
                        <a16:creationId xmlns:a16="http://schemas.microsoft.com/office/drawing/2014/main" id="{6A611BFE-A1B7-D1AA-7E11-80A26A247911}"/>
                      </a:ext>
                    </a:extLst>
                  </p:cNvPr>
                  <p:cNvSpPr/>
                  <p:nvPr/>
                </p:nvSpPr>
                <p:spPr bwMode="gray">
                  <a:xfrm>
                    <a:off x="8479921" y="2996764"/>
                    <a:ext cx="97786" cy="200942"/>
                  </a:xfrm>
                  <a:custGeom>
                    <a:avLst/>
                    <a:gdLst>
                      <a:gd name="connsiteX0" fmla="*/ 24811 w 68949"/>
                      <a:gd name="connsiteY0" fmla="*/ 0 h 141684"/>
                      <a:gd name="connsiteX1" fmla="*/ 6942 w 68949"/>
                      <a:gd name="connsiteY1" fmla="*/ 65741 h 141684"/>
                      <a:gd name="connsiteX2" fmla="*/ 21344 w 68949"/>
                      <a:gd name="connsiteY2" fmla="*/ 96012 h 141684"/>
                      <a:gd name="connsiteX3" fmla="*/ 19310 w 68949"/>
                      <a:gd name="connsiteY3" fmla="*/ 112681 h 141684"/>
                      <a:gd name="connsiteX4" fmla="*/ 25711 w 68949"/>
                      <a:gd name="connsiteY4" fmla="*/ 117081 h 141684"/>
                      <a:gd name="connsiteX5" fmla="*/ 26945 w 68949"/>
                      <a:gd name="connsiteY5" fmla="*/ 129116 h 141684"/>
                      <a:gd name="connsiteX6" fmla="*/ 36246 w 68949"/>
                      <a:gd name="connsiteY6" fmla="*/ 141684 h 141684"/>
                      <a:gd name="connsiteX7" fmla="*/ 68950 w 68949"/>
                      <a:gd name="connsiteY7" fmla="*/ 101913 h 141684"/>
                      <a:gd name="connsiteX8" fmla="*/ 64983 w 68949"/>
                      <a:gd name="connsiteY8" fmla="*/ 38005 h 141684"/>
                      <a:gd name="connsiteX9" fmla="*/ 34346 w 68949"/>
                      <a:gd name="connsiteY9" fmla="*/ 22536 h 141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949" h="141684">
                        <a:moveTo>
                          <a:pt x="24811" y="0"/>
                        </a:moveTo>
                        <a:cubicBezTo>
                          <a:pt x="23611" y="14268"/>
                          <a:pt x="21477" y="44806"/>
                          <a:pt x="6942" y="65741"/>
                        </a:cubicBezTo>
                        <a:cubicBezTo>
                          <a:pt x="-2292" y="79076"/>
                          <a:pt x="-6393" y="92411"/>
                          <a:pt x="21344" y="96012"/>
                        </a:cubicBezTo>
                        <a:cubicBezTo>
                          <a:pt x="28612" y="96945"/>
                          <a:pt x="17744" y="108113"/>
                          <a:pt x="19310" y="112681"/>
                        </a:cubicBezTo>
                        <a:cubicBezTo>
                          <a:pt x="20577" y="116348"/>
                          <a:pt x="22644" y="115348"/>
                          <a:pt x="25711" y="117081"/>
                        </a:cubicBezTo>
                        <a:cubicBezTo>
                          <a:pt x="17110" y="123049"/>
                          <a:pt x="22378" y="126249"/>
                          <a:pt x="26945" y="129116"/>
                        </a:cubicBezTo>
                        <a:cubicBezTo>
                          <a:pt x="31295" y="132216"/>
                          <a:pt x="34552" y="136617"/>
                          <a:pt x="36246" y="141684"/>
                        </a:cubicBezTo>
                        <a:lnTo>
                          <a:pt x="68950" y="101913"/>
                        </a:lnTo>
                        <a:lnTo>
                          <a:pt x="64983" y="38005"/>
                        </a:lnTo>
                        <a:lnTo>
                          <a:pt x="34346" y="22536"/>
                        </a:lnTo>
                      </a:path>
                    </a:pathLst>
                  </a:custGeom>
                  <a:solidFill>
                    <a:srgbClr val="F9D9D2"/>
                  </a:solidFill>
                  <a:ln w="3329" cap="flat">
                    <a:noFill/>
                    <a:prstDash val="solid"/>
                    <a:miter/>
                  </a:ln>
                </p:spPr>
                <p:txBody>
                  <a:bodyPr rtlCol="0" anchor="ctr"/>
                  <a:lstStyle/>
                  <a:p>
                    <a:endParaRPr lang="en-US" dirty="0"/>
                  </a:p>
                </p:txBody>
              </p:sp>
              <p:sp>
                <p:nvSpPr>
                  <p:cNvPr id="22" name="Grafik 13">
                    <a:extLst>
                      <a:ext uri="{FF2B5EF4-FFF2-40B4-BE49-F238E27FC236}">
                        <a16:creationId xmlns:a16="http://schemas.microsoft.com/office/drawing/2014/main" id="{8A3294BC-053D-5497-939E-3A3F44FA6288}"/>
                      </a:ext>
                    </a:extLst>
                  </p:cNvPr>
                  <p:cNvSpPr/>
                  <p:nvPr/>
                </p:nvSpPr>
                <p:spPr bwMode="gray">
                  <a:xfrm>
                    <a:off x="8544613" y="3151277"/>
                    <a:ext cx="6429" cy="14751"/>
                  </a:xfrm>
                  <a:custGeom>
                    <a:avLst/>
                    <a:gdLst>
                      <a:gd name="connsiteX0" fmla="*/ 0 w 4533"/>
                      <a:gd name="connsiteY0" fmla="*/ 0 h 10401"/>
                      <a:gd name="connsiteX1" fmla="*/ 4534 w 4533"/>
                      <a:gd name="connsiteY1" fmla="*/ 10401 h 10401"/>
                    </a:gdLst>
                    <a:ahLst/>
                    <a:cxnLst>
                      <a:cxn ang="0">
                        <a:pos x="connsiteX0" y="connsiteY0"/>
                      </a:cxn>
                      <a:cxn ang="0">
                        <a:pos x="connsiteX1" y="connsiteY1"/>
                      </a:cxn>
                    </a:cxnLst>
                    <a:rect l="l" t="t" r="r" b="b"/>
                    <a:pathLst>
                      <a:path w="4533" h="10401">
                        <a:moveTo>
                          <a:pt x="0" y="0"/>
                        </a:moveTo>
                        <a:cubicBezTo>
                          <a:pt x="2497" y="2947"/>
                          <a:pt x="4074" y="6564"/>
                          <a:pt x="4534" y="10401"/>
                        </a:cubicBezTo>
                      </a:path>
                    </a:pathLst>
                  </a:custGeom>
                  <a:noFill/>
                  <a:ln w="2830" cap="flat">
                    <a:solidFill>
                      <a:srgbClr val="F2BBB3"/>
                    </a:solidFill>
                    <a:prstDash val="solid"/>
                    <a:miter/>
                  </a:ln>
                </p:spPr>
                <p:txBody>
                  <a:bodyPr rtlCol="0" anchor="ctr"/>
                  <a:lstStyle/>
                  <a:p>
                    <a:endParaRPr lang="en-US" dirty="0"/>
                  </a:p>
                </p:txBody>
              </p:sp>
              <p:sp>
                <p:nvSpPr>
                  <p:cNvPr id="23" name="Grafik 13">
                    <a:extLst>
                      <a:ext uri="{FF2B5EF4-FFF2-40B4-BE49-F238E27FC236}">
                        <a16:creationId xmlns:a16="http://schemas.microsoft.com/office/drawing/2014/main" id="{FCBF6438-C116-42D9-E95A-1166490DBD03}"/>
                      </a:ext>
                    </a:extLst>
                  </p:cNvPr>
                  <p:cNvSpPr/>
                  <p:nvPr/>
                </p:nvSpPr>
                <p:spPr bwMode="gray">
                  <a:xfrm>
                    <a:off x="8098890" y="3196148"/>
                    <a:ext cx="351209" cy="403092"/>
                  </a:xfrm>
                  <a:custGeom>
                    <a:avLst/>
                    <a:gdLst>
                      <a:gd name="connsiteX0" fmla="*/ 228702 w 247637"/>
                      <a:gd name="connsiteY0" fmla="*/ 181023 h 284220"/>
                      <a:gd name="connsiteX1" fmla="*/ 152626 w 247637"/>
                      <a:gd name="connsiteY1" fmla="*/ 130316 h 284220"/>
                      <a:gd name="connsiteX2" fmla="*/ 153426 w 247637"/>
                      <a:gd name="connsiteY2" fmla="*/ 83644 h 284220"/>
                      <a:gd name="connsiteX3" fmla="*/ 167594 w 247637"/>
                      <a:gd name="connsiteY3" fmla="*/ 28137 h 284220"/>
                      <a:gd name="connsiteX4" fmla="*/ 150159 w 247637"/>
                      <a:gd name="connsiteY4" fmla="*/ 28137 h 284220"/>
                      <a:gd name="connsiteX5" fmla="*/ 127589 w 247637"/>
                      <a:gd name="connsiteY5" fmla="*/ 66275 h 284220"/>
                      <a:gd name="connsiteX6" fmla="*/ 105920 w 247637"/>
                      <a:gd name="connsiteY6" fmla="*/ 64575 h 284220"/>
                      <a:gd name="connsiteX7" fmla="*/ 70282 w 247637"/>
                      <a:gd name="connsiteY7" fmla="*/ 22569 h 284220"/>
                      <a:gd name="connsiteX8" fmla="*/ 44512 w 247637"/>
                      <a:gd name="connsiteY8" fmla="*/ 0 h 284220"/>
                      <a:gd name="connsiteX9" fmla="*/ 38611 w 247637"/>
                      <a:gd name="connsiteY9" fmla="*/ 2000 h 284220"/>
                      <a:gd name="connsiteX10" fmla="*/ 72649 w 247637"/>
                      <a:gd name="connsiteY10" fmla="*/ 75643 h 284220"/>
                      <a:gd name="connsiteX11" fmla="*/ 61281 w 247637"/>
                      <a:gd name="connsiteY11" fmla="*/ 67508 h 284220"/>
                      <a:gd name="connsiteX12" fmla="*/ 21276 w 247637"/>
                      <a:gd name="connsiteY12" fmla="*/ 21903 h 284220"/>
                      <a:gd name="connsiteX13" fmla="*/ 2974 w 247637"/>
                      <a:gd name="connsiteY13" fmla="*/ 19436 h 284220"/>
                      <a:gd name="connsiteX14" fmla="*/ 140 w 247637"/>
                      <a:gd name="connsiteY14" fmla="*/ 22469 h 284220"/>
                      <a:gd name="connsiteX15" fmla="*/ 19576 w 247637"/>
                      <a:gd name="connsiteY15" fmla="*/ 44772 h 284220"/>
                      <a:gd name="connsiteX16" fmla="*/ 47312 w 247637"/>
                      <a:gd name="connsiteY16" fmla="*/ 82010 h 284220"/>
                      <a:gd name="connsiteX17" fmla="*/ 46346 w 247637"/>
                      <a:gd name="connsiteY17" fmla="*/ 100413 h 284220"/>
                      <a:gd name="connsiteX18" fmla="*/ 44412 w 247637"/>
                      <a:gd name="connsiteY18" fmla="*/ 109614 h 284220"/>
                      <a:gd name="connsiteX19" fmla="*/ 43979 w 247637"/>
                      <a:gd name="connsiteY19" fmla="*/ 118948 h 284220"/>
                      <a:gd name="connsiteX20" fmla="*/ 44946 w 247637"/>
                      <a:gd name="connsiteY20" fmla="*/ 133683 h 284220"/>
                      <a:gd name="connsiteX21" fmla="*/ 82784 w 247637"/>
                      <a:gd name="connsiteY21" fmla="*/ 164554 h 284220"/>
                      <a:gd name="connsiteX22" fmla="*/ 113854 w 247637"/>
                      <a:gd name="connsiteY22" fmla="*/ 176255 h 284220"/>
                      <a:gd name="connsiteX23" fmla="*/ 217634 w 247637"/>
                      <a:gd name="connsiteY23" fmla="*/ 282402 h 284220"/>
                      <a:gd name="connsiteX24" fmla="*/ 247638 w 247637"/>
                      <a:gd name="connsiteY24" fmla="*/ 214293 h 284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7637" h="284220">
                        <a:moveTo>
                          <a:pt x="228702" y="181023"/>
                        </a:moveTo>
                        <a:lnTo>
                          <a:pt x="152626" y="130316"/>
                        </a:lnTo>
                        <a:cubicBezTo>
                          <a:pt x="152626" y="130316"/>
                          <a:pt x="158960" y="100313"/>
                          <a:pt x="153426" y="83644"/>
                        </a:cubicBezTo>
                        <a:cubicBezTo>
                          <a:pt x="147892" y="66975"/>
                          <a:pt x="167594" y="28137"/>
                          <a:pt x="167594" y="28137"/>
                        </a:cubicBezTo>
                        <a:cubicBezTo>
                          <a:pt x="167594" y="28137"/>
                          <a:pt x="161260" y="17035"/>
                          <a:pt x="150159" y="28137"/>
                        </a:cubicBezTo>
                        <a:cubicBezTo>
                          <a:pt x="139057" y="39238"/>
                          <a:pt x="127589" y="66275"/>
                          <a:pt x="127589" y="66275"/>
                        </a:cubicBezTo>
                        <a:cubicBezTo>
                          <a:pt x="127589" y="66275"/>
                          <a:pt x="115454" y="69309"/>
                          <a:pt x="105920" y="64575"/>
                        </a:cubicBezTo>
                        <a:cubicBezTo>
                          <a:pt x="96385" y="59841"/>
                          <a:pt x="78116" y="41038"/>
                          <a:pt x="70282" y="22569"/>
                        </a:cubicBezTo>
                        <a:cubicBezTo>
                          <a:pt x="62148" y="3434"/>
                          <a:pt x="46279" y="0"/>
                          <a:pt x="44512" y="0"/>
                        </a:cubicBezTo>
                        <a:cubicBezTo>
                          <a:pt x="42462" y="383"/>
                          <a:pt x="40475" y="1057"/>
                          <a:pt x="38611" y="2000"/>
                        </a:cubicBezTo>
                        <a:cubicBezTo>
                          <a:pt x="38611" y="2000"/>
                          <a:pt x="77416" y="72476"/>
                          <a:pt x="72649" y="75643"/>
                        </a:cubicBezTo>
                        <a:cubicBezTo>
                          <a:pt x="67882" y="78810"/>
                          <a:pt x="61281" y="67508"/>
                          <a:pt x="61281" y="67508"/>
                        </a:cubicBezTo>
                        <a:cubicBezTo>
                          <a:pt x="61281" y="67508"/>
                          <a:pt x="30110" y="26570"/>
                          <a:pt x="21276" y="21903"/>
                        </a:cubicBezTo>
                        <a:cubicBezTo>
                          <a:pt x="10108" y="16035"/>
                          <a:pt x="2974" y="19436"/>
                          <a:pt x="2974" y="19436"/>
                        </a:cubicBezTo>
                        <a:cubicBezTo>
                          <a:pt x="2974" y="19436"/>
                          <a:pt x="-760" y="21603"/>
                          <a:pt x="140" y="22469"/>
                        </a:cubicBezTo>
                        <a:cubicBezTo>
                          <a:pt x="7057" y="29510"/>
                          <a:pt x="13548" y="36958"/>
                          <a:pt x="19576" y="44772"/>
                        </a:cubicBezTo>
                        <a:cubicBezTo>
                          <a:pt x="22743" y="49506"/>
                          <a:pt x="47312" y="82010"/>
                          <a:pt x="47312" y="82010"/>
                        </a:cubicBezTo>
                        <a:lnTo>
                          <a:pt x="46346" y="100413"/>
                        </a:lnTo>
                        <a:lnTo>
                          <a:pt x="44412" y="109614"/>
                        </a:lnTo>
                        <a:lnTo>
                          <a:pt x="43979" y="118948"/>
                        </a:lnTo>
                        <a:lnTo>
                          <a:pt x="44946" y="133683"/>
                        </a:lnTo>
                        <a:cubicBezTo>
                          <a:pt x="48113" y="141618"/>
                          <a:pt x="68515" y="157420"/>
                          <a:pt x="82784" y="164554"/>
                        </a:cubicBezTo>
                        <a:cubicBezTo>
                          <a:pt x="97052" y="171688"/>
                          <a:pt x="105153" y="169921"/>
                          <a:pt x="113854" y="176255"/>
                        </a:cubicBezTo>
                        <a:cubicBezTo>
                          <a:pt x="122555" y="182589"/>
                          <a:pt x="190530" y="267367"/>
                          <a:pt x="217634" y="282402"/>
                        </a:cubicBezTo>
                        <a:cubicBezTo>
                          <a:pt x="244737" y="297437"/>
                          <a:pt x="247638" y="214293"/>
                          <a:pt x="247638" y="214293"/>
                        </a:cubicBezTo>
                        <a:close/>
                      </a:path>
                    </a:pathLst>
                  </a:custGeom>
                  <a:solidFill>
                    <a:srgbClr val="F9D9D2"/>
                  </a:solidFill>
                  <a:ln w="3329" cap="flat">
                    <a:noFill/>
                    <a:prstDash val="solid"/>
                    <a:miter/>
                  </a:ln>
                </p:spPr>
                <p:txBody>
                  <a:bodyPr rtlCol="0" anchor="ctr"/>
                  <a:lstStyle/>
                  <a:p>
                    <a:endParaRPr lang="en-US" dirty="0"/>
                  </a:p>
                </p:txBody>
              </p:sp>
              <p:sp>
                <p:nvSpPr>
                  <p:cNvPr id="24" name="Grafik 13">
                    <a:extLst>
                      <a:ext uri="{FF2B5EF4-FFF2-40B4-BE49-F238E27FC236}">
                        <a16:creationId xmlns:a16="http://schemas.microsoft.com/office/drawing/2014/main" id="{319C8E5C-9571-0925-ED5F-872F3AFB3F5D}"/>
                      </a:ext>
                    </a:extLst>
                  </p:cNvPr>
                  <p:cNvSpPr/>
                  <p:nvPr/>
                </p:nvSpPr>
                <p:spPr bwMode="gray">
                  <a:xfrm>
                    <a:off x="8069272" y="3264539"/>
                    <a:ext cx="116008" cy="107538"/>
                  </a:xfrm>
                  <a:custGeom>
                    <a:avLst/>
                    <a:gdLst>
                      <a:gd name="connsiteX0" fmla="*/ 81797 w 81797"/>
                      <a:gd name="connsiteY0" fmla="*/ 37954 h 75825"/>
                      <a:gd name="connsiteX1" fmla="*/ 70363 w 81797"/>
                      <a:gd name="connsiteY1" fmla="*/ 37954 h 75825"/>
                      <a:gd name="connsiteX2" fmla="*/ 20990 w 81797"/>
                      <a:gd name="connsiteY2" fmla="*/ 1816 h 75825"/>
                      <a:gd name="connsiteX3" fmla="*/ 2521 w 81797"/>
                      <a:gd name="connsiteY3" fmla="*/ 2016 h 75825"/>
                      <a:gd name="connsiteX4" fmla="*/ 187 w 81797"/>
                      <a:gd name="connsiteY4" fmla="*/ 5350 h 75825"/>
                      <a:gd name="connsiteX5" fmla="*/ 22623 w 81797"/>
                      <a:gd name="connsiteY5" fmla="*/ 24586 h 75825"/>
                      <a:gd name="connsiteX6" fmla="*/ 55427 w 81797"/>
                      <a:gd name="connsiteY6" fmla="*/ 57457 h 75825"/>
                      <a:gd name="connsiteX7" fmla="*/ 57128 w 81797"/>
                      <a:gd name="connsiteY7" fmla="*/ 75826 h 75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797" h="75825">
                        <a:moveTo>
                          <a:pt x="81797" y="37954"/>
                        </a:moveTo>
                        <a:cubicBezTo>
                          <a:pt x="77563" y="41788"/>
                          <a:pt x="70363" y="37954"/>
                          <a:pt x="70363" y="37954"/>
                        </a:cubicBezTo>
                        <a:cubicBezTo>
                          <a:pt x="70363" y="37954"/>
                          <a:pt x="30358" y="5183"/>
                          <a:pt x="20990" y="1816"/>
                        </a:cubicBezTo>
                        <a:cubicBezTo>
                          <a:pt x="9122" y="-2384"/>
                          <a:pt x="2521" y="2016"/>
                          <a:pt x="2521" y="2016"/>
                        </a:cubicBezTo>
                        <a:cubicBezTo>
                          <a:pt x="2521" y="2016"/>
                          <a:pt x="-813" y="4717"/>
                          <a:pt x="187" y="5350"/>
                        </a:cubicBezTo>
                        <a:cubicBezTo>
                          <a:pt x="8028" y="11328"/>
                          <a:pt x="15519" y="17752"/>
                          <a:pt x="22623" y="24586"/>
                        </a:cubicBezTo>
                        <a:cubicBezTo>
                          <a:pt x="26457" y="28853"/>
                          <a:pt x="55427" y="57457"/>
                          <a:pt x="55427" y="57457"/>
                        </a:cubicBezTo>
                        <a:lnTo>
                          <a:pt x="57128" y="75826"/>
                        </a:lnTo>
                      </a:path>
                    </a:pathLst>
                  </a:custGeom>
                  <a:solidFill>
                    <a:srgbClr val="F9D9D2"/>
                  </a:solidFill>
                  <a:ln w="3329" cap="flat">
                    <a:noFill/>
                    <a:prstDash val="solid"/>
                    <a:miter/>
                  </a:ln>
                </p:spPr>
                <p:txBody>
                  <a:bodyPr rtlCol="0" anchor="ctr"/>
                  <a:lstStyle/>
                  <a:p>
                    <a:endParaRPr lang="en-US" dirty="0"/>
                  </a:p>
                </p:txBody>
              </p:sp>
              <p:sp>
                <p:nvSpPr>
                  <p:cNvPr id="25" name="Grafik 13">
                    <a:extLst>
                      <a:ext uri="{FF2B5EF4-FFF2-40B4-BE49-F238E27FC236}">
                        <a16:creationId xmlns:a16="http://schemas.microsoft.com/office/drawing/2014/main" id="{55A84FCF-F46D-4E56-F475-ACD650F4D832}"/>
                      </a:ext>
                    </a:extLst>
                  </p:cNvPr>
                  <p:cNvSpPr/>
                  <p:nvPr/>
                </p:nvSpPr>
                <p:spPr bwMode="gray">
                  <a:xfrm>
                    <a:off x="8071726" y="3318896"/>
                    <a:ext cx="123008" cy="86279"/>
                  </a:xfrm>
                  <a:custGeom>
                    <a:avLst/>
                    <a:gdLst>
                      <a:gd name="connsiteX0" fmla="*/ 86734 w 86733"/>
                      <a:gd name="connsiteY0" fmla="*/ 32732 h 60835"/>
                      <a:gd name="connsiteX1" fmla="*/ 73199 w 86733"/>
                      <a:gd name="connsiteY1" fmla="*/ 29065 h 60835"/>
                      <a:gd name="connsiteX2" fmla="*/ 19859 w 86733"/>
                      <a:gd name="connsiteY2" fmla="*/ 294 h 60835"/>
                      <a:gd name="connsiteX3" fmla="*/ 1857 w 86733"/>
                      <a:gd name="connsiteY3" fmla="*/ 4361 h 60835"/>
                      <a:gd name="connsiteX4" fmla="*/ 290 w 86733"/>
                      <a:gd name="connsiteY4" fmla="*/ 8195 h 60835"/>
                      <a:gd name="connsiteX5" fmla="*/ 26260 w 86733"/>
                      <a:gd name="connsiteY5" fmla="*/ 22297 h 60835"/>
                      <a:gd name="connsiteX6" fmla="*/ 65231 w 86733"/>
                      <a:gd name="connsiteY6" fmla="*/ 47500 h 60835"/>
                      <a:gd name="connsiteX7" fmla="*/ 79966 w 86733"/>
                      <a:gd name="connsiteY7" fmla="*/ 60835 h 60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733" h="60835">
                        <a:moveTo>
                          <a:pt x="86734" y="32732"/>
                        </a:moveTo>
                        <a:cubicBezTo>
                          <a:pt x="83400" y="37332"/>
                          <a:pt x="73199" y="29065"/>
                          <a:pt x="73199" y="29065"/>
                        </a:cubicBezTo>
                        <a:cubicBezTo>
                          <a:pt x="73199" y="29065"/>
                          <a:pt x="29860" y="1561"/>
                          <a:pt x="19859" y="294"/>
                        </a:cubicBezTo>
                        <a:cubicBezTo>
                          <a:pt x="7357" y="-1339"/>
                          <a:pt x="1857" y="4361"/>
                          <a:pt x="1857" y="4361"/>
                        </a:cubicBezTo>
                        <a:cubicBezTo>
                          <a:pt x="1857" y="4361"/>
                          <a:pt x="-877" y="7695"/>
                          <a:pt x="290" y="8195"/>
                        </a:cubicBezTo>
                        <a:cubicBezTo>
                          <a:pt x="9211" y="12392"/>
                          <a:pt x="17882" y="17100"/>
                          <a:pt x="26260" y="22297"/>
                        </a:cubicBezTo>
                        <a:cubicBezTo>
                          <a:pt x="30894" y="25631"/>
                          <a:pt x="65231" y="47500"/>
                          <a:pt x="65231" y="47500"/>
                        </a:cubicBezTo>
                        <a:lnTo>
                          <a:pt x="79966" y="60835"/>
                        </a:lnTo>
                      </a:path>
                    </a:pathLst>
                  </a:custGeom>
                  <a:solidFill>
                    <a:srgbClr val="F9D9D2"/>
                  </a:solidFill>
                  <a:ln w="3329" cap="flat">
                    <a:noFill/>
                    <a:prstDash val="solid"/>
                    <a:miter/>
                  </a:ln>
                </p:spPr>
                <p:txBody>
                  <a:bodyPr rtlCol="0" anchor="ctr"/>
                  <a:lstStyle/>
                  <a:p>
                    <a:endParaRPr lang="en-US" dirty="0"/>
                  </a:p>
                </p:txBody>
              </p:sp>
              <p:sp>
                <p:nvSpPr>
                  <p:cNvPr id="26" name="Grafik 13">
                    <a:extLst>
                      <a:ext uri="{FF2B5EF4-FFF2-40B4-BE49-F238E27FC236}">
                        <a16:creationId xmlns:a16="http://schemas.microsoft.com/office/drawing/2014/main" id="{65DADA06-D12D-0A83-7A98-D11B4324F05E}"/>
                      </a:ext>
                    </a:extLst>
                  </p:cNvPr>
                  <p:cNvSpPr/>
                  <p:nvPr/>
                </p:nvSpPr>
                <p:spPr bwMode="gray">
                  <a:xfrm>
                    <a:off x="8270622" y="4680568"/>
                    <a:ext cx="542308" cy="152337"/>
                  </a:xfrm>
                  <a:custGeom>
                    <a:avLst/>
                    <a:gdLst>
                      <a:gd name="connsiteX0" fmla="*/ 382381 w 382381"/>
                      <a:gd name="connsiteY0" fmla="*/ 107413 h 107413"/>
                      <a:gd name="connsiteX1" fmla="*/ 291970 w 382381"/>
                      <a:gd name="connsiteY1" fmla="*/ 0 h 107413"/>
                      <a:gd name="connsiteX2" fmla="*/ 89178 w 382381"/>
                      <a:gd name="connsiteY2" fmla="*/ 0 h 107413"/>
                      <a:gd name="connsiteX3" fmla="*/ 0 w 382381"/>
                      <a:gd name="connsiteY3" fmla="*/ 107413 h 107413"/>
                    </a:gdLst>
                    <a:ahLst/>
                    <a:cxnLst>
                      <a:cxn ang="0">
                        <a:pos x="connsiteX0" y="connsiteY0"/>
                      </a:cxn>
                      <a:cxn ang="0">
                        <a:pos x="connsiteX1" y="connsiteY1"/>
                      </a:cxn>
                      <a:cxn ang="0">
                        <a:pos x="connsiteX2" y="connsiteY2"/>
                      </a:cxn>
                      <a:cxn ang="0">
                        <a:pos x="connsiteX3" y="connsiteY3"/>
                      </a:cxn>
                    </a:cxnLst>
                    <a:rect l="l" t="t" r="r" b="b"/>
                    <a:pathLst>
                      <a:path w="382381" h="107413">
                        <a:moveTo>
                          <a:pt x="382381" y="107413"/>
                        </a:moveTo>
                        <a:cubicBezTo>
                          <a:pt x="359512" y="36404"/>
                          <a:pt x="332775" y="0"/>
                          <a:pt x="291970" y="0"/>
                        </a:cubicBezTo>
                        <a:lnTo>
                          <a:pt x="89178" y="0"/>
                        </a:lnTo>
                        <a:cubicBezTo>
                          <a:pt x="49673" y="0"/>
                          <a:pt x="14269" y="47973"/>
                          <a:pt x="0" y="107413"/>
                        </a:cubicBezTo>
                      </a:path>
                    </a:pathLst>
                  </a:custGeom>
                  <a:noFill/>
                  <a:ln w="17646" cap="flat">
                    <a:solidFill>
                      <a:srgbClr val="404040"/>
                    </a:solidFill>
                    <a:prstDash val="solid"/>
                    <a:miter/>
                  </a:ln>
                </p:spPr>
                <p:txBody>
                  <a:bodyPr rtlCol="0" anchor="ctr"/>
                  <a:lstStyle/>
                  <a:p>
                    <a:endParaRPr lang="en-US" dirty="0"/>
                  </a:p>
                </p:txBody>
              </p:sp>
              <p:sp>
                <p:nvSpPr>
                  <p:cNvPr id="27" name="Grafik 13">
                    <a:extLst>
                      <a:ext uri="{FF2B5EF4-FFF2-40B4-BE49-F238E27FC236}">
                        <a16:creationId xmlns:a16="http://schemas.microsoft.com/office/drawing/2014/main" id="{638D8753-8C31-5558-2F8A-CB0C925818E6}"/>
                      </a:ext>
                    </a:extLst>
                  </p:cNvPr>
                  <p:cNvSpPr/>
                  <p:nvPr/>
                </p:nvSpPr>
                <p:spPr bwMode="gray">
                  <a:xfrm>
                    <a:off x="8577567" y="4680568"/>
                    <a:ext cx="128224" cy="152337"/>
                  </a:xfrm>
                  <a:custGeom>
                    <a:avLst/>
                    <a:gdLst>
                      <a:gd name="connsiteX0" fmla="*/ 90411 w 90411"/>
                      <a:gd name="connsiteY0" fmla="*/ 107413 h 107413"/>
                      <a:gd name="connsiteX1" fmla="*/ 0 w 90411"/>
                      <a:gd name="connsiteY1" fmla="*/ 0 h 107413"/>
                    </a:gdLst>
                    <a:ahLst/>
                    <a:cxnLst>
                      <a:cxn ang="0">
                        <a:pos x="connsiteX0" y="connsiteY0"/>
                      </a:cxn>
                      <a:cxn ang="0">
                        <a:pos x="connsiteX1" y="connsiteY1"/>
                      </a:cxn>
                    </a:cxnLst>
                    <a:rect l="l" t="t" r="r" b="b"/>
                    <a:pathLst>
                      <a:path w="90411" h="107413">
                        <a:moveTo>
                          <a:pt x="90411" y="107413"/>
                        </a:moveTo>
                        <a:cubicBezTo>
                          <a:pt x="67575" y="36404"/>
                          <a:pt x="40805" y="0"/>
                          <a:pt x="0" y="0"/>
                        </a:cubicBezTo>
                      </a:path>
                    </a:pathLst>
                  </a:custGeom>
                  <a:noFill/>
                  <a:ln w="17646" cap="flat">
                    <a:solidFill>
                      <a:srgbClr val="404040"/>
                    </a:solidFill>
                    <a:prstDash val="solid"/>
                    <a:miter/>
                  </a:ln>
                </p:spPr>
                <p:txBody>
                  <a:bodyPr rtlCol="0" anchor="ctr"/>
                  <a:lstStyle/>
                  <a:p>
                    <a:endParaRPr lang="en-US" dirty="0"/>
                  </a:p>
                </p:txBody>
              </p:sp>
              <p:sp>
                <p:nvSpPr>
                  <p:cNvPr id="28" name="Grafik 13">
                    <a:extLst>
                      <a:ext uri="{FF2B5EF4-FFF2-40B4-BE49-F238E27FC236}">
                        <a16:creationId xmlns:a16="http://schemas.microsoft.com/office/drawing/2014/main" id="{DF587EB9-F54C-F74C-1AFA-DCAC3C24F857}"/>
                      </a:ext>
                    </a:extLst>
                  </p:cNvPr>
                  <p:cNvSpPr/>
                  <p:nvPr/>
                </p:nvSpPr>
                <p:spPr bwMode="gray">
                  <a:xfrm>
                    <a:off x="8535014" y="4246343"/>
                    <a:ext cx="4727" cy="434224"/>
                  </a:xfrm>
                  <a:custGeom>
                    <a:avLst/>
                    <a:gdLst>
                      <a:gd name="connsiteX0" fmla="*/ 0 w 3333"/>
                      <a:gd name="connsiteY0" fmla="*/ 0 h 306171"/>
                      <a:gd name="connsiteX1" fmla="*/ 0 w 3333"/>
                      <a:gd name="connsiteY1" fmla="*/ 306172 h 306171"/>
                    </a:gdLst>
                    <a:ahLst/>
                    <a:cxnLst>
                      <a:cxn ang="0">
                        <a:pos x="connsiteX0" y="connsiteY0"/>
                      </a:cxn>
                      <a:cxn ang="0">
                        <a:pos x="connsiteX1" y="connsiteY1"/>
                      </a:cxn>
                    </a:cxnLst>
                    <a:rect l="l" t="t" r="r" b="b"/>
                    <a:pathLst>
                      <a:path w="3333" h="306171">
                        <a:moveTo>
                          <a:pt x="0" y="0"/>
                        </a:moveTo>
                        <a:lnTo>
                          <a:pt x="0" y="306172"/>
                        </a:lnTo>
                      </a:path>
                    </a:pathLst>
                  </a:custGeom>
                  <a:ln w="17646" cap="flat">
                    <a:solidFill>
                      <a:srgbClr val="404040"/>
                    </a:solidFill>
                    <a:prstDash val="solid"/>
                    <a:miter/>
                  </a:ln>
                </p:spPr>
                <p:txBody>
                  <a:bodyPr rtlCol="0" anchor="ctr"/>
                  <a:lstStyle/>
                  <a:p>
                    <a:endParaRPr lang="en-US" dirty="0"/>
                  </a:p>
                </p:txBody>
              </p:sp>
              <p:sp>
                <p:nvSpPr>
                  <p:cNvPr id="29" name="Grafik 13">
                    <a:extLst>
                      <a:ext uri="{FF2B5EF4-FFF2-40B4-BE49-F238E27FC236}">
                        <a16:creationId xmlns:a16="http://schemas.microsoft.com/office/drawing/2014/main" id="{FA8002F5-59BC-D128-ECA9-399EB2276DCF}"/>
                      </a:ext>
                    </a:extLst>
                  </p:cNvPr>
                  <p:cNvSpPr/>
                  <p:nvPr/>
                </p:nvSpPr>
                <p:spPr bwMode="gray">
                  <a:xfrm>
                    <a:off x="8121735" y="4529034"/>
                    <a:ext cx="155458" cy="209688"/>
                  </a:xfrm>
                  <a:custGeom>
                    <a:avLst/>
                    <a:gdLst>
                      <a:gd name="connsiteX0" fmla="*/ 99913 w 109613"/>
                      <a:gd name="connsiteY0" fmla="*/ 138117 h 147851"/>
                      <a:gd name="connsiteX1" fmla="*/ 14635 w 109613"/>
                      <a:gd name="connsiteY1" fmla="*/ 147852 h 147851"/>
                      <a:gd name="connsiteX2" fmla="*/ 0 w 109613"/>
                      <a:gd name="connsiteY2" fmla="*/ 0 h 147851"/>
                      <a:gd name="connsiteX3" fmla="*/ 109614 w 109613"/>
                      <a:gd name="connsiteY3" fmla="*/ 0 h 147851"/>
                      <a:gd name="connsiteX4" fmla="*/ 99913 w 109613"/>
                      <a:gd name="connsiteY4" fmla="*/ 138117 h 147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613" h="147851">
                        <a:moveTo>
                          <a:pt x="99913" y="138117"/>
                        </a:moveTo>
                        <a:lnTo>
                          <a:pt x="14635" y="147852"/>
                        </a:lnTo>
                        <a:lnTo>
                          <a:pt x="0" y="0"/>
                        </a:lnTo>
                        <a:lnTo>
                          <a:pt x="109614" y="0"/>
                        </a:lnTo>
                        <a:lnTo>
                          <a:pt x="99913" y="138117"/>
                        </a:lnTo>
                        <a:close/>
                      </a:path>
                    </a:pathLst>
                  </a:custGeom>
                  <a:solidFill>
                    <a:srgbClr val="BFBFBF"/>
                  </a:solidFill>
                  <a:ln w="3329" cap="flat">
                    <a:noFill/>
                    <a:prstDash val="solid"/>
                    <a:miter/>
                  </a:ln>
                </p:spPr>
                <p:txBody>
                  <a:bodyPr rtlCol="0" anchor="ctr"/>
                  <a:lstStyle/>
                  <a:p>
                    <a:endParaRPr lang="en-US" dirty="0"/>
                  </a:p>
                </p:txBody>
              </p:sp>
              <p:sp>
                <p:nvSpPr>
                  <p:cNvPr id="30" name="Grafik 13">
                    <a:extLst>
                      <a:ext uri="{FF2B5EF4-FFF2-40B4-BE49-F238E27FC236}">
                        <a16:creationId xmlns:a16="http://schemas.microsoft.com/office/drawing/2014/main" id="{86114130-E482-7B79-A6CF-F37CE905C2B8}"/>
                      </a:ext>
                    </a:extLst>
                  </p:cNvPr>
                  <p:cNvSpPr/>
                  <p:nvPr/>
                </p:nvSpPr>
                <p:spPr bwMode="gray">
                  <a:xfrm>
                    <a:off x="8008545" y="4529034"/>
                    <a:ext cx="138956" cy="209688"/>
                  </a:xfrm>
                  <a:custGeom>
                    <a:avLst/>
                    <a:gdLst>
                      <a:gd name="connsiteX0" fmla="*/ 97979 w 97978"/>
                      <a:gd name="connsiteY0" fmla="*/ 147852 h 147851"/>
                      <a:gd name="connsiteX1" fmla="*/ 3000 w 97978"/>
                      <a:gd name="connsiteY1" fmla="*/ 147852 h 147851"/>
                      <a:gd name="connsiteX2" fmla="*/ 0 w 97978"/>
                      <a:gd name="connsiteY2" fmla="*/ 0 h 147851"/>
                      <a:gd name="connsiteX3" fmla="*/ 97979 w 97978"/>
                      <a:gd name="connsiteY3" fmla="*/ 0 h 147851"/>
                      <a:gd name="connsiteX4" fmla="*/ 97979 w 97978"/>
                      <a:gd name="connsiteY4" fmla="*/ 147852 h 147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78" h="147851">
                        <a:moveTo>
                          <a:pt x="97979" y="147852"/>
                        </a:moveTo>
                        <a:lnTo>
                          <a:pt x="3000" y="147852"/>
                        </a:lnTo>
                        <a:lnTo>
                          <a:pt x="0" y="0"/>
                        </a:lnTo>
                        <a:lnTo>
                          <a:pt x="97979" y="0"/>
                        </a:lnTo>
                        <a:lnTo>
                          <a:pt x="97979" y="147852"/>
                        </a:lnTo>
                        <a:close/>
                      </a:path>
                    </a:pathLst>
                  </a:custGeom>
                  <a:solidFill>
                    <a:srgbClr val="E6E6E6"/>
                  </a:solidFill>
                  <a:ln w="3329" cap="flat">
                    <a:noFill/>
                    <a:prstDash val="solid"/>
                    <a:miter/>
                  </a:ln>
                </p:spPr>
                <p:txBody>
                  <a:bodyPr rtlCol="0" anchor="ctr"/>
                  <a:lstStyle/>
                  <a:p>
                    <a:endParaRPr lang="en-US" dirty="0"/>
                  </a:p>
                </p:txBody>
              </p:sp>
              <p:sp>
                <p:nvSpPr>
                  <p:cNvPr id="31" name="Grafik 13">
                    <a:extLst>
                      <a:ext uri="{FF2B5EF4-FFF2-40B4-BE49-F238E27FC236}">
                        <a16:creationId xmlns:a16="http://schemas.microsoft.com/office/drawing/2014/main" id="{9340EC77-2EE7-7160-09DA-6E51EFD59E05}"/>
                      </a:ext>
                    </a:extLst>
                  </p:cNvPr>
                  <p:cNvSpPr/>
                  <p:nvPr/>
                </p:nvSpPr>
                <p:spPr bwMode="gray">
                  <a:xfrm>
                    <a:off x="8126463" y="4529034"/>
                    <a:ext cx="155458" cy="209688"/>
                  </a:xfrm>
                  <a:custGeom>
                    <a:avLst/>
                    <a:gdLst>
                      <a:gd name="connsiteX0" fmla="*/ 99913 w 109613"/>
                      <a:gd name="connsiteY0" fmla="*/ 138117 h 147851"/>
                      <a:gd name="connsiteX1" fmla="*/ 14635 w 109613"/>
                      <a:gd name="connsiteY1" fmla="*/ 147852 h 147851"/>
                      <a:gd name="connsiteX2" fmla="*/ 0 w 109613"/>
                      <a:gd name="connsiteY2" fmla="*/ 0 h 147851"/>
                      <a:gd name="connsiteX3" fmla="*/ 109614 w 109613"/>
                      <a:gd name="connsiteY3" fmla="*/ 0 h 147851"/>
                      <a:gd name="connsiteX4" fmla="*/ 99913 w 109613"/>
                      <a:gd name="connsiteY4" fmla="*/ 138117 h 147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613" h="147851">
                        <a:moveTo>
                          <a:pt x="99913" y="138117"/>
                        </a:moveTo>
                        <a:lnTo>
                          <a:pt x="14635" y="147852"/>
                        </a:lnTo>
                        <a:lnTo>
                          <a:pt x="0" y="0"/>
                        </a:lnTo>
                        <a:lnTo>
                          <a:pt x="109614" y="0"/>
                        </a:lnTo>
                        <a:lnTo>
                          <a:pt x="99913" y="138117"/>
                        </a:lnTo>
                        <a:close/>
                      </a:path>
                    </a:pathLst>
                  </a:custGeom>
                  <a:solidFill>
                    <a:srgbClr val="BFBFBF"/>
                  </a:solidFill>
                  <a:ln w="3329" cap="flat">
                    <a:noFill/>
                    <a:prstDash val="solid"/>
                    <a:miter/>
                  </a:ln>
                </p:spPr>
                <p:txBody>
                  <a:bodyPr rtlCol="0" anchor="ctr"/>
                  <a:lstStyle/>
                  <a:p>
                    <a:endParaRPr lang="en-US" dirty="0"/>
                  </a:p>
                </p:txBody>
              </p:sp>
              <p:sp>
                <p:nvSpPr>
                  <p:cNvPr id="32" name="Grafik 13">
                    <a:extLst>
                      <a:ext uri="{FF2B5EF4-FFF2-40B4-BE49-F238E27FC236}">
                        <a16:creationId xmlns:a16="http://schemas.microsoft.com/office/drawing/2014/main" id="{33D982F7-5F79-B35B-BA88-3ED910019088}"/>
                      </a:ext>
                    </a:extLst>
                  </p:cNvPr>
                  <p:cNvSpPr/>
                  <p:nvPr/>
                </p:nvSpPr>
                <p:spPr bwMode="gray">
                  <a:xfrm>
                    <a:off x="8013274" y="4529034"/>
                    <a:ext cx="138956" cy="209688"/>
                  </a:xfrm>
                  <a:custGeom>
                    <a:avLst/>
                    <a:gdLst>
                      <a:gd name="connsiteX0" fmla="*/ 97979 w 97978"/>
                      <a:gd name="connsiteY0" fmla="*/ 147852 h 147851"/>
                      <a:gd name="connsiteX1" fmla="*/ 3000 w 97978"/>
                      <a:gd name="connsiteY1" fmla="*/ 147852 h 147851"/>
                      <a:gd name="connsiteX2" fmla="*/ 0 w 97978"/>
                      <a:gd name="connsiteY2" fmla="*/ 0 h 147851"/>
                      <a:gd name="connsiteX3" fmla="*/ 97979 w 97978"/>
                      <a:gd name="connsiteY3" fmla="*/ 0 h 147851"/>
                      <a:gd name="connsiteX4" fmla="*/ 97979 w 97978"/>
                      <a:gd name="connsiteY4" fmla="*/ 147852 h 147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78" h="147851">
                        <a:moveTo>
                          <a:pt x="97979" y="147852"/>
                        </a:moveTo>
                        <a:lnTo>
                          <a:pt x="3000" y="147852"/>
                        </a:lnTo>
                        <a:lnTo>
                          <a:pt x="0" y="0"/>
                        </a:lnTo>
                        <a:lnTo>
                          <a:pt x="97979" y="0"/>
                        </a:lnTo>
                        <a:lnTo>
                          <a:pt x="97979" y="147852"/>
                        </a:lnTo>
                        <a:close/>
                      </a:path>
                    </a:pathLst>
                  </a:custGeom>
                  <a:solidFill>
                    <a:srgbClr val="E6E6E6"/>
                  </a:solidFill>
                  <a:ln w="3329" cap="flat">
                    <a:noFill/>
                    <a:prstDash val="solid"/>
                    <a:miter/>
                  </a:ln>
                </p:spPr>
                <p:txBody>
                  <a:bodyPr rtlCol="0" anchor="ctr"/>
                  <a:lstStyle/>
                  <a:p>
                    <a:endParaRPr lang="en-US" dirty="0"/>
                  </a:p>
                </p:txBody>
              </p:sp>
              <p:sp>
                <p:nvSpPr>
                  <p:cNvPr id="33" name="Grafik 13">
                    <a:extLst>
                      <a:ext uri="{FF2B5EF4-FFF2-40B4-BE49-F238E27FC236}">
                        <a16:creationId xmlns:a16="http://schemas.microsoft.com/office/drawing/2014/main" id="{FF92121D-7A3D-5BEC-340B-80E899F5F2F4}"/>
                      </a:ext>
                    </a:extLst>
                  </p:cNvPr>
                  <p:cNvSpPr/>
                  <p:nvPr/>
                </p:nvSpPr>
                <p:spPr bwMode="gray">
                  <a:xfrm>
                    <a:off x="7934173" y="4658710"/>
                    <a:ext cx="375275" cy="178922"/>
                  </a:xfrm>
                  <a:custGeom>
                    <a:avLst/>
                    <a:gdLst>
                      <a:gd name="connsiteX0" fmla="*/ 263733 w 264606"/>
                      <a:gd name="connsiteY0" fmla="*/ 126158 h 126158"/>
                      <a:gd name="connsiteX1" fmla="*/ 249564 w 264606"/>
                      <a:gd name="connsiteY1" fmla="*/ 9110 h 126158"/>
                      <a:gd name="connsiteX2" fmla="*/ 249564 w 264606"/>
                      <a:gd name="connsiteY2" fmla="*/ 9110 h 126158"/>
                      <a:gd name="connsiteX3" fmla="*/ 195024 w 264606"/>
                      <a:gd name="connsiteY3" fmla="*/ 20112 h 126158"/>
                      <a:gd name="connsiteX4" fmla="*/ 192857 w 264606"/>
                      <a:gd name="connsiteY4" fmla="*/ 23912 h 126158"/>
                      <a:gd name="connsiteX5" fmla="*/ 152052 w 264606"/>
                      <a:gd name="connsiteY5" fmla="*/ 42348 h 126158"/>
                      <a:gd name="connsiteX6" fmla="*/ 151252 w 264606"/>
                      <a:gd name="connsiteY6" fmla="*/ 42348 h 126158"/>
                      <a:gd name="connsiteX7" fmla="*/ 126449 w 264606"/>
                      <a:gd name="connsiteY7" fmla="*/ 6643 h 126158"/>
                      <a:gd name="connsiteX8" fmla="*/ 121182 w 264606"/>
                      <a:gd name="connsiteY8" fmla="*/ 24312 h 126158"/>
                      <a:gd name="connsiteX9" fmla="*/ 25070 w 264606"/>
                      <a:gd name="connsiteY9" fmla="*/ 79052 h 126158"/>
                      <a:gd name="connsiteX10" fmla="*/ 0 w 264606"/>
                      <a:gd name="connsiteY10" fmla="*/ 125425 h 12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4606" h="126158">
                        <a:moveTo>
                          <a:pt x="263733" y="126158"/>
                        </a:moveTo>
                        <a:cubicBezTo>
                          <a:pt x="266750" y="86590"/>
                          <a:pt x="261933" y="46815"/>
                          <a:pt x="249564" y="9110"/>
                        </a:cubicBezTo>
                        <a:lnTo>
                          <a:pt x="249564" y="9110"/>
                        </a:lnTo>
                        <a:cubicBezTo>
                          <a:pt x="246797" y="-5758"/>
                          <a:pt x="205726" y="-2658"/>
                          <a:pt x="195024" y="20112"/>
                        </a:cubicBezTo>
                        <a:lnTo>
                          <a:pt x="192857" y="23912"/>
                        </a:lnTo>
                        <a:cubicBezTo>
                          <a:pt x="186490" y="35014"/>
                          <a:pt x="164854" y="42014"/>
                          <a:pt x="152052" y="42348"/>
                        </a:cubicBezTo>
                        <a:lnTo>
                          <a:pt x="151252" y="42348"/>
                        </a:lnTo>
                        <a:cubicBezTo>
                          <a:pt x="151252" y="24879"/>
                          <a:pt x="144385" y="-991"/>
                          <a:pt x="126449" y="6643"/>
                        </a:cubicBezTo>
                        <a:cubicBezTo>
                          <a:pt x="126449" y="6643"/>
                          <a:pt x="122349" y="20245"/>
                          <a:pt x="121182" y="24312"/>
                        </a:cubicBezTo>
                        <a:cubicBezTo>
                          <a:pt x="113014" y="52882"/>
                          <a:pt x="78977" y="57650"/>
                          <a:pt x="25070" y="79052"/>
                        </a:cubicBezTo>
                        <a:cubicBezTo>
                          <a:pt x="1733" y="88387"/>
                          <a:pt x="0" y="106422"/>
                          <a:pt x="0" y="125425"/>
                        </a:cubicBezTo>
                        <a:close/>
                      </a:path>
                    </a:pathLst>
                  </a:custGeom>
                  <a:solidFill>
                    <a:srgbClr val="404040"/>
                  </a:solidFill>
                  <a:ln w="3329" cap="flat">
                    <a:noFill/>
                    <a:prstDash val="solid"/>
                    <a:miter/>
                  </a:ln>
                </p:spPr>
                <p:txBody>
                  <a:bodyPr rtlCol="0" anchor="ctr"/>
                  <a:lstStyle/>
                  <a:p>
                    <a:endParaRPr lang="en-US" dirty="0"/>
                  </a:p>
                </p:txBody>
              </p:sp>
              <p:sp>
                <p:nvSpPr>
                  <p:cNvPr id="34" name="Grafik 13">
                    <a:extLst>
                      <a:ext uri="{FF2B5EF4-FFF2-40B4-BE49-F238E27FC236}">
                        <a16:creationId xmlns:a16="http://schemas.microsoft.com/office/drawing/2014/main" id="{8F3BAF4E-A6D9-006E-08AB-2503EFE3068B}"/>
                      </a:ext>
                    </a:extLst>
                  </p:cNvPr>
                  <p:cNvSpPr/>
                  <p:nvPr/>
                </p:nvSpPr>
                <p:spPr bwMode="gray">
                  <a:xfrm>
                    <a:off x="7934173" y="4816121"/>
                    <a:ext cx="374981" cy="25199"/>
                  </a:xfrm>
                  <a:custGeom>
                    <a:avLst/>
                    <a:gdLst>
                      <a:gd name="connsiteX0" fmla="*/ 264400 w 264399"/>
                      <a:gd name="connsiteY0" fmla="*/ 0 h 17768"/>
                      <a:gd name="connsiteX1" fmla="*/ 0 w 264399"/>
                      <a:gd name="connsiteY1" fmla="*/ 0 h 17768"/>
                      <a:gd name="connsiteX2" fmla="*/ 0 w 264399"/>
                      <a:gd name="connsiteY2" fmla="*/ 17769 h 17768"/>
                      <a:gd name="connsiteX3" fmla="*/ 264000 w 264399"/>
                      <a:gd name="connsiteY3" fmla="*/ 17769 h 17768"/>
                      <a:gd name="connsiteX4" fmla="*/ 264400 w 264399"/>
                      <a:gd name="connsiteY4" fmla="*/ 0 h 17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399" h="17768">
                        <a:moveTo>
                          <a:pt x="264400" y="0"/>
                        </a:moveTo>
                        <a:lnTo>
                          <a:pt x="0" y="0"/>
                        </a:lnTo>
                        <a:lnTo>
                          <a:pt x="0" y="17769"/>
                        </a:lnTo>
                        <a:lnTo>
                          <a:pt x="264000" y="17769"/>
                        </a:lnTo>
                        <a:lnTo>
                          <a:pt x="264400" y="0"/>
                        </a:lnTo>
                        <a:close/>
                      </a:path>
                    </a:pathLst>
                  </a:custGeom>
                  <a:solidFill>
                    <a:srgbClr val="BFBFBF"/>
                  </a:solidFill>
                  <a:ln w="3329" cap="flat">
                    <a:noFill/>
                    <a:prstDash val="solid"/>
                    <a:miter/>
                  </a:ln>
                </p:spPr>
                <p:txBody>
                  <a:bodyPr rtlCol="0" anchor="ctr"/>
                  <a:lstStyle/>
                  <a:p>
                    <a:endParaRPr lang="en-US" dirty="0"/>
                  </a:p>
                </p:txBody>
              </p:sp>
              <p:sp>
                <p:nvSpPr>
                  <p:cNvPr id="35" name="Grafik 13">
                    <a:extLst>
                      <a:ext uri="{FF2B5EF4-FFF2-40B4-BE49-F238E27FC236}">
                        <a16:creationId xmlns:a16="http://schemas.microsoft.com/office/drawing/2014/main" id="{67F33ADD-1C8D-38FB-C114-F767B94EA237}"/>
                      </a:ext>
                    </a:extLst>
                  </p:cNvPr>
                  <p:cNvSpPr/>
                  <p:nvPr/>
                </p:nvSpPr>
                <p:spPr bwMode="gray">
                  <a:xfrm>
                    <a:off x="8113603" y="4061617"/>
                    <a:ext cx="205292" cy="472190"/>
                  </a:xfrm>
                  <a:custGeom>
                    <a:avLst/>
                    <a:gdLst>
                      <a:gd name="connsiteX0" fmla="*/ 119382 w 144751"/>
                      <a:gd name="connsiteY0" fmla="*/ 332942 h 332941"/>
                      <a:gd name="connsiteX1" fmla="*/ 144751 w 144751"/>
                      <a:gd name="connsiteY1" fmla="*/ 0 h 332941"/>
                      <a:gd name="connsiteX2" fmla="*/ 0 w 144751"/>
                      <a:gd name="connsiteY2" fmla="*/ 23036 h 332941"/>
                      <a:gd name="connsiteX3" fmla="*/ 15802 w 144751"/>
                      <a:gd name="connsiteY3" fmla="*/ 332942 h 332941"/>
                      <a:gd name="connsiteX4" fmla="*/ 119382 w 144751"/>
                      <a:gd name="connsiteY4" fmla="*/ 332942 h 332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751" h="332941">
                        <a:moveTo>
                          <a:pt x="119382" y="332942"/>
                        </a:moveTo>
                        <a:lnTo>
                          <a:pt x="144751" y="0"/>
                        </a:lnTo>
                        <a:lnTo>
                          <a:pt x="0" y="23036"/>
                        </a:lnTo>
                        <a:lnTo>
                          <a:pt x="15802" y="332942"/>
                        </a:lnTo>
                        <a:lnTo>
                          <a:pt x="119382" y="332942"/>
                        </a:lnTo>
                        <a:close/>
                      </a:path>
                    </a:pathLst>
                  </a:custGeom>
                  <a:solidFill>
                    <a:srgbClr val="141414"/>
                  </a:solidFill>
                  <a:ln w="3329" cap="flat">
                    <a:noFill/>
                    <a:prstDash val="solid"/>
                    <a:miter/>
                  </a:ln>
                </p:spPr>
                <p:txBody>
                  <a:bodyPr rtlCol="0" anchor="ctr"/>
                  <a:lstStyle/>
                  <a:p>
                    <a:endParaRPr lang="en-US" dirty="0"/>
                  </a:p>
                </p:txBody>
              </p:sp>
              <p:sp>
                <p:nvSpPr>
                  <p:cNvPr id="36" name="Grafik 13">
                    <a:extLst>
                      <a:ext uri="{FF2B5EF4-FFF2-40B4-BE49-F238E27FC236}">
                        <a16:creationId xmlns:a16="http://schemas.microsoft.com/office/drawing/2014/main" id="{E61EED6D-877F-CC5B-3C91-851EA03914C7}"/>
                      </a:ext>
                    </a:extLst>
                  </p:cNvPr>
                  <p:cNvSpPr/>
                  <p:nvPr/>
                </p:nvSpPr>
                <p:spPr bwMode="gray">
                  <a:xfrm>
                    <a:off x="7804483" y="4658710"/>
                    <a:ext cx="375275" cy="178922"/>
                  </a:xfrm>
                  <a:custGeom>
                    <a:avLst/>
                    <a:gdLst>
                      <a:gd name="connsiteX0" fmla="*/ 263733 w 264606"/>
                      <a:gd name="connsiteY0" fmla="*/ 126158 h 126158"/>
                      <a:gd name="connsiteX1" fmla="*/ 249564 w 264606"/>
                      <a:gd name="connsiteY1" fmla="*/ 9110 h 126158"/>
                      <a:gd name="connsiteX2" fmla="*/ 249564 w 264606"/>
                      <a:gd name="connsiteY2" fmla="*/ 9110 h 126158"/>
                      <a:gd name="connsiteX3" fmla="*/ 195024 w 264606"/>
                      <a:gd name="connsiteY3" fmla="*/ 20112 h 126158"/>
                      <a:gd name="connsiteX4" fmla="*/ 192857 w 264606"/>
                      <a:gd name="connsiteY4" fmla="*/ 23912 h 126158"/>
                      <a:gd name="connsiteX5" fmla="*/ 164454 w 264606"/>
                      <a:gd name="connsiteY5" fmla="*/ 42348 h 126158"/>
                      <a:gd name="connsiteX6" fmla="*/ 163687 w 264606"/>
                      <a:gd name="connsiteY6" fmla="*/ 42348 h 126158"/>
                      <a:gd name="connsiteX7" fmla="*/ 126449 w 264606"/>
                      <a:gd name="connsiteY7" fmla="*/ 6643 h 126158"/>
                      <a:gd name="connsiteX8" fmla="*/ 121182 w 264606"/>
                      <a:gd name="connsiteY8" fmla="*/ 24312 h 126158"/>
                      <a:gd name="connsiteX9" fmla="*/ 25070 w 264606"/>
                      <a:gd name="connsiteY9" fmla="*/ 79052 h 126158"/>
                      <a:gd name="connsiteX10" fmla="*/ 0 w 264606"/>
                      <a:gd name="connsiteY10" fmla="*/ 125425 h 12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4606" h="126158">
                        <a:moveTo>
                          <a:pt x="263733" y="126158"/>
                        </a:moveTo>
                        <a:cubicBezTo>
                          <a:pt x="266750" y="86590"/>
                          <a:pt x="261933" y="46815"/>
                          <a:pt x="249564" y="9110"/>
                        </a:cubicBezTo>
                        <a:lnTo>
                          <a:pt x="249564" y="9110"/>
                        </a:lnTo>
                        <a:cubicBezTo>
                          <a:pt x="246797" y="-5758"/>
                          <a:pt x="205726" y="-2658"/>
                          <a:pt x="195024" y="20112"/>
                        </a:cubicBezTo>
                        <a:lnTo>
                          <a:pt x="192857" y="23912"/>
                        </a:lnTo>
                        <a:cubicBezTo>
                          <a:pt x="186490" y="35014"/>
                          <a:pt x="177255" y="42014"/>
                          <a:pt x="164454" y="42348"/>
                        </a:cubicBezTo>
                        <a:lnTo>
                          <a:pt x="163687" y="42348"/>
                        </a:lnTo>
                        <a:cubicBezTo>
                          <a:pt x="163687" y="24879"/>
                          <a:pt x="144385" y="-991"/>
                          <a:pt x="126449" y="6643"/>
                        </a:cubicBezTo>
                        <a:cubicBezTo>
                          <a:pt x="126449" y="6643"/>
                          <a:pt x="122348" y="20245"/>
                          <a:pt x="121182" y="24312"/>
                        </a:cubicBezTo>
                        <a:cubicBezTo>
                          <a:pt x="113014" y="52882"/>
                          <a:pt x="78977" y="57650"/>
                          <a:pt x="25070" y="79052"/>
                        </a:cubicBezTo>
                        <a:cubicBezTo>
                          <a:pt x="1733" y="88387"/>
                          <a:pt x="0" y="106422"/>
                          <a:pt x="0" y="125425"/>
                        </a:cubicBezTo>
                        <a:close/>
                      </a:path>
                    </a:pathLst>
                  </a:custGeom>
                  <a:solidFill>
                    <a:srgbClr val="808080"/>
                  </a:solidFill>
                  <a:ln w="3329" cap="flat">
                    <a:noFill/>
                    <a:prstDash val="solid"/>
                    <a:miter/>
                  </a:ln>
                </p:spPr>
                <p:txBody>
                  <a:bodyPr rtlCol="0" anchor="ctr"/>
                  <a:lstStyle/>
                  <a:p>
                    <a:endParaRPr lang="en-US" dirty="0"/>
                  </a:p>
                </p:txBody>
              </p:sp>
              <p:sp>
                <p:nvSpPr>
                  <p:cNvPr id="37" name="Grafik 13">
                    <a:extLst>
                      <a:ext uri="{FF2B5EF4-FFF2-40B4-BE49-F238E27FC236}">
                        <a16:creationId xmlns:a16="http://schemas.microsoft.com/office/drawing/2014/main" id="{6C32EF3F-4244-D04C-938D-3AB2EFC1295D}"/>
                      </a:ext>
                    </a:extLst>
                  </p:cNvPr>
                  <p:cNvSpPr/>
                  <p:nvPr/>
                </p:nvSpPr>
                <p:spPr bwMode="gray">
                  <a:xfrm>
                    <a:off x="7804483" y="4816121"/>
                    <a:ext cx="375076" cy="25199"/>
                  </a:xfrm>
                  <a:custGeom>
                    <a:avLst/>
                    <a:gdLst>
                      <a:gd name="connsiteX0" fmla="*/ 264466 w 264466"/>
                      <a:gd name="connsiteY0" fmla="*/ 0 h 17768"/>
                      <a:gd name="connsiteX1" fmla="*/ 0 w 264466"/>
                      <a:gd name="connsiteY1" fmla="*/ 0 h 17768"/>
                      <a:gd name="connsiteX2" fmla="*/ 0 w 264466"/>
                      <a:gd name="connsiteY2" fmla="*/ 17769 h 17768"/>
                      <a:gd name="connsiteX3" fmla="*/ 263733 w 264466"/>
                      <a:gd name="connsiteY3" fmla="*/ 17769 h 17768"/>
                      <a:gd name="connsiteX4" fmla="*/ 264466 w 264466"/>
                      <a:gd name="connsiteY4" fmla="*/ 0 h 17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466" h="17768">
                        <a:moveTo>
                          <a:pt x="264466" y="0"/>
                        </a:moveTo>
                        <a:lnTo>
                          <a:pt x="0" y="0"/>
                        </a:lnTo>
                        <a:lnTo>
                          <a:pt x="0" y="17769"/>
                        </a:lnTo>
                        <a:lnTo>
                          <a:pt x="263733" y="17769"/>
                        </a:lnTo>
                        <a:lnTo>
                          <a:pt x="264466" y="0"/>
                        </a:lnTo>
                        <a:close/>
                      </a:path>
                    </a:pathLst>
                  </a:custGeom>
                  <a:solidFill>
                    <a:srgbClr val="E6E6E6"/>
                  </a:solidFill>
                  <a:ln w="3329" cap="flat">
                    <a:noFill/>
                    <a:prstDash val="solid"/>
                    <a:miter/>
                  </a:ln>
                </p:spPr>
                <p:txBody>
                  <a:bodyPr rtlCol="0" anchor="ctr"/>
                  <a:lstStyle/>
                  <a:p>
                    <a:endParaRPr lang="en-US" dirty="0"/>
                  </a:p>
                </p:txBody>
              </p:sp>
              <p:sp>
                <p:nvSpPr>
                  <p:cNvPr id="38" name="Grafik 13">
                    <a:extLst>
                      <a:ext uri="{FF2B5EF4-FFF2-40B4-BE49-F238E27FC236}">
                        <a16:creationId xmlns:a16="http://schemas.microsoft.com/office/drawing/2014/main" id="{15486428-E32B-19F4-E154-A6D342F6AED2}"/>
                      </a:ext>
                    </a:extLst>
                  </p:cNvPr>
                  <p:cNvSpPr/>
                  <p:nvPr/>
                </p:nvSpPr>
                <p:spPr bwMode="gray">
                  <a:xfrm>
                    <a:off x="8020508" y="3981383"/>
                    <a:ext cx="213802" cy="213802"/>
                  </a:xfrm>
                  <a:custGeom>
                    <a:avLst/>
                    <a:gdLst>
                      <a:gd name="connsiteX0" fmla="*/ 150752 w 150752"/>
                      <a:gd name="connsiteY0" fmla="*/ 75376 h 150752"/>
                      <a:gd name="connsiteX1" fmla="*/ 75376 w 150752"/>
                      <a:gd name="connsiteY1" fmla="*/ 150752 h 150752"/>
                      <a:gd name="connsiteX2" fmla="*/ 0 w 150752"/>
                      <a:gd name="connsiteY2" fmla="*/ 75376 h 150752"/>
                      <a:gd name="connsiteX3" fmla="*/ 75376 w 150752"/>
                      <a:gd name="connsiteY3" fmla="*/ 0 h 150752"/>
                      <a:gd name="connsiteX4" fmla="*/ 150752 w 150752"/>
                      <a:gd name="connsiteY4" fmla="*/ 75376 h 150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752" h="150752">
                        <a:moveTo>
                          <a:pt x="150752" y="75376"/>
                        </a:moveTo>
                        <a:cubicBezTo>
                          <a:pt x="150752" y="117005"/>
                          <a:pt x="117005" y="150752"/>
                          <a:pt x="75376" y="150752"/>
                        </a:cubicBezTo>
                        <a:cubicBezTo>
                          <a:pt x="33747" y="150752"/>
                          <a:pt x="0" y="117005"/>
                          <a:pt x="0" y="75376"/>
                        </a:cubicBezTo>
                        <a:cubicBezTo>
                          <a:pt x="0" y="33747"/>
                          <a:pt x="33747" y="0"/>
                          <a:pt x="75376" y="0"/>
                        </a:cubicBezTo>
                        <a:cubicBezTo>
                          <a:pt x="117005" y="0"/>
                          <a:pt x="150752" y="33747"/>
                          <a:pt x="150752" y="75376"/>
                        </a:cubicBezTo>
                        <a:close/>
                      </a:path>
                    </a:pathLst>
                  </a:custGeom>
                  <a:solidFill>
                    <a:srgbClr val="000000"/>
                  </a:solidFill>
                  <a:ln w="3329" cap="flat">
                    <a:noFill/>
                    <a:prstDash val="solid"/>
                    <a:miter/>
                  </a:ln>
                </p:spPr>
                <p:txBody>
                  <a:bodyPr rtlCol="0" anchor="ctr"/>
                  <a:lstStyle/>
                  <a:p>
                    <a:endParaRPr lang="en-US" dirty="0"/>
                  </a:p>
                </p:txBody>
              </p:sp>
              <p:sp>
                <p:nvSpPr>
                  <p:cNvPr id="39" name="Grafik 13">
                    <a:extLst>
                      <a:ext uri="{FF2B5EF4-FFF2-40B4-BE49-F238E27FC236}">
                        <a16:creationId xmlns:a16="http://schemas.microsoft.com/office/drawing/2014/main" id="{6D919669-AC6C-CE55-9FAE-DA7E5EA3CAE4}"/>
                      </a:ext>
                    </a:extLst>
                  </p:cNvPr>
                  <p:cNvSpPr/>
                  <p:nvPr/>
                </p:nvSpPr>
                <p:spPr bwMode="gray">
                  <a:xfrm>
                    <a:off x="8133319" y="3919067"/>
                    <a:ext cx="491812" cy="284202"/>
                  </a:xfrm>
                  <a:custGeom>
                    <a:avLst/>
                    <a:gdLst>
                      <a:gd name="connsiteX0" fmla="*/ 667 w 346776"/>
                      <a:gd name="connsiteY0" fmla="*/ 191824 h 200391"/>
                      <a:gd name="connsiteX1" fmla="*/ 0 w 346776"/>
                      <a:gd name="connsiteY1" fmla="*/ 41105 h 200391"/>
                      <a:gd name="connsiteX2" fmla="*/ 343776 w 346776"/>
                      <a:gd name="connsiteY2" fmla="*/ 0 h 200391"/>
                      <a:gd name="connsiteX3" fmla="*/ 346777 w 346776"/>
                      <a:gd name="connsiteY3" fmla="*/ 200392 h 200391"/>
                      <a:gd name="connsiteX4" fmla="*/ 667 w 346776"/>
                      <a:gd name="connsiteY4" fmla="*/ 191824 h 2003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6776" h="200391">
                        <a:moveTo>
                          <a:pt x="667" y="191824"/>
                        </a:moveTo>
                        <a:lnTo>
                          <a:pt x="0" y="41105"/>
                        </a:lnTo>
                        <a:lnTo>
                          <a:pt x="343776" y="0"/>
                        </a:lnTo>
                        <a:lnTo>
                          <a:pt x="346777" y="200392"/>
                        </a:lnTo>
                        <a:lnTo>
                          <a:pt x="667" y="191824"/>
                        </a:lnTo>
                        <a:close/>
                      </a:path>
                    </a:pathLst>
                  </a:custGeom>
                  <a:solidFill>
                    <a:srgbClr val="000000"/>
                  </a:solidFill>
                  <a:ln w="3329" cap="flat">
                    <a:noFill/>
                    <a:prstDash val="solid"/>
                    <a:miter/>
                  </a:ln>
                </p:spPr>
                <p:txBody>
                  <a:bodyPr rtlCol="0" anchor="ctr"/>
                  <a:lstStyle/>
                  <a:p>
                    <a:endParaRPr lang="en-US" dirty="0"/>
                  </a:p>
                </p:txBody>
              </p:sp>
              <p:sp>
                <p:nvSpPr>
                  <p:cNvPr id="40" name="Grafik 13">
                    <a:extLst>
                      <a:ext uri="{FF2B5EF4-FFF2-40B4-BE49-F238E27FC236}">
                        <a16:creationId xmlns:a16="http://schemas.microsoft.com/office/drawing/2014/main" id="{ACABCA53-ACAF-1576-8128-AD80BDFCA8B6}"/>
                      </a:ext>
                    </a:extLst>
                  </p:cNvPr>
                  <p:cNvSpPr/>
                  <p:nvPr/>
                </p:nvSpPr>
                <p:spPr bwMode="gray">
                  <a:xfrm>
                    <a:off x="7948735" y="3987103"/>
                    <a:ext cx="213802" cy="213802"/>
                  </a:xfrm>
                  <a:custGeom>
                    <a:avLst/>
                    <a:gdLst>
                      <a:gd name="connsiteX0" fmla="*/ 150752 w 150752"/>
                      <a:gd name="connsiteY0" fmla="*/ 75376 h 150752"/>
                      <a:gd name="connsiteX1" fmla="*/ 75376 w 150752"/>
                      <a:gd name="connsiteY1" fmla="*/ 150752 h 150752"/>
                      <a:gd name="connsiteX2" fmla="*/ 0 w 150752"/>
                      <a:gd name="connsiteY2" fmla="*/ 75376 h 150752"/>
                      <a:gd name="connsiteX3" fmla="*/ 75376 w 150752"/>
                      <a:gd name="connsiteY3" fmla="*/ 0 h 150752"/>
                      <a:gd name="connsiteX4" fmla="*/ 150752 w 150752"/>
                      <a:gd name="connsiteY4" fmla="*/ 75376 h 150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0752" h="150752">
                        <a:moveTo>
                          <a:pt x="150752" y="75376"/>
                        </a:moveTo>
                        <a:cubicBezTo>
                          <a:pt x="150752" y="117005"/>
                          <a:pt x="117005" y="150752"/>
                          <a:pt x="75376" y="150752"/>
                        </a:cubicBezTo>
                        <a:cubicBezTo>
                          <a:pt x="33747" y="150752"/>
                          <a:pt x="0" y="117005"/>
                          <a:pt x="0" y="75376"/>
                        </a:cubicBezTo>
                        <a:cubicBezTo>
                          <a:pt x="0" y="33747"/>
                          <a:pt x="33747" y="0"/>
                          <a:pt x="75376" y="0"/>
                        </a:cubicBezTo>
                        <a:cubicBezTo>
                          <a:pt x="117005" y="0"/>
                          <a:pt x="150752" y="33747"/>
                          <a:pt x="150752" y="75376"/>
                        </a:cubicBezTo>
                        <a:close/>
                      </a:path>
                    </a:pathLst>
                  </a:custGeom>
                  <a:solidFill>
                    <a:srgbClr val="02478E"/>
                  </a:solidFill>
                  <a:ln w="3329" cap="flat">
                    <a:noFill/>
                    <a:prstDash val="solid"/>
                    <a:miter/>
                  </a:ln>
                </p:spPr>
                <p:txBody>
                  <a:bodyPr rtlCol="0" anchor="ctr"/>
                  <a:lstStyle/>
                  <a:p>
                    <a:endParaRPr lang="en-US" dirty="0"/>
                  </a:p>
                </p:txBody>
              </p:sp>
              <p:sp>
                <p:nvSpPr>
                  <p:cNvPr id="41" name="Grafik 13">
                    <a:extLst>
                      <a:ext uri="{FF2B5EF4-FFF2-40B4-BE49-F238E27FC236}">
                        <a16:creationId xmlns:a16="http://schemas.microsoft.com/office/drawing/2014/main" id="{40996222-321E-E6B6-7AD9-1B31260ACB0B}"/>
                      </a:ext>
                    </a:extLst>
                  </p:cNvPr>
                  <p:cNvSpPr/>
                  <p:nvPr/>
                </p:nvSpPr>
                <p:spPr bwMode="gray">
                  <a:xfrm>
                    <a:off x="7948735" y="4084218"/>
                    <a:ext cx="230965" cy="449591"/>
                  </a:xfrm>
                  <a:custGeom>
                    <a:avLst/>
                    <a:gdLst>
                      <a:gd name="connsiteX0" fmla="*/ 143418 w 162853"/>
                      <a:gd name="connsiteY0" fmla="*/ 317006 h 317006"/>
                      <a:gd name="connsiteX1" fmla="*/ 162854 w 162853"/>
                      <a:gd name="connsiteY1" fmla="*/ 0 h 317006"/>
                      <a:gd name="connsiteX2" fmla="*/ 0 w 162853"/>
                      <a:gd name="connsiteY2" fmla="*/ 12602 h 317006"/>
                      <a:gd name="connsiteX3" fmla="*/ 15869 w 162853"/>
                      <a:gd name="connsiteY3" fmla="*/ 317006 h 317006"/>
                      <a:gd name="connsiteX4" fmla="*/ 143418 w 162853"/>
                      <a:gd name="connsiteY4" fmla="*/ 317006 h 317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853" h="317006">
                        <a:moveTo>
                          <a:pt x="143418" y="317006"/>
                        </a:moveTo>
                        <a:lnTo>
                          <a:pt x="162854" y="0"/>
                        </a:lnTo>
                        <a:lnTo>
                          <a:pt x="0" y="12602"/>
                        </a:lnTo>
                        <a:lnTo>
                          <a:pt x="15869" y="317006"/>
                        </a:lnTo>
                        <a:lnTo>
                          <a:pt x="143418" y="317006"/>
                        </a:lnTo>
                        <a:close/>
                      </a:path>
                    </a:pathLst>
                  </a:custGeom>
                  <a:solidFill>
                    <a:srgbClr val="02478E"/>
                  </a:solidFill>
                  <a:ln w="3329" cap="flat">
                    <a:noFill/>
                    <a:prstDash val="solid"/>
                    <a:miter/>
                  </a:ln>
                </p:spPr>
                <p:txBody>
                  <a:bodyPr rtlCol="0" anchor="ctr"/>
                  <a:lstStyle/>
                  <a:p>
                    <a:endParaRPr lang="en-US" dirty="0"/>
                  </a:p>
                </p:txBody>
              </p:sp>
              <p:sp>
                <p:nvSpPr>
                  <p:cNvPr id="42" name="Grafik 13">
                    <a:extLst>
                      <a:ext uri="{FF2B5EF4-FFF2-40B4-BE49-F238E27FC236}">
                        <a16:creationId xmlns:a16="http://schemas.microsoft.com/office/drawing/2014/main" id="{936DE6F3-E796-FE9B-00CA-6E39F5E556A1}"/>
                      </a:ext>
                    </a:extLst>
                  </p:cNvPr>
                  <p:cNvSpPr/>
                  <p:nvPr/>
                </p:nvSpPr>
                <p:spPr bwMode="gray">
                  <a:xfrm>
                    <a:off x="8033509" y="3910982"/>
                    <a:ext cx="596916" cy="292288"/>
                  </a:xfrm>
                  <a:custGeom>
                    <a:avLst/>
                    <a:gdLst>
                      <a:gd name="connsiteX0" fmla="*/ 15502 w 420885"/>
                      <a:gd name="connsiteY0" fmla="*/ 205226 h 206092"/>
                      <a:gd name="connsiteX1" fmla="*/ 0 w 420885"/>
                      <a:gd name="connsiteY1" fmla="*/ 55274 h 206092"/>
                      <a:gd name="connsiteX2" fmla="*/ 420886 w 420885"/>
                      <a:gd name="connsiteY2" fmla="*/ 0 h 206092"/>
                      <a:gd name="connsiteX3" fmla="*/ 417152 w 420885"/>
                      <a:gd name="connsiteY3" fmla="*/ 206092 h 206092"/>
                      <a:gd name="connsiteX4" fmla="*/ 15502 w 420885"/>
                      <a:gd name="connsiteY4" fmla="*/ 205226 h 206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885" h="206092">
                        <a:moveTo>
                          <a:pt x="15502" y="205226"/>
                        </a:moveTo>
                        <a:lnTo>
                          <a:pt x="0" y="55274"/>
                        </a:lnTo>
                        <a:lnTo>
                          <a:pt x="420886" y="0"/>
                        </a:lnTo>
                        <a:lnTo>
                          <a:pt x="417152" y="206092"/>
                        </a:lnTo>
                        <a:lnTo>
                          <a:pt x="15502" y="205226"/>
                        </a:lnTo>
                        <a:close/>
                      </a:path>
                    </a:pathLst>
                  </a:custGeom>
                  <a:solidFill>
                    <a:srgbClr val="02478E"/>
                  </a:solidFill>
                  <a:ln w="3329" cap="flat">
                    <a:noFill/>
                    <a:prstDash val="solid"/>
                    <a:miter/>
                  </a:ln>
                </p:spPr>
                <p:txBody>
                  <a:bodyPr rtlCol="0" anchor="ctr"/>
                  <a:lstStyle/>
                  <a:p>
                    <a:endParaRPr lang="en-US" dirty="0"/>
                  </a:p>
                </p:txBody>
              </p:sp>
              <p:sp>
                <p:nvSpPr>
                  <p:cNvPr id="43" name="Grafik 13">
                    <a:extLst>
                      <a:ext uri="{FF2B5EF4-FFF2-40B4-BE49-F238E27FC236}">
                        <a16:creationId xmlns:a16="http://schemas.microsoft.com/office/drawing/2014/main" id="{AF9A8D2C-FF19-A2B7-C76A-240C32F84876}"/>
                      </a:ext>
                    </a:extLst>
                  </p:cNvPr>
                  <p:cNvSpPr/>
                  <p:nvPr/>
                </p:nvSpPr>
                <p:spPr bwMode="gray">
                  <a:xfrm>
                    <a:off x="8450713" y="3799542"/>
                    <a:ext cx="403681" cy="403681"/>
                  </a:xfrm>
                  <a:custGeom>
                    <a:avLst/>
                    <a:gdLst>
                      <a:gd name="connsiteX0" fmla="*/ 284636 w 284635"/>
                      <a:gd name="connsiteY0" fmla="*/ 142318 h 284635"/>
                      <a:gd name="connsiteX1" fmla="*/ 142318 w 284635"/>
                      <a:gd name="connsiteY1" fmla="*/ 284635 h 284635"/>
                      <a:gd name="connsiteX2" fmla="*/ 0 w 284635"/>
                      <a:gd name="connsiteY2" fmla="*/ 142318 h 284635"/>
                      <a:gd name="connsiteX3" fmla="*/ 142318 w 284635"/>
                      <a:gd name="connsiteY3" fmla="*/ 0 h 284635"/>
                      <a:gd name="connsiteX4" fmla="*/ 284636 w 284635"/>
                      <a:gd name="connsiteY4" fmla="*/ 142318 h 2846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635" h="284635">
                        <a:moveTo>
                          <a:pt x="284636" y="142318"/>
                        </a:moveTo>
                        <a:cubicBezTo>
                          <a:pt x="284636" y="220918"/>
                          <a:pt x="220918" y="284635"/>
                          <a:pt x="142318" y="284635"/>
                        </a:cubicBezTo>
                        <a:cubicBezTo>
                          <a:pt x="63718" y="284635"/>
                          <a:pt x="0" y="220918"/>
                          <a:pt x="0" y="142318"/>
                        </a:cubicBezTo>
                        <a:cubicBezTo>
                          <a:pt x="0" y="63718"/>
                          <a:pt x="63718" y="0"/>
                          <a:pt x="142318" y="0"/>
                        </a:cubicBezTo>
                        <a:cubicBezTo>
                          <a:pt x="220918" y="0"/>
                          <a:pt x="284636" y="63718"/>
                          <a:pt x="284636" y="142318"/>
                        </a:cubicBezTo>
                        <a:close/>
                      </a:path>
                    </a:pathLst>
                  </a:custGeom>
                  <a:solidFill>
                    <a:srgbClr val="02478E"/>
                  </a:solidFill>
                  <a:ln w="3329" cap="flat">
                    <a:noFill/>
                    <a:prstDash val="solid"/>
                    <a:miter/>
                  </a:ln>
                </p:spPr>
                <p:txBody>
                  <a:bodyPr rtlCol="0" anchor="ctr"/>
                  <a:lstStyle/>
                  <a:p>
                    <a:endParaRPr lang="en-US" dirty="0"/>
                  </a:p>
                </p:txBody>
              </p:sp>
              <p:sp>
                <p:nvSpPr>
                  <p:cNvPr id="44" name="Grafik 13">
                    <a:extLst>
                      <a:ext uri="{FF2B5EF4-FFF2-40B4-BE49-F238E27FC236}">
                        <a16:creationId xmlns:a16="http://schemas.microsoft.com/office/drawing/2014/main" id="{3BA8C215-A0A7-A7AD-190E-71FECF0F81FD}"/>
                      </a:ext>
                    </a:extLst>
                  </p:cNvPr>
                  <p:cNvSpPr/>
                  <p:nvPr/>
                </p:nvSpPr>
                <p:spPr bwMode="gray">
                  <a:xfrm rot="16891200">
                    <a:off x="8523589" y="3060543"/>
                    <a:ext cx="24774" cy="16642"/>
                  </a:xfrm>
                  <a:custGeom>
                    <a:avLst/>
                    <a:gdLst>
                      <a:gd name="connsiteX0" fmla="*/ 17469 w 17468"/>
                      <a:gd name="connsiteY0" fmla="*/ 5867 h 11734"/>
                      <a:gd name="connsiteX1" fmla="*/ 8734 w 17468"/>
                      <a:gd name="connsiteY1" fmla="*/ 11735 h 11734"/>
                      <a:gd name="connsiteX2" fmla="*/ 0 w 17468"/>
                      <a:gd name="connsiteY2" fmla="*/ 5867 h 11734"/>
                      <a:gd name="connsiteX3" fmla="*/ 8734 w 17468"/>
                      <a:gd name="connsiteY3" fmla="*/ 0 h 11734"/>
                      <a:gd name="connsiteX4" fmla="*/ 17469 w 17468"/>
                      <a:gd name="connsiteY4" fmla="*/ 5867 h 11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68" h="11734">
                        <a:moveTo>
                          <a:pt x="17469" y="5867"/>
                        </a:moveTo>
                        <a:cubicBezTo>
                          <a:pt x="17469" y="9108"/>
                          <a:pt x="13558" y="11735"/>
                          <a:pt x="8734" y="11735"/>
                        </a:cubicBezTo>
                        <a:cubicBezTo>
                          <a:pt x="3910" y="11735"/>
                          <a:pt x="0" y="9108"/>
                          <a:pt x="0" y="5867"/>
                        </a:cubicBezTo>
                        <a:cubicBezTo>
                          <a:pt x="0" y="2627"/>
                          <a:pt x="3910" y="0"/>
                          <a:pt x="8734" y="0"/>
                        </a:cubicBezTo>
                        <a:cubicBezTo>
                          <a:pt x="13558" y="0"/>
                          <a:pt x="17469" y="2627"/>
                          <a:pt x="17469" y="5867"/>
                        </a:cubicBezTo>
                        <a:close/>
                      </a:path>
                    </a:pathLst>
                  </a:custGeom>
                  <a:solidFill>
                    <a:srgbClr val="404040"/>
                  </a:solidFill>
                  <a:ln w="3329" cap="flat">
                    <a:noFill/>
                    <a:prstDash val="solid"/>
                    <a:miter/>
                  </a:ln>
                </p:spPr>
                <p:txBody>
                  <a:bodyPr rtlCol="0" anchor="ctr"/>
                  <a:lstStyle/>
                  <a:p>
                    <a:endParaRPr lang="en-US" dirty="0"/>
                  </a:p>
                </p:txBody>
              </p:sp>
              <p:sp>
                <p:nvSpPr>
                  <p:cNvPr id="45" name="Grafik 13">
                    <a:extLst>
                      <a:ext uri="{FF2B5EF4-FFF2-40B4-BE49-F238E27FC236}">
                        <a16:creationId xmlns:a16="http://schemas.microsoft.com/office/drawing/2014/main" id="{668A118F-FE6E-D9CD-4A90-8850C9A7CD2B}"/>
                      </a:ext>
                    </a:extLst>
                  </p:cNvPr>
                  <p:cNvSpPr/>
                  <p:nvPr/>
                </p:nvSpPr>
                <p:spPr bwMode="gray">
                  <a:xfrm>
                    <a:off x="8522803" y="3056607"/>
                    <a:ext cx="32468" cy="13385"/>
                  </a:xfrm>
                  <a:custGeom>
                    <a:avLst/>
                    <a:gdLst>
                      <a:gd name="connsiteX0" fmla="*/ 20145 w 22893"/>
                      <a:gd name="connsiteY0" fmla="*/ 2578 h 9438"/>
                      <a:gd name="connsiteX1" fmla="*/ 2142 w 22893"/>
                      <a:gd name="connsiteY1" fmla="*/ 1378 h 9438"/>
                      <a:gd name="connsiteX2" fmla="*/ 2576 w 22893"/>
                      <a:gd name="connsiteY2" fmla="*/ 8045 h 9438"/>
                      <a:gd name="connsiteX3" fmla="*/ 19511 w 22893"/>
                      <a:gd name="connsiteY3" fmla="*/ 5578 h 9438"/>
                      <a:gd name="connsiteX4" fmla="*/ 22845 w 22893"/>
                      <a:gd name="connsiteY4" fmla="*/ 5578 h 9438"/>
                      <a:gd name="connsiteX5" fmla="*/ 20145 w 22893"/>
                      <a:gd name="connsiteY5" fmla="*/ 2578 h 9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893" h="9438">
                        <a:moveTo>
                          <a:pt x="20145" y="2578"/>
                        </a:moveTo>
                        <a:cubicBezTo>
                          <a:pt x="16444" y="978"/>
                          <a:pt x="7210" y="-1622"/>
                          <a:pt x="2142" y="1378"/>
                        </a:cubicBezTo>
                        <a:cubicBezTo>
                          <a:pt x="-1392" y="3512"/>
                          <a:pt x="-58" y="12946"/>
                          <a:pt x="2576" y="8045"/>
                        </a:cubicBezTo>
                        <a:cubicBezTo>
                          <a:pt x="5543" y="2411"/>
                          <a:pt x="14077" y="3945"/>
                          <a:pt x="19511" y="5578"/>
                        </a:cubicBezTo>
                        <a:cubicBezTo>
                          <a:pt x="21745" y="6245"/>
                          <a:pt x="22545" y="6245"/>
                          <a:pt x="22845" y="5578"/>
                        </a:cubicBezTo>
                        <a:cubicBezTo>
                          <a:pt x="23145" y="4912"/>
                          <a:pt x="22045" y="3412"/>
                          <a:pt x="20145" y="2578"/>
                        </a:cubicBezTo>
                        <a:close/>
                      </a:path>
                    </a:pathLst>
                  </a:custGeom>
                  <a:solidFill>
                    <a:srgbClr val="404040"/>
                  </a:solidFill>
                  <a:ln w="3329" cap="flat">
                    <a:noFill/>
                    <a:prstDash val="solid"/>
                    <a:miter/>
                  </a:ln>
                </p:spPr>
                <p:txBody>
                  <a:bodyPr rtlCol="0" anchor="ctr"/>
                  <a:lstStyle/>
                  <a:p>
                    <a:endParaRPr lang="en-US" dirty="0"/>
                  </a:p>
                </p:txBody>
              </p:sp>
              <p:sp>
                <p:nvSpPr>
                  <p:cNvPr id="46" name="Grafik 13">
                    <a:extLst>
                      <a:ext uri="{FF2B5EF4-FFF2-40B4-BE49-F238E27FC236}">
                        <a16:creationId xmlns:a16="http://schemas.microsoft.com/office/drawing/2014/main" id="{381CF2B1-6F2C-20AA-DDE6-28B2E44CDD46}"/>
                      </a:ext>
                    </a:extLst>
                  </p:cNvPr>
                  <p:cNvSpPr/>
                  <p:nvPr/>
                </p:nvSpPr>
                <p:spPr bwMode="gray">
                  <a:xfrm>
                    <a:off x="8507252" y="2864245"/>
                    <a:ext cx="320552" cy="301545"/>
                  </a:xfrm>
                  <a:custGeom>
                    <a:avLst/>
                    <a:gdLst>
                      <a:gd name="connsiteX0" fmla="*/ 216767 w 226021"/>
                      <a:gd name="connsiteY0" fmla="*/ 53435 h 212619"/>
                      <a:gd name="connsiteX1" fmla="*/ 73415 w 226021"/>
                      <a:gd name="connsiteY1" fmla="*/ 4862 h 212619"/>
                      <a:gd name="connsiteX2" fmla="*/ 73 w 226021"/>
                      <a:gd name="connsiteY2" fmla="*/ 88706 h 212619"/>
                      <a:gd name="connsiteX3" fmla="*/ 64348 w 226021"/>
                      <a:gd name="connsiteY3" fmla="*/ 117843 h 212619"/>
                      <a:gd name="connsiteX4" fmla="*/ 93551 w 226021"/>
                      <a:gd name="connsiteY4" fmla="*/ 148546 h 212619"/>
                      <a:gd name="connsiteX5" fmla="*/ 113354 w 226021"/>
                      <a:gd name="connsiteY5" fmla="*/ 171883 h 212619"/>
                      <a:gd name="connsiteX6" fmla="*/ 147858 w 226021"/>
                      <a:gd name="connsiteY6" fmla="*/ 212488 h 212619"/>
                      <a:gd name="connsiteX7" fmla="*/ 187496 w 226021"/>
                      <a:gd name="connsiteY7" fmla="*/ 206187 h 212619"/>
                      <a:gd name="connsiteX8" fmla="*/ 216767 w 226021"/>
                      <a:gd name="connsiteY8" fmla="*/ 53435 h 212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6021" h="212619">
                        <a:moveTo>
                          <a:pt x="216767" y="53435"/>
                        </a:moveTo>
                        <a:cubicBezTo>
                          <a:pt x="186763" y="-7406"/>
                          <a:pt x="138990" y="-3873"/>
                          <a:pt x="73415" y="4862"/>
                        </a:cubicBezTo>
                        <a:cubicBezTo>
                          <a:pt x="1340" y="2061"/>
                          <a:pt x="-561" y="87839"/>
                          <a:pt x="73" y="88706"/>
                        </a:cubicBezTo>
                        <a:cubicBezTo>
                          <a:pt x="10908" y="100874"/>
                          <a:pt x="64348" y="117843"/>
                          <a:pt x="64348" y="117843"/>
                        </a:cubicBezTo>
                        <a:cubicBezTo>
                          <a:pt x="74549" y="136278"/>
                          <a:pt x="79550" y="143146"/>
                          <a:pt x="93551" y="148546"/>
                        </a:cubicBezTo>
                        <a:cubicBezTo>
                          <a:pt x="93551" y="148546"/>
                          <a:pt x="66881" y="187318"/>
                          <a:pt x="113354" y="171883"/>
                        </a:cubicBezTo>
                        <a:cubicBezTo>
                          <a:pt x="116687" y="200586"/>
                          <a:pt x="133890" y="214121"/>
                          <a:pt x="147858" y="212488"/>
                        </a:cubicBezTo>
                        <a:cubicBezTo>
                          <a:pt x="161193" y="211328"/>
                          <a:pt x="174461" y="209224"/>
                          <a:pt x="187496" y="206187"/>
                        </a:cubicBezTo>
                        <a:cubicBezTo>
                          <a:pt x="187496" y="206187"/>
                          <a:pt x="248771" y="118076"/>
                          <a:pt x="216767" y="53435"/>
                        </a:cubicBezTo>
                        <a:close/>
                      </a:path>
                    </a:pathLst>
                  </a:custGeom>
                  <a:solidFill>
                    <a:srgbClr val="404040"/>
                  </a:solidFill>
                  <a:ln w="3329" cap="flat">
                    <a:noFill/>
                    <a:prstDash val="solid"/>
                    <a:miter/>
                  </a:ln>
                </p:spPr>
                <p:txBody>
                  <a:bodyPr rtlCol="0" anchor="ctr"/>
                  <a:lstStyle/>
                  <a:p>
                    <a:endParaRPr lang="en-US" dirty="0"/>
                  </a:p>
                </p:txBody>
              </p:sp>
              <p:sp>
                <p:nvSpPr>
                  <p:cNvPr id="47" name="Grafik 13">
                    <a:extLst>
                      <a:ext uri="{FF2B5EF4-FFF2-40B4-BE49-F238E27FC236}">
                        <a16:creationId xmlns:a16="http://schemas.microsoft.com/office/drawing/2014/main" id="{197C5C25-CBFE-5BA4-F4B7-266CB8B98B8B}"/>
                      </a:ext>
                    </a:extLst>
                  </p:cNvPr>
                  <p:cNvSpPr/>
                  <p:nvPr/>
                </p:nvSpPr>
                <p:spPr bwMode="gray">
                  <a:xfrm>
                    <a:off x="8513731" y="3026737"/>
                    <a:ext cx="41735" cy="15126"/>
                  </a:xfrm>
                  <a:custGeom>
                    <a:avLst/>
                    <a:gdLst>
                      <a:gd name="connsiteX0" fmla="*/ 5106 w 29427"/>
                      <a:gd name="connsiteY0" fmla="*/ 10637 h 10665"/>
                      <a:gd name="connsiteX1" fmla="*/ 28 w 29427"/>
                      <a:gd name="connsiteY1" fmla="*/ 6570 h 10665"/>
                      <a:gd name="connsiteX2" fmla="*/ 1772 w 29427"/>
                      <a:gd name="connsiteY2" fmla="*/ 2436 h 10665"/>
                      <a:gd name="connsiteX3" fmla="*/ 3105 w 29427"/>
                      <a:gd name="connsiteY3" fmla="*/ 1603 h 10665"/>
                      <a:gd name="connsiteX4" fmla="*/ 27108 w 29427"/>
                      <a:gd name="connsiteY4" fmla="*/ 3370 h 10665"/>
                      <a:gd name="connsiteX5" fmla="*/ 27442 w 29427"/>
                      <a:gd name="connsiteY5" fmla="*/ 3536 h 10665"/>
                      <a:gd name="connsiteX6" fmla="*/ 25408 w 29427"/>
                      <a:gd name="connsiteY6" fmla="*/ 9570 h 10665"/>
                      <a:gd name="connsiteX7" fmla="*/ 20241 w 29427"/>
                      <a:gd name="connsiteY7" fmla="*/ 9370 h 10665"/>
                      <a:gd name="connsiteX8" fmla="*/ 5106 w 29427"/>
                      <a:gd name="connsiteY8" fmla="*/ 10637 h 10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427" h="10665">
                        <a:moveTo>
                          <a:pt x="5106" y="10637"/>
                        </a:moveTo>
                        <a:cubicBezTo>
                          <a:pt x="2579" y="10917"/>
                          <a:pt x="305" y="9094"/>
                          <a:pt x="28" y="6570"/>
                        </a:cubicBezTo>
                        <a:cubicBezTo>
                          <a:pt x="-148" y="4983"/>
                          <a:pt x="512" y="3420"/>
                          <a:pt x="1772" y="2436"/>
                        </a:cubicBezTo>
                        <a:cubicBezTo>
                          <a:pt x="2195" y="2123"/>
                          <a:pt x="2639" y="1846"/>
                          <a:pt x="3105" y="1603"/>
                        </a:cubicBezTo>
                        <a:cubicBezTo>
                          <a:pt x="6739" y="-364"/>
                          <a:pt x="15774" y="-1264"/>
                          <a:pt x="27108" y="3370"/>
                        </a:cubicBezTo>
                        <a:lnTo>
                          <a:pt x="27442" y="3536"/>
                        </a:lnTo>
                        <a:cubicBezTo>
                          <a:pt x="31042" y="5036"/>
                          <a:pt x="29375" y="9904"/>
                          <a:pt x="25408" y="9570"/>
                        </a:cubicBezTo>
                        <a:cubicBezTo>
                          <a:pt x="23691" y="9400"/>
                          <a:pt x="21964" y="9334"/>
                          <a:pt x="20241" y="9370"/>
                        </a:cubicBezTo>
                        <a:cubicBezTo>
                          <a:pt x="14007" y="9537"/>
                          <a:pt x="9973" y="10504"/>
                          <a:pt x="5106" y="10637"/>
                        </a:cubicBezTo>
                        <a:close/>
                      </a:path>
                    </a:pathLst>
                  </a:custGeom>
                  <a:solidFill>
                    <a:srgbClr val="404040"/>
                  </a:solidFill>
                  <a:ln w="3329" cap="flat">
                    <a:noFill/>
                    <a:prstDash val="solid"/>
                    <a:miter/>
                  </a:ln>
                </p:spPr>
                <p:txBody>
                  <a:bodyPr rtlCol="0" anchor="ctr"/>
                  <a:lstStyle/>
                  <a:p>
                    <a:endParaRPr lang="en-US" dirty="0"/>
                  </a:p>
                </p:txBody>
              </p:sp>
              <p:sp>
                <p:nvSpPr>
                  <p:cNvPr id="48" name="Grafik 13">
                    <a:extLst>
                      <a:ext uri="{FF2B5EF4-FFF2-40B4-BE49-F238E27FC236}">
                        <a16:creationId xmlns:a16="http://schemas.microsoft.com/office/drawing/2014/main" id="{0981B3AB-812E-B734-5C32-93D6189A3F43}"/>
                      </a:ext>
                    </a:extLst>
                  </p:cNvPr>
                  <p:cNvSpPr/>
                  <p:nvPr/>
                </p:nvSpPr>
                <p:spPr bwMode="gray">
                  <a:xfrm rot="17452801">
                    <a:off x="8599039" y="3047089"/>
                    <a:ext cx="94371" cy="69975"/>
                  </a:xfrm>
                  <a:custGeom>
                    <a:avLst/>
                    <a:gdLst>
                      <a:gd name="connsiteX0" fmla="*/ 66542 w 66541"/>
                      <a:gd name="connsiteY0" fmla="*/ 24670 h 49339"/>
                      <a:gd name="connsiteX1" fmla="*/ 33271 w 66541"/>
                      <a:gd name="connsiteY1" fmla="*/ 49340 h 49339"/>
                      <a:gd name="connsiteX2" fmla="*/ 0 w 66541"/>
                      <a:gd name="connsiteY2" fmla="*/ 24670 h 49339"/>
                      <a:gd name="connsiteX3" fmla="*/ 33271 w 66541"/>
                      <a:gd name="connsiteY3" fmla="*/ 0 h 49339"/>
                      <a:gd name="connsiteX4" fmla="*/ 66542 w 66541"/>
                      <a:gd name="connsiteY4" fmla="*/ 24670 h 49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541" h="49339">
                        <a:moveTo>
                          <a:pt x="66542" y="24670"/>
                        </a:moveTo>
                        <a:cubicBezTo>
                          <a:pt x="66542" y="38295"/>
                          <a:pt x="51646" y="49340"/>
                          <a:pt x="33271" y="49340"/>
                        </a:cubicBezTo>
                        <a:cubicBezTo>
                          <a:pt x="14896" y="49340"/>
                          <a:pt x="0" y="38295"/>
                          <a:pt x="0" y="24670"/>
                        </a:cubicBezTo>
                        <a:cubicBezTo>
                          <a:pt x="0" y="11045"/>
                          <a:pt x="14896" y="0"/>
                          <a:pt x="33271" y="0"/>
                        </a:cubicBezTo>
                        <a:cubicBezTo>
                          <a:pt x="51646" y="0"/>
                          <a:pt x="66542" y="11045"/>
                          <a:pt x="66542" y="24670"/>
                        </a:cubicBezTo>
                        <a:close/>
                      </a:path>
                    </a:pathLst>
                  </a:custGeom>
                  <a:solidFill>
                    <a:srgbClr val="F9D9D2"/>
                  </a:solidFill>
                  <a:ln w="3329" cap="flat">
                    <a:noFill/>
                    <a:prstDash val="solid"/>
                    <a:miter/>
                  </a:ln>
                </p:spPr>
                <p:txBody>
                  <a:bodyPr rtlCol="0" anchor="ctr"/>
                  <a:lstStyle/>
                  <a:p>
                    <a:endParaRPr lang="en-US" dirty="0"/>
                  </a:p>
                </p:txBody>
              </p:sp>
              <p:sp>
                <p:nvSpPr>
                  <p:cNvPr id="49" name="Grafik 13">
                    <a:extLst>
                      <a:ext uri="{FF2B5EF4-FFF2-40B4-BE49-F238E27FC236}">
                        <a16:creationId xmlns:a16="http://schemas.microsoft.com/office/drawing/2014/main" id="{CE13D51A-54E6-F93F-C2D6-70458FAEC12E}"/>
                      </a:ext>
                    </a:extLst>
                  </p:cNvPr>
                  <p:cNvSpPr/>
                  <p:nvPr/>
                </p:nvSpPr>
                <p:spPr bwMode="gray">
                  <a:xfrm>
                    <a:off x="8509578" y="3162767"/>
                    <a:ext cx="26853" cy="17067"/>
                  </a:xfrm>
                  <a:custGeom>
                    <a:avLst/>
                    <a:gdLst>
                      <a:gd name="connsiteX0" fmla="*/ 4701 w 18934"/>
                      <a:gd name="connsiteY0" fmla="*/ 0 h 12034"/>
                      <a:gd name="connsiteX1" fmla="*/ 17369 w 18934"/>
                      <a:gd name="connsiteY1" fmla="*/ 300 h 12034"/>
                      <a:gd name="connsiteX2" fmla="*/ 18069 w 18934"/>
                      <a:gd name="connsiteY2" fmla="*/ 3067 h 12034"/>
                      <a:gd name="connsiteX3" fmla="*/ 5934 w 18934"/>
                      <a:gd name="connsiteY3" fmla="*/ 12035 h 12034"/>
                      <a:gd name="connsiteX4" fmla="*/ 500 w 18934"/>
                      <a:gd name="connsiteY4" fmla="*/ 3867 h 12034"/>
                      <a:gd name="connsiteX5" fmla="*/ 4701 w 18934"/>
                      <a:gd name="connsiteY5" fmla="*/ 0 h 12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34" h="12034">
                        <a:moveTo>
                          <a:pt x="4701" y="0"/>
                        </a:moveTo>
                        <a:cubicBezTo>
                          <a:pt x="8901" y="563"/>
                          <a:pt x="13148" y="663"/>
                          <a:pt x="17369" y="300"/>
                        </a:cubicBezTo>
                        <a:cubicBezTo>
                          <a:pt x="19302" y="300"/>
                          <a:pt x="19336" y="1567"/>
                          <a:pt x="18069" y="3067"/>
                        </a:cubicBezTo>
                        <a:cubicBezTo>
                          <a:pt x="14268" y="6034"/>
                          <a:pt x="10368" y="8668"/>
                          <a:pt x="5934" y="12035"/>
                        </a:cubicBezTo>
                        <a:cubicBezTo>
                          <a:pt x="667" y="10735"/>
                          <a:pt x="-934" y="5901"/>
                          <a:pt x="500" y="3867"/>
                        </a:cubicBezTo>
                        <a:cubicBezTo>
                          <a:pt x="1583" y="2274"/>
                          <a:pt x="3024" y="950"/>
                          <a:pt x="4701" y="0"/>
                        </a:cubicBezTo>
                        <a:close/>
                      </a:path>
                    </a:pathLst>
                  </a:custGeom>
                  <a:solidFill>
                    <a:srgbClr val="F2BBB3"/>
                  </a:solidFill>
                  <a:ln w="3329" cap="flat">
                    <a:noFill/>
                    <a:prstDash val="solid"/>
                    <a:miter/>
                  </a:ln>
                </p:spPr>
                <p:txBody>
                  <a:bodyPr rtlCol="0" anchor="ctr"/>
                  <a:lstStyle/>
                  <a:p>
                    <a:endParaRPr lang="en-US" dirty="0"/>
                  </a:p>
                </p:txBody>
              </p:sp>
              <p:sp>
                <p:nvSpPr>
                  <p:cNvPr id="50" name="Grafik 13">
                    <a:extLst>
                      <a:ext uri="{FF2B5EF4-FFF2-40B4-BE49-F238E27FC236}">
                        <a16:creationId xmlns:a16="http://schemas.microsoft.com/office/drawing/2014/main" id="{D96180DD-90F5-A3CA-F6A1-0EC825B4834C}"/>
                      </a:ext>
                    </a:extLst>
                  </p:cNvPr>
                  <p:cNvSpPr/>
                  <p:nvPr/>
                </p:nvSpPr>
                <p:spPr bwMode="gray">
                  <a:xfrm>
                    <a:off x="8557709" y="3077377"/>
                    <a:ext cx="15460" cy="4493"/>
                  </a:xfrm>
                  <a:custGeom>
                    <a:avLst/>
                    <a:gdLst>
                      <a:gd name="connsiteX0" fmla="*/ 0 w 10901"/>
                      <a:gd name="connsiteY0" fmla="*/ 1 h 3168"/>
                      <a:gd name="connsiteX1" fmla="*/ 10901 w 10901"/>
                      <a:gd name="connsiteY1" fmla="*/ 3168 h 3168"/>
                    </a:gdLst>
                    <a:ahLst/>
                    <a:cxnLst>
                      <a:cxn ang="0">
                        <a:pos x="connsiteX0" y="connsiteY0"/>
                      </a:cxn>
                      <a:cxn ang="0">
                        <a:pos x="connsiteX1" y="connsiteY1"/>
                      </a:cxn>
                    </a:cxnLst>
                    <a:rect l="l" t="t" r="r" b="b"/>
                    <a:pathLst>
                      <a:path w="10901" h="3168">
                        <a:moveTo>
                          <a:pt x="0" y="1"/>
                        </a:moveTo>
                        <a:cubicBezTo>
                          <a:pt x="3867" y="-39"/>
                          <a:pt x="7658" y="1065"/>
                          <a:pt x="10901" y="3168"/>
                        </a:cubicBezTo>
                      </a:path>
                    </a:pathLst>
                  </a:custGeom>
                  <a:noFill/>
                  <a:ln w="2830" cap="flat">
                    <a:solidFill>
                      <a:srgbClr val="F2BBB3"/>
                    </a:solidFill>
                    <a:prstDash val="solid"/>
                    <a:miter/>
                  </a:ln>
                </p:spPr>
                <p:txBody>
                  <a:bodyPr rtlCol="0" anchor="ctr"/>
                  <a:lstStyle/>
                  <a:p>
                    <a:endParaRPr lang="en-US" dirty="0"/>
                  </a:p>
                </p:txBody>
              </p:sp>
              <p:sp>
                <p:nvSpPr>
                  <p:cNvPr id="51" name="Grafik 13">
                    <a:extLst>
                      <a:ext uri="{FF2B5EF4-FFF2-40B4-BE49-F238E27FC236}">
                        <a16:creationId xmlns:a16="http://schemas.microsoft.com/office/drawing/2014/main" id="{D6201BDF-200E-518D-5ACA-3225D9F890DA}"/>
                      </a:ext>
                    </a:extLst>
                  </p:cNvPr>
                  <p:cNvSpPr/>
                  <p:nvPr/>
                </p:nvSpPr>
                <p:spPr bwMode="gray">
                  <a:xfrm>
                    <a:off x="8561445" y="3063242"/>
                    <a:ext cx="15837" cy="3018"/>
                  </a:xfrm>
                  <a:custGeom>
                    <a:avLst/>
                    <a:gdLst>
                      <a:gd name="connsiteX0" fmla="*/ 11168 w 11167"/>
                      <a:gd name="connsiteY0" fmla="*/ 0 h 2128"/>
                      <a:gd name="connsiteX1" fmla="*/ 0 w 11167"/>
                      <a:gd name="connsiteY1" fmla="*/ 2000 h 2128"/>
                    </a:gdLst>
                    <a:ahLst/>
                    <a:cxnLst>
                      <a:cxn ang="0">
                        <a:pos x="connsiteX0" y="connsiteY0"/>
                      </a:cxn>
                      <a:cxn ang="0">
                        <a:pos x="connsiteX1" y="connsiteY1"/>
                      </a:cxn>
                    </a:cxnLst>
                    <a:rect l="l" t="t" r="r" b="b"/>
                    <a:pathLst>
                      <a:path w="11167" h="2128">
                        <a:moveTo>
                          <a:pt x="11168" y="0"/>
                        </a:moveTo>
                        <a:cubicBezTo>
                          <a:pt x="7721" y="1744"/>
                          <a:pt x="3837" y="2440"/>
                          <a:pt x="0" y="2000"/>
                        </a:cubicBezTo>
                      </a:path>
                    </a:pathLst>
                  </a:custGeom>
                  <a:noFill/>
                  <a:ln w="2830" cap="flat">
                    <a:solidFill>
                      <a:srgbClr val="F2BBB3"/>
                    </a:solidFill>
                    <a:prstDash val="solid"/>
                    <a:miter/>
                  </a:ln>
                </p:spPr>
                <p:txBody>
                  <a:bodyPr rtlCol="0" anchor="ctr"/>
                  <a:lstStyle/>
                  <a:p>
                    <a:endParaRPr lang="en-US" dirty="0"/>
                  </a:p>
                </p:txBody>
              </p:sp>
              <p:sp>
                <p:nvSpPr>
                  <p:cNvPr id="52" name="Grafik 13">
                    <a:extLst>
                      <a:ext uri="{FF2B5EF4-FFF2-40B4-BE49-F238E27FC236}">
                        <a16:creationId xmlns:a16="http://schemas.microsoft.com/office/drawing/2014/main" id="{4612CF79-CA2A-A14B-E733-FFD5CB434ED8}"/>
                      </a:ext>
                    </a:extLst>
                  </p:cNvPr>
                  <p:cNvSpPr/>
                  <p:nvPr/>
                </p:nvSpPr>
                <p:spPr bwMode="gray">
                  <a:xfrm>
                    <a:off x="8587638" y="3201869"/>
                    <a:ext cx="217962" cy="116524"/>
                  </a:xfrm>
                  <a:custGeom>
                    <a:avLst/>
                    <a:gdLst>
                      <a:gd name="connsiteX0" fmla="*/ 0 w 153685"/>
                      <a:gd name="connsiteY0" fmla="*/ 82110 h 82161"/>
                      <a:gd name="connsiteX1" fmla="*/ 0 w 153685"/>
                      <a:gd name="connsiteY1" fmla="*/ 53107 h 82161"/>
                      <a:gd name="connsiteX2" fmla="*/ 143985 w 153685"/>
                      <a:gd name="connsiteY2" fmla="*/ 1567 h 82161"/>
                      <a:gd name="connsiteX3" fmla="*/ 153686 w 153685"/>
                      <a:gd name="connsiteY3" fmla="*/ 45972 h 82161"/>
                      <a:gd name="connsiteX4" fmla="*/ 0 w 153685"/>
                      <a:gd name="connsiteY4" fmla="*/ 82110 h 82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685" h="82161">
                        <a:moveTo>
                          <a:pt x="0" y="82110"/>
                        </a:moveTo>
                        <a:lnTo>
                          <a:pt x="0" y="53107"/>
                        </a:lnTo>
                        <a:cubicBezTo>
                          <a:pt x="0" y="53107"/>
                          <a:pt x="92812" y="-10701"/>
                          <a:pt x="143985" y="1567"/>
                        </a:cubicBezTo>
                        <a:lnTo>
                          <a:pt x="153686" y="45972"/>
                        </a:lnTo>
                        <a:cubicBezTo>
                          <a:pt x="119448" y="75343"/>
                          <a:pt x="63775" y="82877"/>
                          <a:pt x="0" y="82110"/>
                        </a:cubicBezTo>
                        <a:close/>
                      </a:path>
                    </a:pathLst>
                  </a:custGeom>
                  <a:solidFill>
                    <a:srgbClr val="FFFFFF"/>
                  </a:solidFill>
                  <a:ln w="3329" cap="flat">
                    <a:noFill/>
                    <a:prstDash val="solid"/>
                    <a:miter/>
                  </a:ln>
                </p:spPr>
                <p:txBody>
                  <a:bodyPr rtlCol="0" anchor="ctr"/>
                  <a:lstStyle/>
                  <a:p>
                    <a:endParaRPr lang="en-US" dirty="0"/>
                  </a:p>
                </p:txBody>
              </p:sp>
              <p:sp>
                <p:nvSpPr>
                  <p:cNvPr id="53" name="Grafik 13">
                    <a:extLst>
                      <a:ext uri="{FF2B5EF4-FFF2-40B4-BE49-F238E27FC236}">
                        <a16:creationId xmlns:a16="http://schemas.microsoft.com/office/drawing/2014/main" id="{1B384B9C-2A74-5DB0-70E2-9E026223BE84}"/>
                      </a:ext>
                    </a:extLst>
                  </p:cNvPr>
                  <p:cNvSpPr/>
                  <p:nvPr/>
                </p:nvSpPr>
                <p:spPr bwMode="gray">
                  <a:xfrm>
                    <a:off x="8431891" y="3252327"/>
                    <a:ext cx="535527" cy="724755"/>
                  </a:xfrm>
                  <a:custGeom>
                    <a:avLst/>
                    <a:gdLst>
                      <a:gd name="connsiteX0" fmla="*/ 90214 w 377600"/>
                      <a:gd name="connsiteY0" fmla="*/ 27330 h 511024"/>
                      <a:gd name="connsiteX1" fmla="*/ 291307 w 377600"/>
                      <a:gd name="connsiteY1" fmla="*/ 12861 h 511024"/>
                      <a:gd name="connsiteX2" fmla="*/ 375583 w 377600"/>
                      <a:gd name="connsiteY2" fmla="*/ 244623 h 511024"/>
                      <a:gd name="connsiteX3" fmla="*/ 349280 w 377600"/>
                      <a:gd name="connsiteY3" fmla="*/ 502722 h 511024"/>
                      <a:gd name="connsiteX4" fmla="*/ 182426 w 377600"/>
                      <a:gd name="connsiteY4" fmla="*/ 508189 h 511024"/>
                      <a:gd name="connsiteX5" fmla="*/ 16305 w 377600"/>
                      <a:gd name="connsiteY5" fmla="*/ 480653 h 511024"/>
                      <a:gd name="connsiteX6" fmla="*/ 15005 w 377600"/>
                      <a:gd name="connsiteY6" fmla="*/ 442581 h 511024"/>
                      <a:gd name="connsiteX7" fmla="*/ 25006 w 377600"/>
                      <a:gd name="connsiteY7" fmla="*/ 276527 h 511024"/>
                      <a:gd name="connsiteX8" fmla="*/ 10071 w 377600"/>
                      <a:gd name="connsiteY8" fmla="*/ 98305 h 511024"/>
                      <a:gd name="connsiteX9" fmla="*/ 90214 w 377600"/>
                      <a:gd name="connsiteY9" fmla="*/ 27330 h 511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7600" h="511024">
                        <a:moveTo>
                          <a:pt x="90214" y="27330"/>
                        </a:moveTo>
                        <a:cubicBezTo>
                          <a:pt x="122885" y="6093"/>
                          <a:pt x="218131" y="-13876"/>
                          <a:pt x="291307" y="12861"/>
                        </a:cubicBezTo>
                        <a:cubicBezTo>
                          <a:pt x="291307" y="12861"/>
                          <a:pt x="393053" y="54866"/>
                          <a:pt x="375583" y="244623"/>
                        </a:cubicBezTo>
                        <a:cubicBezTo>
                          <a:pt x="359515" y="418878"/>
                          <a:pt x="384285" y="420045"/>
                          <a:pt x="349280" y="502722"/>
                        </a:cubicBezTo>
                        <a:cubicBezTo>
                          <a:pt x="313542" y="520058"/>
                          <a:pt x="231032" y="504222"/>
                          <a:pt x="182426" y="508189"/>
                        </a:cubicBezTo>
                        <a:cubicBezTo>
                          <a:pt x="104883" y="510523"/>
                          <a:pt x="16305" y="480653"/>
                          <a:pt x="16305" y="480653"/>
                        </a:cubicBezTo>
                        <a:cubicBezTo>
                          <a:pt x="7704" y="471885"/>
                          <a:pt x="14772" y="454849"/>
                          <a:pt x="15005" y="442581"/>
                        </a:cubicBezTo>
                        <a:cubicBezTo>
                          <a:pt x="15739" y="405910"/>
                          <a:pt x="25006" y="328167"/>
                          <a:pt x="25006" y="276527"/>
                        </a:cubicBezTo>
                        <a:cubicBezTo>
                          <a:pt x="25006" y="208052"/>
                          <a:pt x="-19332" y="158613"/>
                          <a:pt x="10071" y="98305"/>
                        </a:cubicBezTo>
                        <a:cubicBezTo>
                          <a:pt x="29207" y="58767"/>
                          <a:pt x="90214" y="27330"/>
                          <a:pt x="90214" y="27330"/>
                        </a:cubicBezTo>
                        <a:close/>
                      </a:path>
                    </a:pathLst>
                  </a:custGeom>
                  <a:solidFill>
                    <a:srgbClr val="02478E"/>
                  </a:solidFill>
                  <a:ln w="3329" cap="flat">
                    <a:noFill/>
                    <a:prstDash val="solid"/>
                    <a:miter/>
                  </a:ln>
                </p:spPr>
                <p:txBody>
                  <a:bodyPr rtlCol="0" anchor="ctr"/>
                  <a:lstStyle/>
                  <a:p>
                    <a:endParaRPr lang="en-US" dirty="0"/>
                  </a:p>
                </p:txBody>
              </p:sp>
              <p:sp>
                <p:nvSpPr>
                  <p:cNvPr id="54" name="Grafik 13">
                    <a:extLst>
                      <a:ext uri="{FF2B5EF4-FFF2-40B4-BE49-F238E27FC236}">
                        <a16:creationId xmlns:a16="http://schemas.microsoft.com/office/drawing/2014/main" id="{8FAF96AA-AAB1-5C04-F9BC-2AE27394B89B}"/>
                      </a:ext>
                    </a:extLst>
                  </p:cNvPr>
                  <p:cNvSpPr/>
                  <p:nvPr/>
                </p:nvSpPr>
                <p:spPr bwMode="gray">
                  <a:xfrm>
                    <a:off x="8546132" y="3442290"/>
                    <a:ext cx="152576" cy="490042"/>
                  </a:xfrm>
                  <a:custGeom>
                    <a:avLst/>
                    <a:gdLst>
                      <a:gd name="connsiteX0" fmla="*/ 18398 w 107581"/>
                      <a:gd name="connsiteY0" fmla="*/ 0 h 345528"/>
                      <a:gd name="connsiteX1" fmla="*/ 45801 w 107581"/>
                      <a:gd name="connsiteY1" fmla="*/ 226228 h 345528"/>
                      <a:gd name="connsiteX2" fmla="*/ 43701 w 107581"/>
                      <a:gd name="connsiteY2" fmla="*/ 343443 h 345528"/>
                      <a:gd name="connsiteX3" fmla="*/ 49068 w 107581"/>
                      <a:gd name="connsiteY3" fmla="*/ 119382 h 345528"/>
                      <a:gd name="connsiteX4" fmla="*/ 18398 w 107581"/>
                      <a:gd name="connsiteY4" fmla="*/ 0 h 345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581" h="345528">
                        <a:moveTo>
                          <a:pt x="18398" y="0"/>
                        </a:moveTo>
                        <a:cubicBezTo>
                          <a:pt x="57802" y="47839"/>
                          <a:pt x="25065" y="175989"/>
                          <a:pt x="45801" y="226228"/>
                        </a:cubicBezTo>
                        <a:cubicBezTo>
                          <a:pt x="66537" y="276468"/>
                          <a:pt x="16897" y="316640"/>
                          <a:pt x="43701" y="343443"/>
                        </a:cubicBezTo>
                        <a:cubicBezTo>
                          <a:pt x="70504" y="370246"/>
                          <a:pt x="169850" y="130083"/>
                          <a:pt x="49068" y="119382"/>
                        </a:cubicBezTo>
                        <a:cubicBezTo>
                          <a:pt x="-39043" y="111514"/>
                          <a:pt x="18398" y="0"/>
                          <a:pt x="18398" y="0"/>
                        </a:cubicBezTo>
                        <a:close/>
                      </a:path>
                    </a:pathLst>
                  </a:custGeom>
                  <a:solidFill>
                    <a:srgbClr val="CF4B00"/>
                  </a:solidFill>
                  <a:ln w="3329" cap="flat">
                    <a:noFill/>
                    <a:prstDash val="solid"/>
                    <a:miter/>
                  </a:ln>
                </p:spPr>
                <p:txBody>
                  <a:bodyPr rtlCol="0" anchor="ctr"/>
                  <a:lstStyle/>
                  <a:p>
                    <a:endParaRPr lang="en-US" dirty="0"/>
                  </a:p>
                </p:txBody>
              </p:sp>
              <p:sp>
                <p:nvSpPr>
                  <p:cNvPr id="55" name="Grafik 13">
                    <a:extLst>
                      <a:ext uri="{FF2B5EF4-FFF2-40B4-BE49-F238E27FC236}">
                        <a16:creationId xmlns:a16="http://schemas.microsoft.com/office/drawing/2014/main" id="{4F44682A-8C0F-747A-7AD7-4571C038A6AC}"/>
                      </a:ext>
                    </a:extLst>
                  </p:cNvPr>
                  <p:cNvSpPr/>
                  <p:nvPr/>
                </p:nvSpPr>
                <p:spPr bwMode="gray">
                  <a:xfrm>
                    <a:off x="7795499" y="3767107"/>
                    <a:ext cx="149597" cy="56730"/>
                  </a:xfrm>
                  <a:custGeom>
                    <a:avLst/>
                    <a:gdLst>
                      <a:gd name="connsiteX0" fmla="*/ 99246 w 105481"/>
                      <a:gd name="connsiteY0" fmla="*/ 0 h 40000"/>
                      <a:gd name="connsiteX1" fmla="*/ 35371 w 105481"/>
                      <a:gd name="connsiteY1" fmla="*/ 3134 h 40000"/>
                      <a:gd name="connsiteX2" fmla="*/ 0 w 105481"/>
                      <a:gd name="connsiteY2" fmla="*/ 34304 h 40000"/>
                      <a:gd name="connsiteX3" fmla="*/ 12902 w 105481"/>
                      <a:gd name="connsiteY3" fmla="*/ 39805 h 40000"/>
                      <a:gd name="connsiteX4" fmla="*/ 42905 w 105481"/>
                      <a:gd name="connsiteY4" fmla="*/ 21336 h 40000"/>
                      <a:gd name="connsiteX5" fmla="*/ 96045 w 105481"/>
                      <a:gd name="connsiteY5" fmla="*/ 24670 h 40000"/>
                      <a:gd name="connsiteX6" fmla="*/ 99246 w 105481"/>
                      <a:gd name="connsiteY6" fmla="*/ 0 h 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5481" h="40000">
                        <a:moveTo>
                          <a:pt x="99246" y="0"/>
                        </a:moveTo>
                        <a:lnTo>
                          <a:pt x="35371" y="3134"/>
                        </a:lnTo>
                        <a:lnTo>
                          <a:pt x="0" y="34304"/>
                        </a:lnTo>
                        <a:cubicBezTo>
                          <a:pt x="0" y="34304"/>
                          <a:pt x="833" y="41238"/>
                          <a:pt x="12902" y="39805"/>
                        </a:cubicBezTo>
                        <a:cubicBezTo>
                          <a:pt x="24970" y="38371"/>
                          <a:pt x="42905" y="21336"/>
                          <a:pt x="42905" y="21336"/>
                        </a:cubicBezTo>
                        <a:cubicBezTo>
                          <a:pt x="42905" y="21336"/>
                          <a:pt x="94045" y="25036"/>
                          <a:pt x="96045" y="24670"/>
                        </a:cubicBezTo>
                        <a:cubicBezTo>
                          <a:pt x="115214" y="22503"/>
                          <a:pt x="99246" y="0"/>
                          <a:pt x="99246" y="0"/>
                        </a:cubicBezTo>
                        <a:close/>
                      </a:path>
                    </a:pathLst>
                  </a:custGeom>
                  <a:solidFill>
                    <a:srgbClr val="F2BBB3"/>
                  </a:solidFill>
                  <a:ln w="3329" cap="flat">
                    <a:noFill/>
                    <a:prstDash val="solid"/>
                    <a:miter/>
                  </a:ln>
                </p:spPr>
                <p:txBody>
                  <a:bodyPr rtlCol="0" anchor="ctr"/>
                  <a:lstStyle/>
                  <a:p>
                    <a:endParaRPr lang="en-US" dirty="0"/>
                  </a:p>
                </p:txBody>
              </p:sp>
              <p:sp>
                <p:nvSpPr>
                  <p:cNvPr id="56" name="Grafik 13">
                    <a:extLst>
                      <a:ext uri="{FF2B5EF4-FFF2-40B4-BE49-F238E27FC236}">
                        <a16:creationId xmlns:a16="http://schemas.microsoft.com/office/drawing/2014/main" id="{418D2C1D-A827-2199-CCEE-92815A7B6442}"/>
                      </a:ext>
                    </a:extLst>
                  </p:cNvPr>
                  <p:cNvSpPr/>
                  <p:nvPr/>
                </p:nvSpPr>
                <p:spPr bwMode="gray">
                  <a:xfrm>
                    <a:off x="7776870" y="3756803"/>
                    <a:ext cx="346100" cy="103746"/>
                  </a:xfrm>
                  <a:custGeom>
                    <a:avLst/>
                    <a:gdLst>
                      <a:gd name="connsiteX0" fmla="*/ 215094 w 244035"/>
                      <a:gd name="connsiteY0" fmla="*/ 1131 h 73151"/>
                      <a:gd name="connsiteX1" fmla="*/ 103713 w 244035"/>
                      <a:gd name="connsiteY1" fmla="*/ 7032 h 73151"/>
                      <a:gd name="connsiteX2" fmla="*/ 52507 w 244035"/>
                      <a:gd name="connsiteY2" fmla="*/ 22734 h 73151"/>
                      <a:gd name="connsiteX3" fmla="*/ 0 w 244035"/>
                      <a:gd name="connsiteY3" fmla="*/ 52104 h 73151"/>
                      <a:gd name="connsiteX4" fmla="*/ 25737 w 244035"/>
                      <a:gd name="connsiteY4" fmla="*/ 61472 h 73151"/>
                      <a:gd name="connsiteX5" fmla="*/ 42972 w 244035"/>
                      <a:gd name="connsiteY5" fmla="*/ 69273 h 73151"/>
                      <a:gd name="connsiteX6" fmla="*/ 59641 w 244035"/>
                      <a:gd name="connsiteY6" fmla="*/ 63772 h 73151"/>
                      <a:gd name="connsiteX7" fmla="*/ 75643 w 244035"/>
                      <a:gd name="connsiteY7" fmla="*/ 73007 h 73151"/>
                      <a:gd name="connsiteX8" fmla="*/ 106147 w 244035"/>
                      <a:gd name="connsiteY8" fmla="*/ 63439 h 73151"/>
                      <a:gd name="connsiteX9" fmla="*/ 160187 w 244035"/>
                      <a:gd name="connsiteY9" fmla="*/ 66106 h 73151"/>
                      <a:gd name="connsiteX10" fmla="*/ 199258 w 244035"/>
                      <a:gd name="connsiteY10" fmla="*/ 44770 h 73151"/>
                      <a:gd name="connsiteX11" fmla="*/ 229995 w 244035"/>
                      <a:gd name="connsiteY11" fmla="*/ 46370 h 73151"/>
                      <a:gd name="connsiteX12" fmla="*/ 215094 w 244035"/>
                      <a:gd name="connsiteY12" fmla="*/ 1131 h 73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4035" h="73151">
                        <a:moveTo>
                          <a:pt x="215094" y="1131"/>
                        </a:moveTo>
                        <a:cubicBezTo>
                          <a:pt x="160487" y="-2769"/>
                          <a:pt x="110614" y="4465"/>
                          <a:pt x="103713" y="7032"/>
                        </a:cubicBezTo>
                        <a:cubicBezTo>
                          <a:pt x="79843" y="15900"/>
                          <a:pt x="48339" y="23401"/>
                          <a:pt x="52507" y="22734"/>
                        </a:cubicBezTo>
                        <a:lnTo>
                          <a:pt x="0" y="52104"/>
                        </a:lnTo>
                        <a:cubicBezTo>
                          <a:pt x="0" y="52104"/>
                          <a:pt x="5934" y="66173"/>
                          <a:pt x="25737" y="61472"/>
                        </a:cubicBezTo>
                        <a:cubicBezTo>
                          <a:pt x="25737" y="61472"/>
                          <a:pt x="28637" y="71006"/>
                          <a:pt x="42972" y="69273"/>
                        </a:cubicBezTo>
                        <a:cubicBezTo>
                          <a:pt x="48819" y="68486"/>
                          <a:pt x="54474" y="66619"/>
                          <a:pt x="59641" y="63772"/>
                        </a:cubicBezTo>
                        <a:cubicBezTo>
                          <a:pt x="62231" y="70150"/>
                          <a:pt x="68825" y="73957"/>
                          <a:pt x="75643" y="73007"/>
                        </a:cubicBezTo>
                        <a:cubicBezTo>
                          <a:pt x="86334" y="71817"/>
                          <a:pt x="96692" y="68566"/>
                          <a:pt x="106147" y="63439"/>
                        </a:cubicBezTo>
                        <a:cubicBezTo>
                          <a:pt x="106147" y="63439"/>
                          <a:pt x="142818" y="68173"/>
                          <a:pt x="160187" y="66106"/>
                        </a:cubicBezTo>
                        <a:cubicBezTo>
                          <a:pt x="177556" y="64039"/>
                          <a:pt x="199258" y="44770"/>
                          <a:pt x="199258" y="44770"/>
                        </a:cubicBezTo>
                        <a:lnTo>
                          <a:pt x="229995" y="46370"/>
                        </a:lnTo>
                        <a:cubicBezTo>
                          <a:pt x="252998" y="45003"/>
                          <a:pt x="247531" y="2498"/>
                          <a:pt x="215094" y="1131"/>
                        </a:cubicBezTo>
                        <a:close/>
                      </a:path>
                    </a:pathLst>
                  </a:custGeom>
                  <a:solidFill>
                    <a:srgbClr val="F9D9D2"/>
                  </a:solidFill>
                  <a:ln w="3329" cap="flat">
                    <a:noFill/>
                    <a:prstDash val="solid"/>
                    <a:miter/>
                  </a:ln>
                </p:spPr>
                <p:txBody>
                  <a:bodyPr rtlCol="0" anchor="ctr"/>
                  <a:lstStyle/>
                  <a:p>
                    <a:endParaRPr lang="en-US" dirty="0"/>
                  </a:p>
                </p:txBody>
              </p:sp>
              <p:sp>
                <p:nvSpPr>
                  <p:cNvPr id="57" name="Grafik 13">
                    <a:extLst>
                      <a:ext uri="{FF2B5EF4-FFF2-40B4-BE49-F238E27FC236}">
                        <a16:creationId xmlns:a16="http://schemas.microsoft.com/office/drawing/2014/main" id="{C0003DEC-CC04-A43C-1432-3D120BDDA163}"/>
                      </a:ext>
                    </a:extLst>
                  </p:cNvPr>
                  <p:cNvSpPr/>
                  <p:nvPr/>
                </p:nvSpPr>
                <p:spPr bwMode="gray">
                  <a:xfrm>
                    <a:off x="7801882" y="3791787"/>
                    <a:ext cx="125482" cy="53522"/>
                  </a:xfrm>
                  <a:custGeom>
                    <a:avLst/>
                    <a:gdLst>
                      <a:gd name="connsiteX0" fmla="*/ 8101 w 88477"/>
                      <a:gd name="connsiteY0" fmla="*/ 36805 h 37738"/>
                      <a:gd name="connsiteX1" fmla="*/ 0 w 88477"/>
                      <a:gd name="connsiteY1" fmla="*/ 37738 h 37738"/>
                      <a:gd name="connsiteX2" fmla="*/ 41972 w 88477"/>
                      <a:gd name="connsiteY2" fmla="*/ 10868 h 37738"/>
                      <a:gd name="connsiteX3" fmla="*/ 85677 w 88477"/>
                      <a:gd name="connsiteY3" fmla="*/ 0 h 37738"/>
                      <a:gd name="connsiteX4" fmla="*/ 88478 w 88477"/>
                      <a:gd name="connsiteY4" fmla="*/ 2600 h 37738"/>
                      <a:gd name="connsiteX5" fmla="*/ 45872 w 88477"/>
                      <a:gd name="connsiteY5" fmla="*/ 15669 h 37738"/>
                      <a:gd name="connsiteX6" fmla="*/ 8101 w 88477"/>
                      <a:gd name="connsiteY6" fmla="*/ 36805 h 3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477" h="37738">
                        <a:moveTo>
                          <a:pt x="8101" y="36805"/>
                        </a:moveTo>
                        <a:lnTo>
                          <a:pt x="0" y="37738"/>
                        </a:lnTo>
                        <a:lnTo>
                          <a:pt x="41972" y="10868"/>
                        </a:lnTo>
                        <a:lnTo>
                          <a:pt x="85677" y="0"/>
                        </a:lnTo>
                        <a:lnTo>
                          <a:pt x="88478" y="2600"/>
                        </a:lnTo>
                        <a:lnTo>
                          <a:pt x="45872" y="15669"/>
                        </a:lnTo>
                        <a:lnTo>
                          <a:pt x="8101" y="36805"/>
                        </a:lnTo>
                        <a:close/>
                      </a:path>
                    </a:pathLst>
                  </a:custGeom>
                  <a:solidFill>
                    <a:srgbClr val="F2BBB3"/>
                  </a:solidFill>
                  <a:ln w="3329" cap="flat">
                    <a:noFill/>
                    <a:prstDash val="solid"/>
                    <a:miter/>
                  </a:ln>
                </p:spPr>
                <p:txBody>
                  <a:bodyPr rtlCol="0" anchor="ctr"/>
                  <a:lstStyle/>
                  <a:p>
                    <a:endParaRPr lang="en-US" dirty="0"/>
                  </a:p>
                </p:txBody>
              </p:sp>
              <p:sp>
                <p:nvSpPr>
                  <p:cNvPr id="58" name="Grafik 13">
                    <a:extLst>
                      <a:ext uri="{FF2B5EF4-FFF2-40B4-BE49-F238E27FC236}">
                        <a16:creationId xmlns:a16="http://schemas.microsoft.com/office/drawing/2014/main" id="{A45DABA6-BA64-6183-10CC-FB8BA8C030C0}"/>
                      </a:ext>
                    </a:extLst>
                  </p:cNvPr>
                  <p:cNvSpPr/>
                  <p:nvPr/>
                </p:nvSpPr>
                <p:spPr bwMode="gray">
                  <a:xfrm>
                    <a:off x="8429863" y="3353023"/>
                    <a:ext cx="204062" cy="204062"/>
                  </a:xfrm>
                  <a:custGeom>
                    <a:avLst/>
                    <a:gdLst>
                      <a:gd name="connsiteX0" fmla="*/ 143885 w 143884"/>
                      <a:gd name="connsiteY0" fmla="*/ 71942 h 143884"/>
                      <a:gd name="connsiteX1" fmla="*/ 71942 w 143884"/>
                      <a:gd name="connsiteY1" fmla="*/ 143885 h 143884"/>
                      <a:gd name="connsiteX2" fmla="*/ 0 w 143884"/>
                      <a:gd name="connsiteY2" fmla="*/ 71942 h 143884"/>
                      <a:gd name="connsiteX3" fmla="*/ 71942 w 143884"/>
                      <a:gd name="connsiteY3" fmla="*/ 0 h 143884"/>
                      <a:gd name="connsiteX4" fmla="*/ 143885 w 143884"/>
                      <a:gd name="connsiteY4" fmla="*/ 71942 h 1438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884" h="143884">
                        <a:moveTo>
                          <a:pt x="143885" y="71942"/>
                        </a:moveTo>
                        <a:cubicBezTo>
                          <a:pt x="143885" y="111675"/>
                          <a:pt x="111675" y="143885"/>
                          <a:pt x="71942" y="143885"/>
                        </a:cubicBezTo>
                        <a:cubicBezTo>
                          <a:pt x="32210" y="143885"/>
                          <a:pt x="0" y="111675"/>
                          <a:pt x="0" y="71942"/>
                        </a:cubicBezTo>
                        <a:cubicBezTo>
                          <a:pt x="0" y="32210"/>
                          <a:pt x="32210" y="0"/>
                          <a:pt x="71942" y="0"/>
                        </a:cubicBezTo>
                        <a:cubicBezTo>
                          <a:pt x="111675" y="0"/>
                          <a:pt x="143885" y="32210"/>
                          <a:pt x="143885" y="71942"/>
                        </a:cubicBezTo>
                        <a:close/>
                      </a:path>
                    </a:pathLst>
                  </a:custGeom>
                  <a:solidFill>
                    <a:srgbClr val="02478E"/>
                  </a:solidFill>
                  <a:ln w="3329" cap="flat">
                    <a:noFill/>
                    <a:prstDash val="solid"/>
                    <a:miter/>
                  </a:ln>
                </p:spPr>
                <p:txBody>
                  <a:bodyPr rtlCol="0" anchor="ctr"/>
                  <a:lstStyle/>
                  <a:p>
                    <a:endParaRPr lang="en-US" dirty="0"/>
                  </a:p>
                </p:txBody>
              </p:sp>
              <p:sp>
                <p:nvSpPr>
                  <p:cNvPr id="59" name="Grafik 13">
                    <a:extLst>
                      <a:ext uri="{FF2B5EF4-FFF2-40B4-BE49-F238E27FC236}">
                        <a16:creationId xmlns:a16="http://schemas.microsoft.com/office/drawing/2014/main" id="{C10D1A4B-9C9D-B918-2CDE-95F92F5B2583}"/>
                      </a:ext>
                    </a:extLst>
                  </p:cNvPr>
                  <p:cNvSpPr/>
                  <p:nvPr/>
                </p:nvSpPr>
                <p:spPr bwMode="gray">
                  <a:xfrm>
                    <a:off x="8051145" y="3656802"/>
                    <a:ext cx="368504" cy="182171"/>
                  </a:xfrm>
                  <a:custGeom>
                    <a:avLst/>
                    <a:gdLst>
                      <a:gd name="connsiteX0" fmla="*/ 259832 w 259832"/>
                      <a:gd name="connsiteY0" fmla="*/ 128449 h 128449"/>
                      <a:gd name="connsiteX1" fmla="*/ 5967 w 259832"/>
                      <a:gd name="connsiteY1" fmla="*/ 115281 h 128449"/>
                      <a:gd name="connsiteX2" fmla="*/ 0 w 259832"/>
                      <a:gd name="connsiteY2" fmla="*/ 71809 h 128449"/>
                      <a:gd name="connsiteX3" fmla="*/ 243930 w 259832"/>
                      <a:gd name="connsiteY3" fmla="*/ 0 h 128449"/>
                      <a:gd name="connsiteX4" fmla="*/ 259832 w 259832"/>
                      <a:gd name="connsiteY4" fmla="*/ 128449 h 128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32" h="128449">
                        <a:moveTo>
                          <a:pt x="259832" y="128449"/>
                        </a:moveTo>
                        <a:lnTo>
                          <a:pt x="5967" y="115281"/>
                        </a:lnTo>
                        <a:lnTo>
                          <a:pt x="0" y="71809"/>
                        </a:lnTo>
                        <a:lnTo>
                          <a:pt x="243930" y="0"/>
                        </a:lnTo>
                        <a:lnTo>
                          <a:pt x="259832" y="128449"/>
                        </a:lnTo>
                        <a:close/>
                      </a:path>
                    </a:pathLst>
                  </a:custGeom>
                  <a:solidFill>
                    <a:srgbClr val="F9D9D2"/>
                  </a:solidFill>
                  <a:ln w="3329" cap="flat">
                    <a:noFill/>
                    <a:prstDash val="solid"/>
                    <a:miter/>
                  </a:ln>
                </p:spPr>
                <p:txBody>
                  <a:bodyPr rtlCol="0" anchor="ctr"/>
                  <a:lstStyle/>
                  <a:p>
                    <a:endParaRPr lang="en-US" dirty="0"/>
                  </a:p>
                </p:txBody>
              </p:sp>
              <p:sp>
                <p:nvSpPr>
                  <p:cNvPr id="60" name="Grafik 13">
                    <a:extLst>
                      <a:ext uri="{FF2B5EF4-FFF2-40B4-BE49-F238E27FC236}">
                        <a16:creationId xmlns:a16="http://schemas.microsoft.com/office/drawing/2014/main" id="{90FBDED7-9115-BCC4-31F9-3332041F23AB}"/>
                      </a:ext>
                    </a:extLst>
                  </p:cNvPr>
                  <p:cNvSpPr/>
                  <p:nvPr/>
                </p:nvSpPr>
                <p:spPr bwMode="gray">
                  <a:xfrm>
                    <a:off x="8328114" y="3409950"/>
                    <a:ext cx="303163" cy="392097"/>
                  </a:xfrm>
                  <a:custGeom>
                    <a:avLst/>
                    <a:gdLst>
                      <a:gd name="connsiteX0" fmla="*/ 0 w 213760"/>
                      <a:gd name="connsiteY0" fmla="*/ 201292 h 276467"/>
                      <a:gd name="connsiteX1" fmla="*/ 78276 w 213760"/>
                      <a:gd name="connsiteY1" fmla="*/ 0 h 276467"/>
                      <a:gd name="connsiteX2" fmla="*/ 213760 w 213760"/>
                      <a:gd name="connsiteY2" fmla="*/ 48039 h 276467"/>
                      <a:gd name="connsiteX3" fmla="*/ 111581 w 213760"/>
                      <a:gd name="connsiteY3" fmla="*/ 276468 h 276467"/>
                      <a:gd name="connsiteX4" fmla="*/ 0 w 213760"/>
                      <a:gd name="connsiteY4" fmla="*/ 201292 h 276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760" h="276467">
                        <a:moveTo>
                          <a:pt x="0" y="201292"/>
                        </a:moveTo>
                        <a:lnTo>
                          <a:pt x="78276" y="0"/>
                        </a:lnTo>
                        <a:lnTo>
                          <a:pt x="213760" y="48039"/>
                        </a:lnTo>
                        <a:lnTo>
                          <a:pt x="111581" y="276468"/>
                        </a:lnTo>
                        <a:lnTo>
                          <a:pt x="0" y="201292"/>
                        </a:lnTo>
                        <a:close/>
                      </a:path>
                    </a:pathLst>
                  </a:custGeom>
                  <a:solidFill>
                    <a:srgbClr val="02478E"/>
                  </a:solidFill>
                  <a:ln w="3329" cap="flat">
                    <a:noFill/>
                    <a:prstDash val="solid"/>
                    <a:miter/>
                  </a:ln>
                </p:spPr>
                <p:txBody>
                  <a:bodyPr rtlCol="0" anchor="ctr"/>
                  <a:lstStyle/>
                  <a:p>
                    <a:endParaRPr lang="en-US" dirty="0"/>
                  </a:p>
                </p:txBody>
              </p:sp>
              <p:sp>
                <p:nvSpPr>
                  <p:cNvPr id="61" name="Grafik 13">
                    <a:extLst>
                      <a:ext uri="{FF2B5EF4-FFF2-40B4-BE49-F238E27FC236}">
                        <a16:creationId xmlns:a16="http://schemas.microsoft.com/office/drawing/2014/main" id="{C80AF04C-4EC4-2F9D-9A06-AE0BFFA0FBE1}"/>
                      </a:ext>
                    </a:extLst>
                  </p:cNvPr>
                  <p:cNvSpPr/>
                  <p:nvPr/>
                </p:nvSpPr>
                <p:spPr bwMode="gray">
                  <a:xfrm>
                    <a:off x="8318848" y="3655384"/>
                    <a:ext cx="184110" cy="184110"/>
                  </a:xfrm>
                  <a:custGeom>
                    <a:avLst/>
                    <a:gdLst>
                      <a:gd name="connsiteX0" fmla="*/ 129816 w 129816"/>
                      <a:gd name="connsiteY0" fmla="*/ 64908 h 129816"/>
                      <a:gd name="connsiteX1" fmla="*/ 64908 w 129816"/>
                      <a:gd name="connsiteY1" fmla="*/ 129816 h 129816"/>
                      <a:gd name="connsiteX2" fmla="*/ 0 w 129816"/>
                      <a:gd name="connsiteY2" fmla="*/ 64908 h 129816"/>
                      <a:gd name="connsiteX3" fmla="*/ 64908 w 129816"/>
                      <a:gd name="connsiteY3" fmla="*/ 0 h 129816"/>
                      <a:gd name="connsiteX4" fmla="*/ 129816 w 129816"/>
                      <a:gd name="connsiteY4" fmla="*/ 64908 h 129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816" h="129816">
                        <a:moveTo>
                          <a:pt x="129816" y="64908"/>
                        </a:moveTo>
                        <a:cubicBezTo>
                          <a:pt x="129816" y="100756"/>
                          <a:pt x="100756" y="129816"/>
                          <a:pt x="64908" y="129816"/>
                        </a:cubicBezTo>
                        <a:cubicBezTo>
                          <a:pt x="29060" y="129816"/>
                          <a:pt x="0" y="100756"/>
                          <a:pt x="0" y="64908"/>
                        </a:cubicBezTo>
                        <a:cubicBezTo>
                          <a:pt x="0" y="29060"/>
                          <a:pt x="29061" y="0"/>
                          <a:pt x="64908" y="0"/>
                        </a:cubicBezTo>
                        <a:cubicBezTo>
                          <a:pt x="100756" y="0"/>
                          <a:pt x="129816" y="29060"/>
                          <a:pt x="129816" y="64908"/>
                        </a:cubicBezTo>
                        <a:close/>
                      </a:path>
                    </a:pathLst>
                  </a:custGeom>
                  <a:solidFill>
                    <a:srgbClr val="02478E"/>
                  </a:solidFill>
                  <a:ln w="3329" cap="flat">
                    <a:noFill/>
                    <a:prstDash val="solid"/>
                    <a:miter/>
                  </a:ln>
                </p:spPr>
                <p:txBody>
                  <a:bodyPr rtlCol="0" anchor="ctr"/>
                  <a:lstStyle/>
                  <a:p>
                    <a:endParaRPr lang="en-US" dirty="0"/>
                  </a:p>
                </p:txBody>
              </p:sp>
              <p:sp>
                <p:nvSpPr>
                  <p:cNvPr id="62" name="Grafik 13">
                    <a:extLst>
                      <a:ext uri="{FF2B5EF4-FFF2-40B4-BE49-F238E27FC236}">
                        <a16:creationId xmlns:a16="http://schemas.microsoft.com/office/drawing/2014/main" id="{AD2E29C7-6B46-0EA5-D6A8-94A1509AD91D}"/>
                      </a:ext>
                    </a:extLst>
                  </p:cNvPr>
                  <p:cNvSpPr/>
                  <p:nvPr/>
                </p:nvSpPr>
                <p:spPr bwMode="gray">
                  <a:xfrm>
                    <a:off x="8167550" y="3662617"/>
                    <a:ext cx="243353" cy="175765"/>
                  </a:xfrm>
                  <a:custGeom>
                    <a:avLst/>
                    <a:gdLst>
                      <a:gd name="connsiteX0" fmla="*/ 143551 w 171588"/>
                      <a:gd name="connsiteY0" fmla="*/ 0 h 123932"/>
                      <a:gd name="connsiteX1" fmla="*/ 0 w 171588"/>
                      <a:gd name="connsiteY1" fmla="*/ 30571 h 123932"/>
                      <a:gd name="connsiteX2" fmla="*/ 17169 w 171588"/>
                      <a:gd name="connsiteY2" fmla="*/ 123916 h 123932"/>
                      <a:gd name="connsiteX3" fmla="*/ 171588 w 171588"/>
                      <a:gd name="connsiteY3" fmla="*/ 121182 h 123932"/>
                    </a:gdLst>
                    <a:ahLst/>
                    <a:cxnLst>
                      <a:cxn ang="0">
                        <a:pos x="connsiteX0" y="connsiteY0"/>
                      </a:cxn>
                      <a:cxn ang="0">
                        <a:pos x="connsiteX1" y="connsiteY1"/>
                      </a:cxn>
                      <a:cxn ang="0">
                        <a:pos x="connsiteX2" y="connsiteY2"/>
                      </a:cxn>
                      <a:cxn ang="0">
                        <a:pos x="connsiteX3" y="connsiteY3"/>
                      </a:cxn>
                    </a:cxnLst>
                    <a:rect l="l" t="t" r="r" b="b"/>
                    <a:pathLst>
                      <a:path w="171588" h="123932">
                        <a:moveTo>
                          <a:pt x="143551" y="0"/>
                        </a:moveTo>
                        <a:lnTo>
                          <a:pt x="0" y="30571"/>
                        </a:lnTo>
                        <a:lnTo>
                          <a:pt x="17169" y="123916"/>
                        </a:lnTo>
                        <a:cubicBezTo>
                          <a:pt x="26137" y="124182"/>
                          <a:pt x="171588" y="121182"/>
                          <a:pt x="171588" y="121182"/>
                        </a:cubicBezTo>
                        <a:close/>
                      </a:path>
                    </a:pathLst>
                  </a:custGeom>
                  <a:solidFill>
                    <a:srgbClr val="FFFFFF"/>
                  </a:solidFill>
                  <a:ln w="3329" cap="flat">
                    <a:noFill/>
                    <a:prstDash val="solid"/>
                    <a:miter/>
                  </a:ln>
                </p:spPr>
                <p:txBody>
                  <a:bodyPr rtlCol="0" anchor="ctr"/>
                  <a:lstStyle/>
                  <a:p>
                    <a:endParaRPr lang="en-US" dirty="0"/>
                  </a:p>
                </p:txBody>
              </p:sp>
              <p:sp>
                <p:nvSpPr>
                  <p:cNvPr id="63" name="Grafik 13">
                    <a:extLst>
                      <a:ext uri="{FF2B5EF4-FFF2-40B4-BE49-F238E27FC236}">
                        <a16:creationId xmlns:a16="http://schemas.microsoft.com/office/drawing/2014/main" id="{2D5C6458-6763-CB64-5677-C8656A3FD25F}"/>
                      </a:ext>
                    </a:extLst>
                  </p:cNvPr>
                  <p:cNvSpPr/>
                  <p:nvPr/>
                </p:nvSpPr>
                <p:spPr bwMode="gray">
                  <a:xfrm>
                    <a:off x="8225469" y="3651932"/>
                    <a:ext cx="199475" cy="192839"/>
                  </a:xfrm>
                  <a:custGeom>
                    <a:avLst/>
                    <a:gdLst>
                      <a:gd name="connsiteX0" fmla="*/ 121682 w 140650"/>
                      <a:gd name="connsiteY0" fmla="*/ 0 h 135971"/>
                      <a:gd name="connsiteX1" fmla="*/ 0 w 140650"/>
                      <a:gd name="connsiteY1" fmla="*/ 27870 h 135971"/>
                      <a:gd name="connsiteX2" fmla="*/ 20003 w 140650"/>
                      <a:gd name="connsiteY2" fmla="*/ 135950 h 135971"/>
                      <a:gd name="connsiteX3" fmla="*/ 140651 w 140650"/>
                      <a:gd name="connsiteY3" fmla="*/ 131916 h 135971"/>
                    </a:gdLst>
                    <a:ahLst/>
                    <a:cxnLst>
                      <a:cxn ang="0">
                        <a:pos x="connsiteX0" y="connsiteY0"/>
                      </a:cxn>
                      <a:cxn ang="0">
                        <a:pos x="connsiteX1" y="connsiteY1"/>
                      </a:cxn>
                      <a:cxn ang="0">
                        <a:pos x="connsiteX2" y="connsiteY2"/>
                      </a:cxn>
                      <a:cxn ang="0">
                        <a:pos x="connsiteX3" y="connsiteY3"/>
                      </a:cxn>
                    </a:cxnLst>
                    <a:rect l="l" t="t" r="r" b="b"/>
                    <a:pathLst>
                      <a:path w="140650" h="135971">
                        <a:moveTo>
                          <a:pt x="121682" y="0"/>
                        </a:moveTo>
                        <a:lnTo>
                          <a:pt x="0" y="27870"/>
                        </a:lnTo>
                        <a:lnTo>
                          <a:pt x="20003" y="135950"/>
                        </a:lnTo>
                        <a:cubicBezTo>
                          <a:pt x="22836" y="136317"/>
                          <a:pt x="140651" y="131916"/>
                          <a:pt x="140651" y="131916"/>
                        </a:cubicBezTo>
                        <a:close/>
                      </a:path>
                    </a:pathLst>
                  </a:custGeom>
                  <a:solidFill>
                    <a:srgbClr val="02478E"/>
                  </a:solidFill>
                  <a:ln w="3329" cap="flat">
                    <a:noFill/>
                    <a:prstDash val="solid"/>
                    <a:miter/>
                  </a:ln>
                </p:spPr>
                <p:txBody>
                  <a:bodyPr rtlCol="0" anchor="ctr"/>
                  <a:lstStyle/>
                  <a:p>
                    <a:endParaRPr lang="en-US" dirty="0"/>
                  </a:p>
                </p:txBody>
              </p:sp>
              <p:sp>
                <p:nvSpPr>
                  <p:cNvPr id="64" name="Grafik 13">
                    <a:extLst>
                      <a:ext uri="{FF2B5EF4-FFF2-40B4-BE49-F238E27FC236}">
                        <a16:creationId xmlns:a16="http://schemas.microsoft.com/office/drawing/2014/main" id="{8EE5739F-381E-2346-8B77-A08333F5407F}"/>
                      </a:ext>
                    </a:extLst>
                  </p:cNvPr>
                  <p:cNvSpPr/>
                  <p:nvPr/>
                </p:nvSpPr>
                <p:spPr bwMode="gray">
                  <a:xfrm rot="10800000">
                    <a:off x="8948531" y="3535527"/>
                    <a:ext cx="88036" cy="643393"/>
                  </a:xfrm>
                  <a:custGeom>
                    <a:avLst/>
                    <a:gdLst>
                      <a:gd name="connsiteX0" fmla="*/ 62075 w 62074"/>
                      <a:gd name="connsiteY0" fmla="*/ 0 h 453656"/>
                      <a:gd name="connsiteX1" fmla="*/ 62075 w 62074"/>
                      <a:gd name="connsiteY1" fmla="*/ 0 h 453656"/>
                      <a:gd name="connsiteX2" fmla="*/ 62075 w 62074"/>
                      <a:gd name="connsiteY2" fmla="*/ 0 h 453656"/>
                      <a:gd name="connsiteX3" fmla="*/ 62075 w 62074"/>
                      <a:gd name="connsiteY3" fmla="*/ 391582 h 453656"/>
                      <a:gd name="connsiteX4" fmla="*/ 0 w 62074"/>
                      <a:gd name="connsiteY4" fmla="*/ 453657 h 453656"/>
                      <a:gd name="connsiteX5" fmla="*/ 0 w 62074"/>
                      <a:gd name="connsiteY5" fmla="*/ 453657 h 453656"/>
                      <a:gd name="connsiteX6" fmla="*/ 0 w 62074"/>
                      <a:gd name="connsiteY6" fmla="*/ 453657 h 453656"/>
                      <a:gd name="connsiteX7" fmla="*/ 0 w 62074"/>
                      <a:gd name="connsiteY7" fmla="*/ 62074 h 453656"/>
                      <a:gd name="connsiteX8" fmla="*/ 62075 w 62074"/>
                      <a:gd name="connsiteY8" fmla="*/ 0 h 453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074" h="453656">
                        <a:moveTo>
                          <a:pt x="62075" y="0"/>
                        </a:moveTo>
                        <a:lnTo>
                          <a:pt x="62075" y="0"/>
                        </a:lnTo>
                        <a:lnTo>
                          <a:pt x="62075" y="0"/>
                        </a:lnTo>
                        <a:lnTo>
                          <a:pt x="62075" y="391582"/>
                        </a:lnTo>
                        <a:cubicBezTo>
                          <a:pt x="62075" y="425867"/>
                          <a:pt x="34271" y="453657"/>
                          <a:pt x="0" y="453657"/>
                        </a:cubicBezTo>
                        <a:lnTo>
                          <a:pt x="0" y="453657"/>
                        </a:lnTo>
                        <a:lnTo>
                          <a:pt x="0" y="453657"/>
                        </a:lnTo>
                        <a:lnTo>
                          <a:pt x="0" y="62074"/>
                        </a:lnTo>
                        <a:cubicBezTo>
                          <a:pt x="0" y="27790"/>
                          <a:pt x="27804" y="0"/>
                          <a:pt x="62075" y="0"/>
                        </a:cubicBezTo>
                        <a:close/>
                      </a:path>
                    </a:pathLst>
                  </a:custGeom>
                  <a:solidFill>
                    <a:srgbClr val="404040"/>
                  </a:solidFill>
                  <a:ln w="3329" cap="flat">
                    <a:noFill/>
                    <a:prstDash val="solid"/>
                    <a:miter/>
                  </a:ln>
                </p:spPr>
                <p:txBody>
                  <a:bodyPr rtlCol="0" anchor="ctr"/>
                  <a:lstStyle/>
                  <a:p>
                    <a:endParaRPr lang="en-US" dirty="0"/>
                  </a:p>
                </p:txBody>
              </p:sp>
              <p:sp>
                <p:nvSpPr>
                  <p:cNvPr id="65" name="Grafik 13">
                    <a:extLst>
                      <a:ext uri="{FF2B5EF4-FFF2-40B4-BE49-F238E27FC236}">
                        <a16:creationId xmlns:a16="http://schemas.microsoft.com/office/drawing/2014/main" id="{4383977F-FE10-2AB6-D7F1-AEB9DEA992A3}"/>
                      </a:ext>
                    </a:extLst>
                  </p:cNvPr>
                  <p:cNvSpPr/>
                  <p:nvPr/>
                </p:nvSpPr>
                <p:spPr bwMode="gray">
                  <a:xfrm rot="16200000">
                    <a:off x="8542036" y="3867223"/>
                    <a:ext cx="88036" cy="711430"/>
                  </a:xfrm>
                  <a:custGeom>
                    <a:avLst/>
                    <a:gdLst>
                      <a:gd name="connsiteX0" fmla="*/ 0 w 62074"/>
                      <a:gd name="connsiteY0" fmla="*/ 0 h 501629"/>
                      <a:gd name="connsiteX1" fmla="*/ 0 w 62074"/>
                      <a:gd name="connsiteY1" fmla="*/ 0 h 501629"/>
                      <a:gd name="connsiteX2" fmla="*/ 62074 w 62074"/>
                      <a:gd name="connsiteY2" fmla="*/ 61908 h 501629"/>
                      <a:gd name="connsiteX3" fmla="*/ 62074 w 62074"/>
                      <a:gd name="connsiteY3" fmla="*/ 501629 h 501629"/>
                      <a:gd name="connsiteX4" fmla="*/ 62074 w 62074"/>
                      <a:gd name="connsiteY4" fmla="*/ 501629 h 501629"/>
                      <a:gd name="connsiteX5" fmla="*/ 62074 w 62074"/>
                      <a:gd name="connsiteY5" fmla="*/ 501629 h 501629"/>
                      <a:gd name="connsiteX6" fmla="*/ 0 w 62074"/>
                      <a:gd name="connsiteY6" fmla="*/ 439555 h 501629"/>
                      <a:gd name="connsiteX7" fmla="*/ 0 w 62074"/>
                      <a:gd name="connsiteY7" fmla="*/ 0 h 501629"/>
                      <a:gd name="connsiteX8" fmla="*/ 0 w 62074"/>
                      <a:gd name="connsiteY8" fmla="*/ 0 h 50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074" h="501629">
                        <a:moveTo>
                          <a:pt x="0" y="0"/>
                        </a:moveTo>
                        <a:lnTo>
                          <a:pt x="0" y="0"/>
                        </a:lnTo>
                        <a:cubicBezTo>
                          <a:pt x="34218" y="0"/>
                          <a:pt x="61981" y="27690"/>
                          <a:pt x="62074" y="61908"/>
                        </a:cubicBezTo>
                        <a:lnTo>
                          <a:pt x="62074" y="501629"/>
                        </a:lnTo>
                        <a:lnTo>
                          <a:pt x="62074" y="501629"/>
                        </a:lnTo>
                        <a:lnTo>
                          <a:pt x="62074" y="501629"/>
                        </a:lnTo>
                        <a:cubicBezTo>
                          <a:pt x="27790" y="501629"/>
                          <a:pt x="0" y="473839"/>
                          <a:pt x="0" y="439555"/>
                        </a:cubicBezTo>
                        <a:lnTo>
                          <a:pt x="0" y="0"/>
                        </a:lnTo>
                        <a:lnTo>
                          <a:pt x="0" y="0"/>
                        </a:lnTo>
                        <a:close/>
                      </a:path>
                    </a:pathLst>
                  </a:custGeom>
                  <a:solidFill>
                    <a:srgbClr val="404040"/>
                  </a:solidFill>
                  <a:ln w="3329" cap="flat">
                    <a:noFill/>
                    <a:prstDash val="solid"/>
                    <a:miter/>
                  </a:ln>
                </p:spPr>
                <p:txBody>
                  <a:bodyPr rtlCol="0" anchor="ctr"/>
                  <a:lstStyle/>
                  <a:p>
                    <a:endParaRPr lang="en-US" dirty="0"/>
                  </a:p>
                </p:txBody>
              </p:sp>
              <p:sp>
                <p:nvSpPr>
                  <p:cNvPr id="66" name="Grafik 13">
                    <a:extLst>
                      <a:ext uri="{FF2B5EF4-FFF2-40B4-BE49-F238E27FC236}">
                        <a16:creationId xmlns:a16="http://schemas.microsoft.com/office/drawing/2014/main" id="{A6850482-5AA0-6819-7DF3-7374EBCC293F}"/>
                      </a:ext>
                    </a:extLst>
                  </p:cNvPr>
                  <p:cNvSpPr/>
                  <p:nvPr/>
                </p:nvSpPr>
                <p:spPr bwMode="gray">
                  <a:xfrm rot="16200000">
                    <a:off x="8257573" y="3982706"/>
                    <a:ext cx="88036" cy="480464"/>
                  </a:xfrm>
                  <a:custGeom>
                    <a:avLst/>
                    <a:gdLst>
                      <a:gd name="connsiteX0" fmla="*/ 0 w 62074"/>
                      <a:gd name="connsiteY0" fmla="*/ 0 h 338775"/>
                      <a:gd name="connsiteX1" fmla="*/ 0 w 62074"/>
                      <a:gd name="connsiteY1" fmla="*/ 0 h 338775"/>
                      <a:gd name="connsiteX2" fmla="*/ 62074 w 62074"/>
                      <a:gd name="connsiteY2" fmla="*/ 62075 h 338775"/>
                      <a:gd name="connsiteX3" fmla="*/ 62074 w 62074"/>
                      <a:gd name="connsiteY3" fmla="*/ 338776 h 338775"/>
                      <a:gd name="connsiteX4" fmla="*/ 62074 w 62074"/>
                      <a:gd name="connsiteY4" fmla="*/ 338776 h 338775"/>
                      <a:gd name="connsiteX5" fmla="*/ 62074 w 62074"/>
                      <a:gd name="connsiteY5" fmla="*/ 338776 h 338775"/>
                      <a:gd name="connsiteX6" fmla="*/ 0 w 62074"/>
                      <a:gd name="connsiteY6" fmla="*/ 276701 h 338775"/>
                      <a:gd name="connsiteX7" fmla="*/ 0 w 62074"/>
                      <a:gd name="connsiteY7" fmla="*/ 0 h 338775"/>
                      <a:gd name="connsiteX8" fmla="*/ 0 w 62074"/>
                      <a:gd name="connsiteY8" fmla="*/ 0 h 338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074" h="338775">
                        <a:moveTo>
                          <a:pt x="0" y="0"/>
                        </a:moveTo>
                        <a:lnTo>
                          <a:pt x="0" y="0"/>
                        </a:lnTo>
                        <a:cubicBezTo>
                          <a:pt x="34284" y="0"/>
                          <a:pt x="62074" y="27790"/>
                          <a:pt x="62074" y="62075"/>
                        </a:cubicBezTo>
                        <a:lnTo>
                          <a:pt x="62074" y="338776"/>
                        </a:lnTo>
                        <a:lnTo>
                          <a:pt x="62074" y="338776"/>
                        </a:lnTo>
                        <a:lnTo>
                          <a:pt x="62074" y="338776"/>
                        </a:lnTo>
                        <a:cubicBezTo>
                          <a:pt x="27790" y="338776"/>
                          <a:pt x="0" y="310986"/>
                          <a:pt x="0" y="276701"/>
                        </a:cubicBezTo>
                        <a:lnTo>
                          <a:pt x="0" y="0"/>
                        </a:lnTo>
                        <a:lnTo>
                          <a:pt x="0" y="0"/>
                        </a:lnTo>
                        <a:close/>
                      </a:path>
                    </a:pathLst>
                  </a:custGeom>
                  <a:solidFill>
                    <a:srgbClr val="808080"/>
                  </a:solidFill>
                  <a:ln w="3329" cap="flat">
                    <a:noFill/>
                    <a:prstDash val="solid"/>
                    <a:miter/>
                  </a:ln>
                </p:spPr>
                <p:txBody>
                  <a:bodyPr rtlCol="0" anchor="ctr"/>
                  <a:lstStyle/>
                  <a:p>
                    <a:endParaRPr lang="en-US" dirty="0"/>
                  </a:p>
                </p:txBody>
              </p:sp>
              <p:sp>
                <p:nvSpPr>
                  <p:cNvPr id="67" name="Grafik 13">
                    <a:extLst>
                      <a:ext uri="{FF2B5EF4-FFF2-40B4-BE49-F238E27FC236}">
                        <a16:creationId xmlns:a16="http://schemas.microsoft.com/office/drawing/2014/main" id="{D21452DF-E6D8-5BBB-38F5-D7452C7F87AE}"/>
                      </a:ext>
                    </a:extLst>
                  </p:cNvPr>
                  <p:cNvSpPr/>
                  <p:nvPr/>
                </p:nvSpPr>
                <p:spPr bwMode="gray">
                  <a:xfrm>
                    <a:off x="8542012" y="3535527"/>
                    <a:ext cx="494601" cy="643393"/>
                  </a:xfrm>
                  <a:custGeom>
                    <a:avLst/>
                    <a:gdLst>
                      <a:gd name="connsiteX0" fmla="*/ 285403 w 348743"/>
                      <a:gd name="connsiteY0" fmla="*/ 453657 h 453656"/>
                      <a:gd name="connsiteX1" fmla="*/ 0 w 348743"/>
                      <a:gd name="connsiteY1" fmla="*/ 453657 h 453656"/>
                      <a:gd name="connsiteX2" fmla="*/ 62074 w 348743"/>
                      <a:gd name="connsiteY2" fmla="*/ 0 h 453656"/>
                      <a:gd name="connsiteX3" fmla="*/ 348744 w 348743"/>
                      <a:gd name="connsiteY3" fmla="*/ 0 h 453656"/>
                      <a:gd name="connsiteX4" fmla="*/ 285403 w 348743"/>
                      <a:gd name="connsiteY4" fmla="*/ 453657 h 4536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743" h="453656">
                        <a:moveTo>
                          <a:pt x="285403" y="453657"/>
                        </a:moveTo>
                        <a:lnTo>
                          <a:pt x="0" y="453657"/>
                        </a:lnTo>
                        <a:lnTo>
                          <a:pt x="62074" y="0"/>
                        </a:lnTo>
                        <a:lnTo>
                          <a:pt x="348744" y="0"/>
                        </a:lnTo>
                        <a:lnTo>
                          <a:pt x="285403" y="453657"/>
                        </a:lnTo>
                        <a:close/>
                      </a:path>
                    </a:pathLst>
                  </a:custGeom>
                  <a:solidFill>
                    <a:srgbClr val="404040"/>
                  </a:solidFill>
                  <a:ln w="3329" cap="flat">
                    <a:noFill/>
                    <a:prstDash val="solid"/>
                    <a:miter/>
                  </a:ln>
                </p:spPr>
                <p:txBody>
                  <a:bodyPr rtlCol="0" anchor="ctr"/>
                  <a:lstStyle/>
                  <a:p>
                    <a:endParaRPr lang="en-US" dirty="0"/>
                  </a:p>
                </p:txBody>
              </p:sp>
              <p:sp>
                <p:nvSpPr>
                  <p:cNvPr id="68" name="Grafik 13">
                    <a:extLst>
                      <a:ext uri="{FF2B5EF4-FFF2-40B4-BE49-F238E27FC236}">
                        <a16:creationId xmlns:a16="http://schemas.microsoft.com/office/drawing/2014/main" id="{63C392E1-80F1-64F8-9B9F-4A79D088ED9D}"/>
                      </a:ext>
                    </a:extLst>
                  </p:cNvPr>
                  <p:cNvSpPr/>
                  <p:nvPr/>
                </p:nvSpPr>
                <p:spPr bwMode="gray">
                  <a:xfrm rot="10800000">
                    <a:off x="8542012" y="3535527"/>
                    <a:ext cx="88036" cy="643393"/>
                  </a:xfrm>
                  <a:custGeom>
                    <a:avLst/>
                    <a:gdLst>
                      <a:gd name="connsiteX0" fmla="*/ 62074 w 62074"/>
                      <a:gd name="connsiteY0" fmla="*/ 0 h 453656"/>
                      <a:gd name="connsiteX1" fmla="*/ 62074 w 62074"/>
                      <a:gd name="connsiteY1" fmla="*/ 0 h 453656"/>
                      <a:gd name="connsiteX2" fmla="*/ 62074 w 62074"/>
                      <a:gd name="connsiteY2" fmla="*/ 0 h 453656"/>
                      <a:gd name="connsiteX3" fmla="*/ 62074 w 62074"/>
                      <a:gd name="connsiteY3" fmla="*/ 391582 h 453656"/>
                      <a:gd name="connsiteX4" fmla="*/ 0 w 62074"/>
                      <a:gd name="connsiteY4" fmla="*/ 453657 h 453656"/>
                      <a:gd name="connsiteX5" fmla="*/ 0 w 62074"/>
                      <a:gd name="connsiteY5" fmla="*/ 453657 h 453656"/>
                      <a:gd name="connsiteX6" fmla="*/ 0 w 62074"/>
                      <a:gd name="connsiteY6" fmla="*/ 453657 h 453656"/>
                      <a:gd name="connsiteX7" fmla="*/ 0 w 62074"/>
                      <a:gd name="connsiteY7" fmla="*/ 62074 h 453656"/>
                      <a:gd name="connsiteX8" fmla="*/ 62074 w 62074"/>
                      <a:gd name="connsiteY8" fmla="*/ 0 h 453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074" h="453656">
                        <a:moveTo>
                          <a:pt x="62074" y="0"/>
                        </a:moveTo>
                        <a:lnTo>
                          <a:pt x="62074" y="0"/>
                        </a:lnTo>
                        <a:lnTo>
                          <a:pt x="62074" y="0"/>
                        </a:lnTo>
                        <a:lnTo>
                          <a:pt x="62074" y="391582"/>
                        </a:lnTo>
                        <a:cubicBezTo>
                          <a:pt x="62074" y="425867"/>
                          <a:pt x="34284" y="453657"/>
                          <a:pt x="0" y="453657"/>
                        </a:cubicBezTo>
                        <a:lnTo>
                          <a:pt x="0" y="453657"/>
                        </a:lnTo>
                        <a:lnTo>
                          <a:pt x="0" y="453657"/>
                        </a:lnTo>
                        <a:lnTo>
                          <a:pt x="0" y="62074"/>
                        </a:lnTo>
                        <a:cubicBezTo>
                          <a:pt x="0" y="27790"/>
                          <a:pt x="27790" y="0"/>
                          <a:pt x="62074" y="0"/>
                        </a:cubicBezTo>
                        <a:close/>
                      </a:path>
                    </a:pathLst>
                  </a:custGeom>
                  <a:solidFill>
                    <a:srgbClr val="808080"/>
                  </a:solidFill>
                  <a:ln w="3329" cap="flat">
                    <a:noFill/>
                    <a:prstDash val="solid"/>
                    <a:miter/>
                  </a:ln>
                </p:spPr>
                <p:txBody>
                  <a:bodyPr rtlCol="0" anchor="ctr"/>
                  <a:lstStyle/>
                  <a:p>
                    <a:endParaRPr lang="en-US" dirty="0"/>
                  </a:p>
                </p:txBody>
              </p:sp>
            </p:grpSp>
          </p:grpSp>
        </p:grpSp>
        <p:pic>
          <p:nvPicPr>
            <p:cNvPr id="8" name="Graphic 372">
              <a:extLst>
                <a:ext uri="{FF2B5EF4-FFF2-40B4-BE49-F238E27FC236}">
                  <a16:creationId xmlns:a16="http://schemas.microsoft.com/office/drawing/2014/main" id="{F7A346D0-A0E3-45AE-53B7-312917BC889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bwMode="gray">
            <a:xfrm>
              <a:off x="757953" y="3600631"/>
              <a:ext cx="809404" cy="485024"/>
            </a:xfrm>
            <a:prstGeom prst="rect">
              <a:avLst/>
            </a:prstGeom>
          </p:spPr>
        </p:pic>
      </p:grpSp>
      <p:grpSp>
        <p:nvGrpSpPr>
          <p:cNvPr id="305" name="Group 791">
            <a:extLst>
              <a:ext uri="{FF2B5EF4-FFF2-40B4-BE49-F238E27FC236}">
                <a16:creationId xmlns:a16="http://schemas.microsoft.com/office/drawing/2014/main" id="{B8CB8064-26AB-9AEA-C1AE-AEA93EA9E995}"/>
              </a:ext>
            </a:extLst>
          </p:cNvPr>
          <p:cNvGrpSpPr>
            <a:grpSpLocks/>
          </p:cNvGrpSpPr>
          <p:nvPr/>
        </p:nvGrpSpPr>
        <p:grpSpPr bwMode="gray">
          <a:xfrm>
            <a:off x="4294188" y="2696151"/>
            <a:ext cx="3578813" cy="1211959"/>
            <a:chOff x="4294188" y="2180313"/>
            <a:chExt cx="3578813" cy="1211959"/>
          </a:xfrm>
        </p:grpSpPr>
        <p:sp>
          <p:nvSpPr>
            <p:cNvPr id="306" name="Rechteck 78">
              <a:extLst>
                <a:ext uri="{FF2B5EF4-FFF2-40B4-BE49-F238E27FC236}">
                  <a16:creationId xmlns:a16="http://schemas.microsoft.com/office/drawing/2014/main" id="{1A3BB725-2B96-54B9-3BC7-6775DF52EFA4}"/>
                </a:ext>
              </a:extLst>
            </p:cNvPr>
            <p:cNvSpPr>
              <a:spLocks/>
            </p:cNvSpPr>
            <p:nvPr/>
          </p:nvSpPr>
          <p:spPr bwMode="gray">
            <a:xfrm>
              <a:off x="4294188" y="2180313"/>
              <a:ext cx="3578417" cy="121195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7" name="Freeform 69">
              <a:extLst>
                <a:ext uri="{FF2B5EF4-FFF2-40B4-BE49-F238E27FC236}">
                  <a16:creationId xmlns:a16="http://schemas.microsoft.com/office/drawing/2014/main" id="{CF6E491E-0341-060C-613B-40E1E663E96C}"/>
                </a:ext>
              </a:extLst>
            </p:cNvPr>
            <p:cNvSpPr>
              <a:spLocks noEditPoints="1"/>
            </p:cNvSpPr>
            <p:nvPr>
              <p:custDataLst>
                <p:tags r:id="rId9"/>
              </p:custDataLst>
            </p:nvPr>
          </p:nvSpPr>
          <p:spPr bwMode="gray">
            <a:xfrm>
              <a:off x="4523944" y="2606550"/>
              <a:ext cx="590346" cy="359484"/>
            </a:xfrm>
            <a:custGeom>
              <a:avLst/>
              <a:gdLst>
                <a:gd name="T0" fmla="*/ 308 w 433"/>
                <a:gd name="T1" fmla="*/ 209 h 250"/>
                <a:gd name="T2" fmla="*/ 224 w 433"/>
                <a:gd name="T3" fmla="*/ 209 h 250"/>
                <a:gd name="T4" fmla="*/ 192 w 433"/>
                <a:gd name="T5" fmla="*/ 184 h 250"/>
                <a:gd name="T6" fmla="*/ 158 w 433"/>
                <a:gd name="T7" fmla="*/ 217 h 250"/>
                <a:gd name="T8" fmla="*/ 192 w 433"/>
                <a:gd name="T9" fmla="*/ 250 h 250"/>
                <a:gd name="T10" fmla="*/ 224 w 433"/>
                <a:gd name="T11" fmla="*/ 225 h 250"/>
                <a:gd name="T12" fmla="*/ 308 w 433"/>
                <a:gd name="T13" fmla="*/ 225 h 250"/>
                <a:gd name="T14" fmla="*/ 317 w 433"/>
                <a:gd name="T15" fmla="*/ 217 h 250"/>
                <a:gd name="T16" fmla="*/ 308 w 433"/>
                <a:gd name="T17" fmla="*/ 209 h 250"/>
                <a:gd name="T18" fmla="*/ 0 w 433"/>
                <a:gd name="T19" fmla="*/ 217 h 250"/>
                <a:gd name="T20" fmla="*/ 33 w 433"/>
                <a:gd name="T21" fmla="*/ 217 h 250"/>
                <a:gd name="T22" fmla="*/ 51 w 433"/>
                <a:gd name="T23" fmla="*/ 145 h 250"/>
                <a:gd name="T24" fmla="*/ 20 w 433"/>
                <a:gd name="T25" fmla="*/ 127 h 250"/>
                <a:gd name="T26" fmla="*/ 0 w 433"/>
                <a:gd name="T27" fmla="*/ 217 h 250"/>
                <a:gd name="T28" fmla="*/ 402 w 433"/>
                <a:gd name="T29" fmla="*/ 105 h 250"/>
                <a:gd name="T30" fmla="*/ 333 w 433"/>
                <a:gd name="T31" fmla="*/ 145 h 250"/>
                <a:gd name="T32" fmla="*/ 350 w 433"/>
                <a:gd name="T33" fmla="*/ 217 h 250"/>
                <a:gd name="T34" fmla="*/ 433 w 433"/>
                <a:gd name="T35" fmla="*/ 217 h 250"/>
                <a:gd name="T36" fmla="*/ 402 w 433"/>
                <a:gd name="T37" fmla="*/ 105 h 250"/>
                <a:gd name="T38" fmla="*/ 313 w 433"/>
                <a:gd name="T39" fmla="*/ 23 h 250"/>
                <a:gd name="T40" fmla="*/ 278 w 433"/>
                <a:gd name="T41" fmla="*/ 84 h 250"/>
                <a:gd name="T42" fmla="*/ 324 w 433"/>
                <a:gd name="T43" fmla="*/ 131 h 250"/>
                <a:gd name="T44" fmla="*/ 393 w 433"/>
                <a:gd name="T45" fmla="*/ 91 h 250"/>
                <a:gd name="T46" fmla="*/ 313 w 433"/>
                <a:gd name="T47" fmla="*/ 23 h 250"/>
                <a:gd name="T48" fmla="*/ 298 w 433"/>
                <a:gd name="T49" fmla="*/ 16 h 250"/>
                <a:gd name="T50" fmla="*/ 217 w 433"/>
                <a:gd name="T51" fmla="*/ 0 h 250"/>
                <a:gd name="T52" fmla="*/ 200 w 433"/>
                <a:gd name="T53" fmla="*/ 1 h 250"/>
                <a:gd name="T54" fmla="*/ 200 w 433"/>
                <a:gd name="T55" fmla="*/ 59 h 250"/>
                <a:gd name="T56" fmla="*/ 263 w 433"/>
                <a:gd name="T57" fmla="*/ 76 h 250"/>
                <a:gd name="T58" fmla="*/ 298 w 433"/>
                <a:gd name="T59" fmla="*/ 16 h 250"/>
                <a:gd name="T60" fmla="*/ 183 w 433"/>
                <a:gd name="T61" fmla="*/ 3 h 250"/>
                <a:gd name="T62" fmla="*/ 97 w 433"/>
                <a:gd name="T63" fmla="*/ 36 h 250"/>
                <a:gd name="T64" fmla="*/ 120 w 433"/>
                <a:gd name="T65" fmla="*/ 76 h 250"/>
                <a:gd name="T66" fmla="*/ 183 w 433"/>
                <a:gd name="T67" fmla="*/ 59 h 250"/>
                <a:gd name="T68" fmla="*/ 183 w 433"/>
                <a:gd name="T69" fmla="*/ 3 h 250"/>
                <a:gd name="T70" fmla="*/ 84 w 433"/>
                <a:gd name="T71" fmla="*/ 46 h 250"/>
                <a:gd name="T72" fmla="*/ 105 w 433"/>
                <a:gd name="T73" fmla="*/ 84 h 250"/>
                <a:gd name="T74" fmla="*/ 59 w 433"/>
                <a:gd name="T75" fmla="*/ 131 h 250"/>
                <a:gd name="T76" fmla="*/ 27 w 433"/>
                <a:gd name="T77" fmla="*/ 112 h 250"/>
                <a:gd name="T78" fmla="*/ 84 w 433"/>
                <a:gd name="T79" fmla="*/ 46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3" h="250">
                  <a:moveTo>
                    <a:pt x="308" y="209"/>
                  </a:moveTo>
                  <a:lnTo>
                    <a:pt x="224" y="209"/>
                  </a:lnTo>
                  <a:cubicBezTo>
                    <a:pt x="220" y="194"/>
                    <a:pt x="207" y="184"/>
                    <a:pt x="192" y="184"/>
                  </a:cubicBezTo>
                  <a:cubicBezTo>
                    <a:pt x="173" y="184"/>
                    <a:pt x="158" y="199"/>
                    <a:pt x="158" y="217"/>
                  </a:cubicBezTo>
                  <a:cubicBezTo>
                    <a:pt x="158" y="235"/>
                    <a:pt x="173" y="250"/>
                    <a:pt x="192" y="250"/>
                  </a:cubicBezTo>
                  <a:cubicBezTo>
                    <a:pt x="207" y="250"/>
                    <a:pt x="220" y="240"/>
                    <a:pt x="224" y="225"/>
                  </a:cubicBezTo>
                  <a:lnTo>
                    <a:pt x="308" y="225"/>
                  </a:lnTo>
                  <a:cubicBezTo>
                    <a:pt x="313" y="225"/>
                    <a:pt x="317" y="222"/>
                    <a:pt x="317" y="217"/>
                  </a:cubicBezTo>
                  <a:cubicBezTo>
                    <a:pt x="317" y="212"/>
                    <a:pt x="313" y="209"/>
                    <a:pt x="308" y="209"/>
                  </a:cubicBezTo>
                  <a:close/>
                  <a:moveTo>
                    <a:pt x="0" y="217"/>
                  </a:moveTo>
                  <a:lnTo>
                    <a:pt x="33" y="217"/>
                  </a:lnTo>
                  <a:cubicBezTo>
                    <a:pt x="33" y="191"/>
                    <a:pt x="40" y="167"/>
                    <a:pt x="51" y="145"/>
                  </a:cubicBezTo>
                  <a:lnTo>
                    <a:pt x="20" y="127"/>
                  </a:lnTo>
                  <a:cubicBezTo>
                    <a:pt x="7" y="155"/>
                    <a:pt x="0" y="185"/>
                    <a:pt x="0" y="217"/>
                  </a:cubicBezTo>
                  <a:close/>
                  <a:moveTo>
                    <a:pt x="402" y="105"/>
                  </a:moveTo>
                  <a:lnTo>
                    <a:pt x="333" y="145"/>
                  </a:lnTo>
                  <a:cubicBezTo>
                    <a:pt x="344" y="167"/>
                    <a:pt x="350" y="191"/>
                    <a:pt x="350" y="217"/>
                  </a:cubicBezTo>
                  <a:lnTo>
                    <a:pt x="433" y="217"/>
                  </a:lnTo>
                  <a:cubicBezTo>
                    <a:pt x="433" y="176"/>
                    <a:pt x="422" y="138"/>
                    <a:pt x="402" y="105"/>
                  </a:cubicBezTo>
                  <a:close/>
                  <a:moveTo>
                    <a:pt x="313" y="23"/>
                  </a:moveTo>
                  <a:lnTo>
                    <a:pt x="278" y="84"/>
                  </a:lnTo>
                  <a:cubicBezTo>
                    <a:pt x="296" y="96"/>
                    <a:pt x="312" y="112"/>
                    <a:pt x="324" y="131"/>
                  </a:cubicBezTo>
                  <a:lnTo>
                    <a:pt x="393" y="91"/>
                  </a:lnTo>
                  <a:cubicBezTo>
                    <a:pt x="372" y="63"/>
                    <a:pt x="345" y="39"/>
                    <a:pt x="313" y="23"/>
                  </a:cubicBezTo>
                  <a:close/>
                  <a:moveTo>
                    <a:pt x="298" y="16"/>
                  </a:moveTo>
                  <a:cubicBezTo>
                    <a:pt x="273" y="6"/>
                    <a:pt x="245" y="0"/>
                    <a:pt x="217" y="0"/>
                  </a:cubicBezTo>
                  <a:cubicBezTo>
                    <a:pt x="211" y="0"/>
                    <a:pt x="206" y="1"/>
                    <a:pt x="200" y="1"/>
                  </a:cubicBezTo>
                  <a:lnTo>
                    <a:pt x="200" y="59"/>
                  </a:lnTo>
                  <a:cubicBezTo>
                    <a:pt x="223" y="60"/>
                    <a:pt x="244" y="66"/>
                    <a:pt x="263" y="76"/>
                  </a:cubicBezTo>
                  <a:lnTo>
                    <a:pt x="298" y="16"/>
                  </a:lnTo>
                  <a:close/>
                  <a:moveTo>
                    <a:pt x="183" y="3"/>
                  </a:moveTo>
                  <a:cubicBezTo>
                    <a:pt x="152" y="8"/>
                    <a:pt x="123" y="20"/>
                    <a:pt x="97" y="36"/>
                  </a:cubicBezTo>
                  <a:lnTo>
                    <a:pt x="120" y="76"/>
                  </a:lnTo>
                  <a:cubicBezTo>
                    <a:pt x="139" y="66"/>
                    <a:pt x="161" y="60"/>
                    <a:pt x="183" y="59"/>
                  </a:cubicBezTo>
                  <a:lnTo>
                    <a:pt x="183" y="3"/>
                  </a:lnTo>
                  <a:close/>
                  <a:moveTo>
                    <a:pt x="84" y="46"/>
                  </a:moveTo>
                  <a:lnTo>
                    <a:pt x="105" y="84"/>
                  </a:lnTo>
                  <a:cubicBezTo>
                    <a:pt x="87" y="96"/>
                    <a:pt x="71" y="112"/>
                    <a:pt x="59" y="131"/>
                  </a:cubicBezTo>
                  <a:lnTo>
                    <a:pt x="27" y="112"/>
                  </a:lnTo>
                  <a:cubicBezTo>
                    <a:pt x="41" y="87"/>
                    <a:pt x="61" y="64"/>
                    <a:pt x="84" y="46"/>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Calibri" panose="020F0502020204030204" pitchFamily="34" charset="0"/>
              </a:endParaRPr>
            </a:p>
          </p:txBody>
        </p:sp>
        <p:sp>
          <p:nvSpPr>
            <p:cNvPr id="308" name="Textfeld 20">
              <a:extLst>
                <a:ext uri="{FF2B5EF4-FFF2-40B4-BE49-F238E27FC236}">
                  <a16:creationId xmlns:a16="http://schemas.microsoft.com/office/drawing/2014/main" id="{4998F014-86D7-AA97-48E8-9DC0B1C6C772}"/>
                </a:ext>
              </a:extLst>
            </p:cNvPr>
            <p:cNvSpPr txBox="1">
              <a:spLocks/>
            </p:cNvSpPr>
            <p:nvPr>
              <p:custDataLst>
                <p:tags r:id="rId10"/>
              </p:custDataLst>
            </p:nvPr>
          </p:nvSpPr>
          <p:spPr bwMode="gray">
            <a:xfrm>
              <a:off x="5237162" y="2186674"/>
              <a:ext cx="2635839" cy="1205598"/>
            </a:xfrm>
            <a:prstGeom prst="rect">
              <a:avLst/>
            </a:prstGeom>
            <a:noFill/>
          </p:spPr>
          <p:txBody>
            <a:bodyPr vert="horz" wrap="square" lIns="180000" tIns="0" rIns="180000" bIns="0" rtlCol="0"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Calibri" panose="020F0502020204030204" pitchFamily="34" charset="0"/>
                </a:rPr>
                <a:t>Pre Incubation Program</a:t>
              </a:r>
            </a:p>
          </p:txBody>
        </p:sp>
      </p:grpSp>
      <p:grpSp>
        <p:nvGrpSpPr>
          <p:cNvPr id="309" name="Group 780">
            <a:extLst>
              <a:ext uri="{FF2B5EF4-FFF2-40B4-BE49-F238E27FC236}">
                <a16:creationId xmlns:a16="http://schemas.microsoft.com/office/drawing/2014/main" id="{1BE54935-80A4-1531-CF4A-2A808A892E66}"/>
              </a:ext>
            </a:extLst>
          </p:cNvPr>
          <p:cNvGrpSpPr/>
          <p:nvPr/>
        </p:nvGrpSpPr>
        <p:grpSpPr bwMode="gray">
          <a:xfrm>
            <a:off x="4294188" y="4630958"/>
            <a:ext cx="3578813" cy="1211958"/>
            <a:chOff x="4294188" y="3582431"/>
            <a:chExt cx="3578813" cy="1211958"/>
          </a:xfrm>
        </p:grpSpPr>
        <p:sp>
          <p:nvSpPr>
            <p:cNvPr id="310" name="Rechteck 78">
              <a:extLst>
                <a:ext uri="{FF2B5EF4-FFF2-40B4-BE49-F238E27FC236}">
                  <a16:creationId xmlns:a16="http://schemas.microsoft.com/office/drawing/2014/main" id="{453CCC48-1EE4-1E16-186D-E569AB87F79A}"/>
                </a:ext>
              </a:extLst>
            </p:cNvPr>
            <p:cNvSpPr>
              <a:spLocks/>
            </p:cNvSpPr>
            <p:nvPr/>
          </p:nvSpPr>
          <p:spPr bwMode="gray">
            <a:xfrm>
              <a:off x="4294188" y="3582431"/>
              <a:ext cx="3578417" cy="121195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1" name="Freeform 37">
              <a:extLst>
                <a:ext uri="{FF2B5EF4-FFF2-40B4-BE49-F238E27FC236}">
                  <a16:creationId xmlns:a16="http://schemas.microsoft.com/office/drawing/2014/main" id="{315BC788-D513-9319-0592-67A8BE1A24C5}"/>
                </a:ext>
              </a:extLst>
            </p:cNvPr>
            <p:cNvSpPr>
              <a:spLocks noEditPoints="1"/>
            </p:cNvSpPr>
            <p:nvPr>
              <p:custDataLst>
                <p:tags r:id="rId7"/>
              </p:custDataLst>
            </p:nvPr>
          </p:nvSpPr>
          <p:spPr bwMode="gray">
            <a:xfrm>
              <a:off x="4523944" y="3903633"/>
              <a:ext cx="590346" cy="569554"/>
            </a:xfrm>
            <a:custGeom>
              <a:avLst/>
              <a:gdLst>
                <a:gd name="T0" fmla="*/ 175 w 450"/>
                <a:gd name="T1" fmla="*/ 275 h 450"/>
                <a:gd name="T2" fmla="*/ 275 w 450"/>
                <a:gd name="T3" fmla="*/ 175 h 450"/>
                <a:gd name="T4" fmla="*/ 375 w 450"/>
                <a:gd name="T5" fmla="*/ 233 h 450"/>
                <a:gd name="T6" fmla="*/ 425 w 450"/>
                <a:gd name="T7" fmla="*/ 250 h 450"/>
                <a:gd name="T8" fmla="*/ 425 w 450"/>
                <a:gd name="T9" fmla="*/ 200 h 450"/>
                <a:gd name="T10" fmla="*/ 375 w 450"/>
                <a:gd name="T11" fmla="*/ 216 h 450"/>
                <a:gd name="T12" fmla="*/ 401 w 450"/>
                <a:gd name="T13" fmla="*/ 150 h 450"/>
                <a:gd name="T14" fmla="*/ 450 w 450"/>
                <a:gd name="T15" fmla="*/ 141 h 450"/>
                <a:gd name="T16" fmla="*/ 401 w 450"/>
                <a:gd name="T17" fmla="*/ 133 h 450"/>
                <a:gd name="T18" fmla="*/ 375 w 450"/>
                <a:gd name="T19" fmla="*/ 75 h 450"/>
                <a:gd name="T20" fmla="*/ 316 w 450"/>
                <a:gd name="T21" fmla="*/ 48 h 450"/>
                <a:gd name="T22" fmla="*/ 308 w 450"/>
                <a:gd name="T23" fmla="*/ 0 h 450"/>
                <a:gd name="T24" fmla="*/ 300 w 450"/>
                <a:gd name="T25" fmla="*/ 48 h 450"/>
                <a:gd name="T26" fmla="*/ 233 w 450"/>
                <a:gd name="T27" fmla="*/ 75 h 450"/>
                <a:gd name="T28" fmla="*/ 250 w 450"/>
                <a:gd name="T29" fmla="*/ 25 h 450"/>
                <a:gd name="T30" fmla="*/ 200 w 450"/>
                <a:gd name="T31" fmla="*/ 25 h 450"/>
                <a:gd name="T32" fmla="*/ 216 w 450"/>
                <a:gd name="T33" fmla="*/ 75 h 450"/>
                <a:gd name="T34" fmla="*/ 150 w 450"/>
                <a:gd name="T35" fmla="*/ 48 h 450"/>
                <a:gd name="T36" fmla="*/ 141 w 450"/>
                <a:gd name="T37" fmla="*/ 0 h 450"/>
                <a:gd name="T38" fmla="*/ 133 w 450"/>
                <a:gd name="T39" fmla="*/ 48 h 450"/>
                <a:gd name="T40" fmla="*/ 75 w 450"/>
                <a:gd name="T41" fmla="*/ 75 h 450"/>
                <a:gd name="T42" fmla="*/ 48 w 450"/>
                <a:gd name="T43" fmla="*/ 133 h 450"/>
                <a:gd name="T44" fmla="*/ 0 w 450"/>
                <a:gd name="T45" fmla="*/ 141 h 450"/>
                <a:gd name="T46" fmla="*/ 48 w 450"/>
                <a:gd name="T47" fmla="*/ 150 h 450"/>
                <a:gd name="T48" fmla="*/ 75 w 450"/>
                <a:gd name="T49" fmla="*/ 216 h 450"/>
                <a:gd name="T50" fmla="*/ 25 w 450"/>
                <a:gd name="T51" fmla="*/ 200 h 450"/>
                <a:gd name="T52" fmla="*/ 25 w 450"/>
                <a:gd name="T53" fmla="*/ 250 h 450"/>
                <a:gd name="T54" fmla="*/ 75 w 450"/>
                <a:gd name="T55" fmla="*/ 233 h 450"/>
                <a:gd name="T56" fmla="*/ 48 w 450"/>
                <a:gd name="T57" fmla="*/ 300 h 450"/>
                <a:gd name="T58" fmla="*/ 0 w 450"/>
                <a:gd name="T59" fmla="*/ 308 h 450"/>
                <a:gd name="T60" fmla="*/ 48 w 450"/>
                <a:gd name="T61" fmla="*/ 316 h 450"/>
                <a:gd name="T62" fmla="*/ 75 w 450"/>
                <a:gd name="T63" fmla="*/ 375 h 450"/>
                <a:gd name="T64" fmla="*/ 133 w 450"/>
                <a:gd name="T65" fmla="*/ 401 h 450"/>
                <a:gd name="T66" fmla="*/ 141 w 450"/>
                <a:gd name="T67" fmla="*/ 450 h 450"/>
                <a:gd name="T68" fmla="*/ 150 w 450"/>
                <a:gd name="T69" fmla="*/ 401 h 450"/>
                <a:gd name="T70" fmla="*/ 216 w 450"/>
                <a:gd name="T71" fmla="*/ 375 h 450"/>
                <a:gd name="T72" fmla="*/ 200 w 450"/>
                <a:gd name="T73" fmla="*/ 425 h 450"/>
                <a:gd name="T74" fmla="*/ 250 w 450"/>
                <a:gd name="T75" fmla="*/ 425 h 450"/>
                <a:gd name="T76" fmla="*/ 233 w 450"/>
                <a:gd name="T77" fmla="*/ 375 h 450"/>
                <a:gd name="T78" fmla="*/ 300 w 450"/>
                <a:gd name="T79" fmla="*/ 401 h 450"/>
                <a:gd name="T80" fmla="*/ 308 w 450"/>
                <a:gd name="T81" fmla="*/ 450 h 450"/>
                <a:gd name="T82" fmla="*/ 316 w 450"/>
                <a:gd name="T83" fmla="*/ 401 h 450"/>
                <a:gd name="T84" fmla="*/ 375 w 450"/>
                <a:gd name="T85" fmla="*/ 375 h 450"/>
                <a:gd name="T86" fmla="*/ 401 w 450"/>
                <a:gd name="T87" fmla="*/ 316 h 450"/>
                <a:gd name="T88" fmla="*/ 450 w 450"/>
                <a:gd name="T89" fmla="*/ 308 h 450"/>
                <a:gd name="T90" fmla="*/ 401 w 450"/>
                <a:gd name="T91" fmla="*/ 300 h 450"/>
                <a:gd name="T92" fmla="*/ 375 w 450"/>
                <a:gd name="T93" fmla="*/ 233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50" h="450">
                  <a:moveTo>
                    <a:pt x="275" y="275"/>
                  </a:moveTo>
                  <a:lnTo>
                    <a:pt x="175" y="275"/>
                  </a:lnTo>
                  <a:lnTo>
                    <a:pt x="175" y="175"/>
                  </a:lnTo>
                  <a:lnTo>
                    <a:pt x="275" y="175"/>
                  </a:lnTo>
                  <a:lnTo>
                    <a:pt x="275" y="275"/>
                  </a:lnTo>
                  <a:close/>
                  <a:moveTo>
                    <a:pt x="375" y="233"/>
                  </a:moveTo>
                  <a:lnTo>
                    <a:pt x="401" y="233"/>
                  </a:lnTo>
                  <a:cubicBezTo>
                    <a:pt x="405" y="243"/>
                    <a:pt x="414" y="250"/>
                    <a:pt x="425" y="250"/>
                  </a:cubicBezTo>
                  <a:cubicBezTo>
                    <a:pt x="438" y="250"/>
                    <a:pt x="450" y="238"/>
                    <a:pt x="450" y="225"/>
                  </a:cubicBezTo>
                  <a:cubicBezTo>
                    <a:pt x="450" y="211"/>
                    <a:pt x="438" y="200"/>
                    <a:pt x="425" y="200"/>
                  </a:cubicBezTo>
                  <a:cubicBezTo>
                    <a:pt x="414" y="200"/>
                    <a:pt x="405" y="207"/>
                    <a:pt x="401" y="216"/>
                  </a:cubicBezTo>
                  <a:lnTo>
                    <a:pt x="375" y="216"/>
                  </a:lnTo>
                  <a:lnTo>
                    <a:pt x="375" y="150"/>
                  </a:lnTo>
                  <a:lnTo>
                    <a:pt x="401" y="150"/>
                  </a:lnTo>
                  <a:cubicBezTo>
                    <a:pt x="405" y="159"/>
                    <a:pt x="414" y="166"/>
                    <a:pt x="425" y="166"/>
                  </a:cubicBezTo>
                  <a:cubicBezTo>
                    <a:pt x="438" y="166"/>
                    <a:pt x="450" y="155"/>
                    <a:pt x="450" y="141"/>
                  </a:cubicBezTo>
                  <a:cubicBezTo>
                    <a:pt x="450" y="128"/>
                    <a:pt x="438" y="116"/>
                    <a:pt x="425" y="116"/>
                  </a:cubicBezTo>
                  <a:cubicBezTo>
                    <a:pt x="414" y="116"/>
                    <a:pt x="405" y="123"/>
                    <a:pt x="401" y="133"/>
                  </a:cubicBezTo>
                  <a:lnTo>
                    <a:pt x="375" y="133"/>
                  </a:lnTo>
                  <a:lnTo>
                    <a:pt x="375" y="75"/>
                  </a:lnTo>
                  <a:lnTo>
                    <a:pt x="316" y="75"/>
                  </a:lnTo>
                  <a:lnTo>
                    <a:pt x="316" y="48"/>
                  </a:lnTo>
                  <a:cubicBezTo>
                    <a:pt x="326" y="45"/>
                    <a:pt x="333" y="36"/>
                    <a:pt x="333" y="25"/>
                  </a:cubicBezTo>
                  <a:cubicBezTo>
                    <a:pt x="333" y="11"/>
                    <a:pt x="322" y="0"/>
                    <a:pt x="308" y="0"/>
                  </a:cubicBezTo>
                  <a:cubicBezTo>
                    <a:pt x="294" y="0"/>
                    <a:pt x="283" y="11"/>
                    <a:pt x="283" y="25"/>
                  </a:cubicBezTo>
                  <a:cubicBezTo>
                    <a:pt x="283" y="36"/>
                    <a:pt x="290" y="45"/>
                    <a:pt x="300" y="48"/>
                  </a:cubicBezTo>
                  <a:lnTo>
                    <a:pt x="300" y="75"/>
                  </a:lnTo>
                  <a:lnTo>
                    <a:pt x="233" y="75"/>
                  </a:lnTo>
                  <a:lnTo>
                    <a:pt x="233" y="48"/>
                  </a:lnTo>
                  <a:cubicBezTo>
                    <a:pt x="243" y="45"/>
                    <a:pt x="250" y="36"/>
                    <a:pt x="250" y="25"/>
                  </a:cubicBezTo>
                  <a:cubicBezTo>
                    <a:pt x="250" y="11"/>
                    <a:pt x="238" y="0"/>
                    <a:pt x="225" y="0"/>
                  </a:cubicBezTo>
                  <a:cubicBezTo>
                    <a:pt x="211" y="0"/>
                    <a:pt x="200" y="11"/>
                    <a:pt x="200" y="25"/>
                  </a:cubicBezTo>
                  <a:cubicBezTo>
                    <a:pt x="200" y="36"/>
                    <a:pt x="207" y="45"/>
                    <a:pt x="216" y="48"/>
                  </a:cubicBezTo>
                  <a:lnTo>
                    <a:pt x="216" y="75"/>
                  </a:lnTo>
                  <a:lnTo>
                    <a:pt x="150" y="75"/>
                  </a:lnTo>
                  <a:lnTo>
                    <a:pt x="150" y="48"/>
                  </a:lnTo>
                  <a:cubicBezTo>
                    <a:pt x="159" y="45"/>
                    <a:pt x="166" y="36"/>
                    <a:pt x="166" y="25"/>
                  </a:cubicBezTo>
                  <a:cubicBezTo>
                    <a:pt x="166" y="11"/>
                    <a:pt x="155" y="0"/>
                    <a:pt x="141" y="0"/>
                  </a:cubicBezTo>
                  <a:cubicBezTo>
                    <a:pt x="128" y="0"/>
                    <a:pt x="116" y="11"/>
                    <a:pt x="116" y="25"/>
                  </a:cubicBezTo>
                  <a:cubicBezTo>
                    <a:pt x="116" y="36"/>
                    <a:pt x="123" y="45"/>
                    <a:pt x="133" y="48"/>
                  </a:cubicBezTo>
                  <a:lnTo>
                    <a:pt x="133" y="75"/>
                  </a:lnTo>
                  <a:lnTo>
                    <a:pt x="75" y="75"/>
                  </a:lnTo>
                  <a:lnTo>
                    <a:pt x="75" y="133"/>
                  </a:lnTo>
                  <a:lnTo>
                    <a:pt x="48" y="133"/>
                  </a:lnTo>
                  <a:cubicBezTo>
                    <a:pt x="45" y="123"/>
                    <a:pt x="36" y="116"/>
                    <a:pt x="25" y="116"/>
                  </a:cubicBezTo>
                  <a:cubicBezTo>
                    <a:pt x="11" y="116"/>
                    <a:pt x="0" y="128"/>
                    <a:pt x="0" y="141"/>
                  </a:cubicBezTo>
                  <a:cubicBezTo>
                    <a:pt x="0" y="155"/>
                    <a:pt x="11" y="166"/>
                    <a:pt x="25" y="166"/>
                  </a:cubicBezTo>
                  <a:cubicBezTo>
                    <a:pt x="36" y="166"/>
                    <a:pt x="45" y="159"/>
                    <a:pt x="48" y="150"/>
                  </a:cubicBezTo>
                  <a:lnTo>
                    <a:pt x="75" y="150"/>
                  </a:lnTo>
                  <a:lnTo>
                    <a:pt x="75" y="216"/>
                  </a:lnTo>
                  <a:lnTo>
                    <a:pt x="48" y="216"/>
                  </a:lnTo>
                  <a:cubicBezTo>
                    <a:pt x="45" y="207"/>
                    <a:pt x="36" y="200"/>
                    <a:pt x="25" y="200"/>
                  </a:cubicBezTo>
                  <a:cubicBezTo>
                    <a:pt x="11" y="200"/>
                    <a:pt x="0" y="211"/>
                    <a:pt x="0" y="225"/>
                  </a:cubicBezTo>
                  <a:cubicBezTo>
                    <a:pt x="0" y="238"/>
                    <a:pt x="11" y="250"/>
                    <a:pt x="25" y="250"/>
                  </a:cubicBezTo>
                  <a:cubicBezTo>
                    <a:pt x="36" y="250"/>
                    <a:pt x="45" y="243"/>
                    <a:pt x="48" y="233"/>
                  </a:cubicBezTo>
                  <a:lnTo>
                    <a:pt x="75" y="233"/>
                  </a:lnTo>
                  <a:lnTo>
                    <a:pt x="75" y="300"/>
                  </a:lnTo>
                  <a:lnTo>
                    <a:pt x="48" y="300"/>
                  </a:lnTo>
                  <a:cubicBezTo>
                    <a:pt x="45" y="290"/>
                    <a:pt x="36" y="283"/>
                    <a:pt x="25" y="283"/>
                  </a:cubicBezTo>
                  <a:cubicBezTo>
                    <a:pt x="11" y="283"/>
                    <a:pt x="0" y="294"/>
                    <a:pt x="0" y="308"/>
                  </a:cubicBezTo>
                  <a:cubicBezTo>
                    <a:pt x="0" y="322"/>
                    <a:pt x="11" y="333"/>
                    <a:pt x="25" y="333"/>
                  </a:cubicBezTo>
                  <a:cubicBezTo>
                    <a:pt x="36" y="333"/>
                    <a:pt x="45" y="326"/>
                    <a:pt x="48" y="316"/>
                  </a:cubicBezTo>
                  <a:lnTo>
                    <a:pt x="75" y="316"/>
                  </a:lnTo>
                  <a:lnTo>
                    <a:pt x="75" y="375"/>
                  </a:lnTo>
                  <a:lnTo>
                    <a:pt x="133" y="375"/>
                  </a:lnTo>
                  <a:lnTo>
                    <a:pt x="133" y="401"/>
                  </a:lnTo>
                  <a:cubicBezTo>
                    <a:pt x="123" y="405"/>
                    <a:pt x="116" y="414"/>
                    <a:pt x="116" y="425"/>
                  </a:cubicBezTo>
                  <a:cubicBezTo>
                    <a:pt x="116" y="438"/>
                    <a:pt x="128" y="450"/>
                    <a:pt x="141" y="450"/>
                  </a:cubicBezTo>
                  <a:cubicBezTo>
                    <a:pt x="155" y="450"/>
                    <a:pt x="166" y="438"/>
                    <a:pt x="166" y="425"/>
                  </a:cubicBezTo>
                  <a:cubicBezTo>
                    <a:pt x="166" y="414"/>
                    <a:pt x="159" y="405"/>
                    <a:pt x="150" y="401"/>
                  </a:cubicBezTo>
                  <a:lnTo>
                    <a:pt x="150" y="375"/>
                  </a:lnTo>
                  <a:lnTo>
                    <a:pt x="216" y="375"/>
                  </a:lnTo>
                  <a:lnTo>
                    <a:pt x="216" y="401"/>
                  </a:lnTo>
                  <a:cubicBezTo>
                    <a:pt x="207" y="405"/>
                    <a:pt x="200" y="414"/>
                    <a:pt x="200" y="425"/>
                  </a:cubicBezTo>
                  <a:cubicBezTo>
                    <a:pt x="200" y="438"/>
                    <a:pt x="211" y="450"/>
                    <a:pt x="225" y="450"/>
                  </a:cubicBezTo>
                  <a:cubicBezTo>
                    <a:pt x="238" y="450"/>
                    <a:pt x="250" y="438"/>
                    <a:pt x="250" y="425"/>
                  </a:cubicBezTo>
                  <a:cubicBezTo>
                    <a:pt x="250" y="414"/>
                    <a:pt x="243" y="405"/>
                    <a:pt x="233" y="401"/>
                  </a:cubicBezTo>
                  <a:lnTo>
                    <a:pt x="233" y="375"/>
                  </a:lnTo>
                  <a:lnTo>
                    <a:pt x="300" y="375"/>
                  </a:lnTo>
                  <a:lnTo>
                    <a:pt x="300" y="401"/>
                  </a:lnTo>
                  <a:cubicBezTo>
                    <a:pt x="290" y="405"/>
                    <a:pt x="283" y="414"/>
                    <a:pt x="283" y="425"/>
                  </a:cubicBezTo>
                  <a:cubicBezTo>
                    <a:pt x="283" y="438"/>
                    <a:pt x="294" y="450"/>
                    <a:pt x="308" y="450"/>
                  </a:cubicBezTo>
                  <a:cubicBezTo>
                    <a:pt x="322" y="450"/>
                    <a:pt x="333" y="438"/>
                    <a:pt x="333" y="425"/>
                  </a:cubicBezTo>
                  <a:cubicBezTo>
                    <a:pt x="333" y="414"/>
                    <a:pt x="326" y="405"/>
                    <a:pt x="316" y="401"/>
                  </a:cubicBezTo>
                  <a:lnTo>
                    <a:pt x="316" y="375"/>
                  </a:lnTo>
                  <a:lnTo>
                    <a:pt x="375" y="375"/>
                  </a:lnTo>
                  <a:lnTo>
                    <a:pt x="375" y="316"/>
                  </a:lnTo>
                  <a:lnTo>
                    <a:pt x="401" y="316"/>
                  </a:lnTo>
                  <a:cubicBezTo>
                    <a:pt x="405" y="326"/>
                    <a:pt x="414" y="333"/>
                    <a:pt x="425" y="333"/>
                  </a:cubicBezTo>
                  <a:cubicBezTo>
                    <a:pt x="438" y="333"/>
                    <a:pt x="450" y="322"/>
                    <a:pt x="450" y="308"/>
                  </a:cubicBezTo>
                  <a:cubicBezTo>
                    <a:pt x="450" y="294"/>
                    <a:pt x="438" y="283"/>
                    <a:pt x="425" y="283"/>
                  </a:cubicBezTo>
                  <a:cubicBezTo>
                    <a:pt x="414" y="283"/>
                    <a:pt x="405" y="290"/>
                    <a:pt x="401" y="300"/>
                  </a:cubicBezTo>
                  <a:lnTo>
                    <a:pt x="375" y="300"/>
                  </a:lnTo>
                  <a:lnTo>
                    <a:pt x="375" y="23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Calibri" panose="020F0502020204030204" pitchFamily="34" charset="0"/>
              </a:endParaRPr>
            </a:p>
          </p:txBody>
        </p:sp>
        <p:sp>
          <p:nvSpPr>
            <p:cNvPr id="312" name="Textfeld 20">
              <a:extLst>
                <a:ext uri="{FF2B5EF4-FFF2-40B4-BE49-F238E27FC236}">
                  <a16:creationId xmlns:a16="http://schemas.microsoft.com/office/drawing/2014/main" id="{4C813B9D-05A7-5721-5E75-AABD237F8847}"/>
                </a:ext>
              </a:extLst>
            </p:cNvPr>
            <p:cNvSpPr txBox="1">
              <a:spLocks/>
            </p:cNvSpPr>
            <p:nvPr>
              <p:custDataLst>
                <p:tags r:id="rId8"/>
              </p:custDataLst>
            </p:nvPr>
          </p:nvSpPr>
          <p:spPr bwMode="gray">
            <a:xfrm>
              <a:off x="5237162" y="3588791"/>
              <a:ext cx="2635839" cy="1205598"/>
            </a:xfrm>
            <a:prstGeom prst="rect">
              <a:avLst/>
            </a:prstGeom>
            <a:noFill/>
          </p:spPr>
          <p:txBody>
            <a:bodyPr vert="horz" wrap="square" lIns="180000" tIns="0" rIns="180000" bIns="0" rtlCol="0"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Calibri" panose="020F0502020204030204" pitchFamily="34" charset="0"/>
                </a:rPr>
                <a:t>Incubation Program</a:t>
              </a:r>
            </a:p>
          </p:txBody>
        </p:sp>
      </p:grpSp>
      <p:grpSp>
        <p:nvGrpSpPr>
          <p:cNvPr id="328" name="Group 327">
            <a:extLst>
              <a:ext uri="{FF2B5EF4-FFF2-40B4-BE49-F238E27FC236}">
                <a16:creationId xmlns:a16="http://schemas.microsoft.com/office/drawing/2014/main" id="{1DDFE720-AC77-8952-2169-FC2E36256F1A}"/>
              </a:ext>
            </a:extLst>
          </p:cNvPr>
          <p:cNvGrpSpPr/>
          <p:nvPr/>
        </p:nvGrpSpPr>
        <p:grpSpPr>
          <a:xfrm>
            <a:off x="8060952" y="2699333"/>
            <a:ext cx="3578417" cy="1205595"/>
            <a:chOff x="8060954" y="2180314"/>
            <a:chExt cx="3578417" cy="965726"/>
          </a:xfrm>
          <a:solidFill>
            <a:srgbClr val="F2F2F2"/>
          </a:solidFill>
        </p:grpSpPr>
        <p:sp>
          <p:nvSpPr>
            <p:cNvPr id="322" name="Rechteck 78">
              <a:extLst>
                <a:ext uri="{FF2B5EF4-FFF2-40B4-BE49-F238E27FC236}">
                  <a16:creationId xmlns:a16="http://schemas.microsoft.com/office/drawing/2014/main" id="{2BCD57BC-E124-FCD1-DAE5-EA9E8737EDF7}"/>
                </a:ext>
              </a:extLst>
            </p:cNvPr>
            <p:cNvSpPr>
              <a:spLocks/>
            </p:cNvSpPr>
            <p:nvPr/>
          </p:nvSpPr>
          <p:spPr bwMode="gray">
            <a:xfrm>
              <a:off x="8060954" y="2180314"/>
              <a:ext cx="3578417" cy="457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gn="ctr"/>
              <a:r>
                <a:rPr lang="en-US" sz="1600" b="1" dirty="0">
                  <a:solidFill>
                    <a:schemeClr val="bg2"/>
                  </a:solidFill>
                  <a:latin typeface="Calibri" panose="020F0502020204030204" pitchFamily="34" charset="0"/>
                  <a:cs typeface="Calibri" panose="020F0502020204030204" pitchFamily="34" charset="0"/>
                  <a:sym typeface="Calibri" panose="020F0502020204030204" pitchFamily="34" charset="0"/>
                </a:rPr>
                <a:t>ECSTRA Fellowship Program</a:t>
              </a:r>
            </a:p>
          </p:txBody>
        </p:sp>
        <p:sp>
          <p:nvSpPr>
            <p:cNvPr id="323" name="Rechteck 78">
              <a:extLst>
                <a:ext uri="{FF2B5EF4-FFF2-40B4-BE49-F238E27FC236}">
                  <a16:creationId xmlns:a16="http://schemas.microsoft.com/office/drawing/2014/main" id="{523B533E-0BF7-0B80-66F2-49CBA5936389}"/>
                </a:ext>
              </a:extLst>
            </p:cNvPr>
            <p:cNvSpPr>
              <a:spLocks/>
            </p:cNvSpPr>
            <p:nvPr/>
          </p:nvSpPr>
          <p:spPr bwMode="gray">
            <a:xfrm>
              <a:off x="8060954" y="2688840"/>
              <a:ext cx="3578417" cy="457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gn="ctr"/>
              <a:r>
                <a:rPr lang="en-US" sz="1600" b="1" dirty="0">
                  <a:solidFill>
                    <a:schemeClr val="bg2"/>
                  </a:solidFill>
                  <a:latin typeface="Calibri" panose="020F0502020204030204" pitchFamily="34" charset="0"/>
                  <a:cs typeface="Calibri" panose="020F0502020204030204" pitchFamily="34" charset="0"/>
                  <a:sym typeface="Calibri" panose="020F0502020204030204" pitchFamily="34" charset="0"/>
                </a:rPr>
                <a:t>Self sponsored</a:t>
              </a:r>
            </a:p>
          </p:txBody>
        </p:sp>
      </p:grpSp>
      <p:sp>
        <p:nvSpPr>
          <p:cNvPr id="324" name="Rechteck 78">
            <a:extLst>
              <a:ext uri="{FF2B5EF4-FFF2-40B4-BE49-F238E27FC236}">
                <a16:creationId xmlns:a16="http://schemas.microsoft.com/office/drawing/2014/main" id="{2FC5C123-00B1-DC78-96F2-49A7F784E443}"/>
              </a:ext>
            </a:extLst>
          </p:cNvPr>
          <p:cNvSpPr>
            <a:spLocks/>
          </p:cNvSpPr>
          <p:nvPr/>
        </p:nvSpPr>
        <p:spPr bwMode="gray">
          <a:xfrm>
            <a:off x="8060954" y="4277367"/>
            <a:ext cx="3578417" cy="191914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rIns="180000" rtlCol="0" anchor="ctr"/>
          <a:lstStyle/>
          <a:p>
            <a:pPr algn="ctr"/>
            <a:r>
              <a:rPr lang="en-US" sz="1600" b="1" dirty="0">
                <a:solidFill>
                  <a:schemeClr val="bg2"/>
                </a:solidFill>
                <a:latin typeface="Calibri" panose="020F0502020204030204" pitchFamily="34" charset="0"/>
                <a:cs typeface="Calibri" panose="020F0502020204030204" pitchFamily="34" charset="0"/>
                <a:sym typeface="Calibri" panose="020F0502020204030204" pitchFamily="34" charset="0"/>
              </a:rPr>
              <a:t>Start-up residency/virtual incubation</a:t>
            </a:r>
          </a:p>
          <a:p>
            <a:pPr lvl="1"/>
            <a:r>
              <a:rPr lang="en-US" sz="1600" b="1" dirty="0">
                <a:solidFill>
                  <a:schemeClr val="bg2"/>
                </a:solidFill>
                <a:latin typeface="Calibri" panose="020F0502020204030204" pitchFamily="34" charset="0"/>
                <a:cs typeface="Calibri" panose="020F0502020204030204" pitchFamily="34" charset="0"/>
                <a:sym typeface="Calibri" panose="020F0502020204030204" pitchFamily="34" charset="0"/>
              </a:rPr>
              <a:t>Startups are provided with: </a:t>
            </a:r>
          </a:p>
          <a:p>
            <a:pPr marL="742950" lvl="1" indent="-285750">
              <a:buFont typeface="Arial" panose="020B0604020202020204" pitchFamily="34" charset="0"/>
              <a:buChar char="•"/>
            </a:pPr>
            <a:r>
              <a:rPr lang="en-US" sz="1600" b="1" dirty="0">
                <a:solidFill>
                  <a:schemeClr val="bg2"/>
                </a:solidFill>
                <a:latin typeface="Calibri" panose="020F0502020204030204" pitchFamily="34" charset="0"/>
                <a:cs typeface="Calibri" panose="020F0502020204030204" pitchFamily="34" charset="0"/>
                <a:sym typeface="Calibri" panose="020F0502020204030204" pitchFamily="34" charset="0"/>
              </a:rPr>
              <a:t>Co-working space</a:t>
            </a:r>
          </a:p>
          <a:p>
            <a:pPr marL="742950" lvl="1" indent="-285750">
              <a:buFont typeface="Arial" panose="020B0604020202020204" pitchFamily="34" charset="0"/>
              <a:buChar char="•"/>
            </a:pPr>
            <a:r>
              <a:rPr lang="en-US" sz="1600" b="1" dirty="0">
                <a:solidFill>
                  <a:schemeClr val="bg2"/>
                </a:solidFill>
                <a:latin typeface="Calibri" panose="020F0502020204030204" pitchFamily="34" charset="0"/>
                <a:cs typeface="Calibri" panose="020F0502020204030204" pitchFamily="34" charset="0"/>
                <a:sym typeface="Calibri" panose="020F0502020204030204" pitchFamily="34" charset="0"/>
              </a:rPr>
              <a:t>Access to infrastructure</a:t>
            </a:r>
          </a:p>
          <a:p>
            <a:pPr marL="742950" lvl="1" indent="-285750">
              <a:buFont typeface="Arial" panose="020B0604020202020204" pitchFamily="34" charset="0"/>
              <a:buChar char="•"/>
            </a:pPr>
            <a:r>
              <a:rPr lang="en-US" sz="1600" b="1" dirty="0">
                <a:solidFill>
                  <a:schemeClr val="bg2"/>
                </a:solidFill>
                <a:latin typeface="Calibri" panose="020F0502020204030204" pitchFamily="34" charset="0"/>
                <a:cs typeface="Calibri" panose="020F0502020204030204" pitchFamily="34" charset="0"/>
                <a:sym typeface="Calibri" panose="020F0502020204030204" pitchFamily="34" charset="0"/>
              </a:rPr>
              <a:t>Mentor pool</a:t>
            </a:r>
          </a:p>
          <a:p>
            <a:pPr marL="742950" lvl="1" indent="-285750">
              <a:buFont typeface="Arial" panose="020B0604020202020204" pitchFamily="34" charset="0"/>
              <a:buChar char="•"/>
            </a:pPr>
            <a:r>
              <a:rPr lang="en-US" sz="1600" b="1" dirty="0">
                <a:solidFill>
                  <a:schemeClr val="bg2"/>
                </a:solidFill>
                <a:latin typeface="Calibri" panose="020F0502020204030204" pitchFamily="34" charset="0"/>
                <a:cs typeface="Calibri" panose="020F0502020204030204" pitchFamily="34" charset="0"/>
                <a:sym typeface="Calibri" panose="020F0502020204030204" pitchFamily="34" charset="0"/>
              </a:rPr>
              <a:t>Funding support</a:t>
            </a:r>
          </a:p>
          <a:p>
            <a:pPr marL="742950" lvl="1" indent="-285750">
              <a:buFont typeface="Arial" panose="020B0604020202020204" pitchFamily="34" charset="0"/>
              <a:buChar char="•"/>
            </a:pPr>
            <a:r>
              <a:rPr lang="en-US" sz="1600" b="1" dirty="0">
                <a:solidFill>
                  <a:schemeClr val="bg2"/>
                </a:solidFill>
              </a:rPr>
              <a:t>Networking opportunities</a:t>
            </a:r>
            <a:endParaRPr lang="en-US" sz="1600" b="1" dirty="0">
              <a:solidFill>
                <a:schemeClr val="bg2"/>
              </a:solidFill>
              <a:latin typeface="Calibri" panose="020F0502020204030204" pitchFamily="34" charset="0"/>
              <a:cs typeface="Calibri" panose="020F0502020204030204" pitchFamily="34" charset="0"/>
              <a:sym typeface="Calibri" panose="020F0502020204030204" pitchFamily="34" charset="0"/>
            </a:endParaRPr>
          </a:p>
        </p:txBody>
      </p:sp>
      <p:sp>
        <p:nvSpPr>
          <p:cNvPr id="326" name="AutoShape 3">
            <a:extLst>
              <a:ext uri="{FF2B5EF4-FFF2-40B4-BE49-F238E27FC236}">
                <a16:creationId xmlns:a16="http://schemas.microsoft.com/office/drawing/2014/main" id="{9C9404DB-9C99-D842-1817-E7075E61F803}"/>
              </a:ext>
            </a:extLst>
          </p:cNvPr>
          <p:cNvSpPr>
            <a:spLocks noChangeArrowheads="1"/>
          </p:cNvSpPr>
          <p:nvPr>
            <p:custDataLst>
              <p:tags r:id="rId2"/>
            </p:custDataLst>
          </p:nvPr>
        </p:nvSpPr>
        <p:spPr bwMode="gray">
          <a:xfrm>
            <a:off x="540986" y="1623600"/>
            <a:ext cx="3559445" cy="349702"/>
          </a:xfrm>
          <a:prstGeom prst="rect">
            <a:avLst/>
          </a:prstGeom>
          <a:noFill/>
          <a:ln w="9525" algn="ctr">
            <a:noFill/>
            <a:miter lim="800000"/>
            <a:headEnd/>
            <a:tailEnd/>
          </a:ln>
          <a:effectLst/>
        </p:spPr>
        <p:txBody>
          <a:bodyPr lIns="0" tIns="0" rIns="0" bIns="72000" anchor="b">
            <a:noAutofit/>
          </a:bodyPr>
          <a:lstStyle/>
          <a:p>
            <a:pPr>
              <a:spcBef>
                <a:spcPts val="0"/>
              </a:spcBef>
              <a:spcAft>
                <a:spcPts val="600"/>
              </a:spcAft>
              <a:buClr>
                <a:schemeClr val="tx2"/>
              </a:buClr>
              <a:buSzPct val="75000"/>
            </a:pPr>
            <a:r>
              <a:rPr lang="en-US" b="1" dirty="0"/>
              <a:t>ECSTRA</a:t>
            </a:r>
          </a:p>
        </p:txBody>
      </p:sp>
      <p:cxnSp>
        <p:nvCxnSpPr>
          <p:cNvPr id="327" name="Gerade Verbindung 20">
            <a:extLst>
              <a:ext uri="{FF2B5EF4-FFF2-40B4-BE49-F238E27FC236}">
                <a16:creationId xmlns:a16="http://schemas.microsoft.com/office/drawing/2014/main" id="{B6352F7F-3ECF-C4B5-C118-1B9C63269E09}"/>
              </a:ext>
            </a:extLst>
          </p:cNvPr>
          <p:cNvCxnSpPr>
            <a:cxnSpLocks/>
          </p:cNvCxnSpPr>
          <p:nvPr>
            <p:custDataLst>
              <p:tags r:id="rId3"/>
            </p:custDataLst>
          </p:nvPr>
        </p:nvCxnSpPr>
        <p:spPr bwMode="gray">
          <a:xfrm>
            <a:off x="541085" y="1973302"/>
            <a:ext cx="3559445" cy="0"/>
          </a:xfrm>
          <a:prstGeom prst="line">
            <a:avLst/>
          </a:prstGeom>
          <a:solidFill>
            <a:schemeClr val="bg1"/>
          </a:solidFill>
          <a:ln w="63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cxnSp>
      <p:cxnSp>
        <p:nvCxnSpPr>
          <p:cNvPr id="329" name="Gerade Verbindung 20">
            <a:extLst>
              <a:ext uri="{FF2B5EF4-FFF2-40B4-BE49-F238E27FC236}">
                <a16:creationId xmlns:a16="http://schemas.microsoft.com/office/drawing/2014/main" id="{61221D27-6B8B-D195-C62E-249F0F4B93A3}"/>
              </a:ext>
            </a:extLst>
          </p:cNvPr>
          <p:cNvCxnSpPr>
            <a:cxnSpLocks/>
          </p:cNvCxnSpPr>
          <p:nvPr>
            <p:custDataLst>
              <p:tags r:id="rId4"/>
            </p:custDataLst>
          </p:nvPr>
        </p:nvCxnSpPr>
        <p:spPr bwMode="gray">
          <a:xfrm>
            <a:off x="4294287" y="1973302"/>
            <a:ext cx="3578714" cy="0"/>
          </a:xfrm>
          <a:prstGeom prst="line">
            <a:avLst/>
          </a:prstGeom>
          <a:solidFill>
            <a:schemeClr val="bg1"/>
          </a:solidFill>
          <a:ln w="63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cxnSp>
      <p:cxnSp>
        <p:nvCxnSpPr>
          <p:cNvPr id="331" name="Gerade Verbindung 20">
            <a:extLst>
              <a:ext uri="{FF2B5EF4-FFF2-40B4-BE49-F238E27FC236}">
                <a16:creationId xmlns:a16="http://schemas.microsoft.com/office/drawing/2014/main" id="{B0037CB2-3828-BC01-403A-5F6107153981}"/>
              </a:ext>
            </a:extLst>
          </p:cNvPr>
          <p:cNvCxnSpPr>
            <a:cxnSpLocks/>
          </p:cNvCxnSpPr>
          <p:nvPr>
            <p:custDataLst>
              <p:tags r:id="rId5"/>
            </p:custDataLst>
          </p:nvPr>
        </p:nvCxnSpPr>
        <p:spPr bwMode="gray">
          <a:xfrm>
            <a:off x="8061053" y="1973302"/>
            <a:ext cx="3578318" cy="0"/>
          </a:xfrm>
          <a:prstGeom prst="line">
            <a:avLst/>
          </a:prstGeom>
          <a:solidFill>
            <a:schemeClr val="bg1"/>
          </a:solidFill>
          <a:ln w="635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cxnSp>
      <p:sp>
        <p:nvSpPr>
          <p:cNvPr id="333" name="AutoShape 3">
            <a:extLst>
              <a:ext uri="{FF2B5EF4-FFF2-40B4-BE49-F238E27FC236}">
                <a16:creationId xmlns:a16="http://schemas.microsoft.com/office/drawing/2014/main" id="{5E71C336-3C69-7D85-C8B6-E6999EC4CC61}"/>
              </a:ext>
            </a:extLst>
          </p:cNvPr>
          <p:cNvSpPr>
            <a:spLocks noChangeArrowheads="1"/>
          </p:cNvSpPr>
          <p:nvPr>
            <p:custDataLst>
              <p:tags r:id="rId6"/>
            </p:custDataLst>
          </p:nvPr>
        </p:nvSpPr>
        <p:spPr bwMode="gray">
          <a:xfrm>
            <a:off x="4303922" y="1623600"/>
            <a:ext cx="3559445" cy="349702"/>
          </a:xfrm>
          <a:prstGeom prst="rect">
            <a:avLst/>
          </a:prstGeom>
          <a:noFill/>
          <a:ln w="9525" algn="ctr">
            <a:noFill/>
            <a:miter lim="800000"/>
            <a:headEnd/>
            <a:tailEnd/>
          </a:ln>
          <a:effectLst/>
        </p:spPr>
        <p:txBody>
          <a:bodyPr lIns="0" tIns="0" rIns="0" bIns="72000" anchor="b">
            <a:noAutofit/>
          </a:bodyPr>
          <a:lstStyle/>
          <a:p>
            <a:pPr>
              <a:spcBef>
                <a:spcPts val="0"/>
              </a:spcBef>
              <a:spcAft>
                <a:spcPts val="600"/>
              </a:spcAft>
              <a:buClr>
                <a:schemeClr val="tx2"/>
              </a:buClr>
              <a:buSzPct val="75000"/>
            </a:pPr>
            <a:r>
              <a:rPr lang="en-US" b="1" dirty="0"/>
              <a:t>Programs</a:t>
            </a:r>
          </a:p>
        </p:txBody>
      </p:sp>
    </p:spTree>
    <p:extLst>
      <p:ext uri="{BB962C8B-B14F-4D97-AF65-F5344CB8AC3E}">
        <p14:creationId xmlns:p14="http://schemas.microsoft.com/office/powerpoint/2010/main" val="284521178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26"/>
                                        </p:tgtEl>
                                        <p:attrNameLst>
                                          <p:attrName>style.visibility</p:attrName>
                                        </p:attrNameLst>
                                      </p:cBhvr>
                                      <p:to>
                                        <p:strVal val="visible"/>
                                      </p:to>
                                    </p:set>
                                    <p:animEffect transition="in" filter="fade">
                                      <p:cBhvr>
                                        <p:cTn id="7" dur="250"/>
                                        <p:tgtEl>
                                          <p:spTgt spid="326"/>
                                        </p:tgtEl>
                                      </p:cBhvr>
                                    </p:animEffect>
                                  </p:childTnLst>
                                </p:cTn>
                              </p:par>
                              <p:par>
                                <p:cTn id="8" presetID="42" presetClass="path" presetSubtype="0" decel="100000" fill="hold" grpId="1" nodeType="withEffect">
                                  <p:stCondLst>
                                    <p:cond delay="0"/>
                                  </p:stCondLst>
                                  <p:childTnLst>
                                    <p:animMotion origin="layout" path="M 4.64127E-6 0.03889 L 4.64127E-6 -1.48148E-6 " pathEditMode="relative" rAng="0" ptsTypes="AA">
                                      <p:cBhvr>
                                        <p:cTn id="9" dur="500" fill="hold"/>
                                        <p:tgtEl>
                                          <p:spTgt spid="326"/>
                                        </p:tgtEl>
                                        <p:attrNameLst>
                                          <p:attrName>ppt_x</p:attrName>
                                          <p:attrName>ppt_y</p:attrName>
                                        </p:attrNameLst>
                                      </p:cBhvr>
                                      <p:rCtr x="0" y="-1944"/>
                                    </p:animMotion>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327"/>
                                        </p:tgtEl>
                                        <p:attrNameLst>
                                          <p:attrName>style.visibility</p:attrName>
                                        </p:attrNameLst>
                                      </p:cBhvr>
                                      <p:to>
                                        <p:strVal val="visible"/>
                                      </p:to>
                                    </p:set>
                                    <p:animEffect transition="in" filter="wipe(left)">
                                      <p:cBhvr>
                                        <p:cTn id="13" dur="500"/>
                                        <p:tgtEl>
                                          <p:spTgt spid="327"/>
                                        </p:tgtEl>
                                      </p:cBhvr>
                                    </p:animEffect>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250"/>
                                        <p:tgtEl>
                                          <p:spTgt spid="5"/>
                                        </p:tgtEl>
                                      </p:cBhvr>
                                    </p:animEffect>
                                  </p:childTnLst>
                                </p:cTn>
                              </p:par>
                              <p:par>
                                <p:cTn id="18" presetID="42" presetClass="path" presetSubtype="0" decel="100000" fill="hold" grpId="1" nodeType="withEffect">
                                  <p:stCondLst>
                                    <p:cond delay="0"/>
                                  </p:stCondLst>
                                  <p:childTnLst>
                                    <p:animMotion origin="layout" path="M 4.375E-6 -0.03472 L 4.375E-6 3.7037E-7 " pathEditMode="relative" rAng="0" ptsTypes="AA">
                                      <p:cBhvr>
                                        <p:cTn id="19" dur="500" fill="hold"/>
                                        <p:tgtEl>
                                          <p:spTgt spid="5"/>
                                        </p:tgtEl>
                                        <p:attrNameLst>
                                          <p:attrName>ppt_x</p:attrName>
                                          <p:attrName>ppt_y</p:attrName>
                                        </p:attrNameLst>
                                      </p:cBhvr>
                                      <p:rCtr x="0" y="1736"/>
                                    </p:animMotion>
                                  </p:childTnLst>
                                </p:cTn>
                              </p:par>
                              <p:par>
                                <p:cTn id="20" presetID="10"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250"/>
                                        <p:tgtEl>
                                          <p:spTgt spid="6"/>
                                        </p:tgtEl>
                                      </p:cBhvr>
                                    </p:animEffect>
                                  </p:childTnLst>
                                </p:cTn>
                              </p:par>
                              <p:par>
                                <p:cTn id="23" presetID="42" presetClass="path" presetSubtype="0" decel="100000" fill="hold" nodeType="withEffect">
                                  <p:stCondLst>
                                    <p:cond delay="0"/>
                                  </p:stCondLst>
                                  <p:childTnLst>
                                    <p:animMotion origin="layout" path="M 1.25E-6 0.03889 L 1.25E-6 1.85185E-6 " pathEditMode="relative" rAng="0" ptsTypes="AA">
                                      <p:cBhvr>
                                        <p:cTn id="24" dur="500" fill="hold"/>
                                        <p:tgtEl>
                                          <p:spTgt spid="6"/>
                                        </p:tgtEl>
                                        <p:attrNameLst>
                                          <p:attrName>ppt_x</p:attrName>
                                          <p:attrName>ppt_y</p:attrName>
                                        </p:attrNameLst>
                                      </p:cBhvr>
                                      <p:rCtr x="0" y="-1944"/>
                                    </p:animMotion>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329"/>
                                        </p:tgtEl>
                                        <p:attrNameLst>
                                          <p:attrName>style.visibility</p:attrName>
                                        </p:attrNameLst>
                                      </p:cBhvr>
                                      <p:to>
                                        <p:strVal val="visible"/>
                                      </p:to>
                                    </p:set>
                                    <p:animEffect transition="in" filter="wipe(left)">
                                      <p:cBhvr>
                                        <p:cTn id="28" dur="500"/>
                                        <p:tgtEl>
                                          <p:spTgt spid="329"/>
                                        </p:tgtEl>
                                      </p:cBhvr>
                                    </p:animEffect>
                                  </p:childTnLst>
                                </p:cTn>
                              </p:par>
                            </p:childTnLst>
                          </p:cTn>
                        </p:par>
                        <p:par>
                          <p:cTn id="29" fill="hold">
                            <p:stCondLst>
                              <p:cond delay="2000"/>
                            </p:stCondLst>
                            <p:childTnLst>
                              <p:par>
                                <p:cTn id="30" presetID="10" presetClass="entr" presetSubtype="0" fill="hold" nodeType="afterEffect">
                                  <p:stCondLst>
                                    <p:cond delay="200"/>
                                  </p:stCondLst>
                                  <p:childTnLst>
                                    <p:set>
                                      <p:cBhvr>
                                        <p:cTn id="31" dur="1" fill="hold">
                                          <p:stCondLst>
                                            <p:cond delay="0"/>
                                          </p:stCondLst>
                                        </p:cTn>
                                        <p:tgtEl>
                                          <p:spTgt spid="305"/>
                                        </p:tgtEl>
                                        <p:attrNameLst>
                                          <p:attrName>style.visibility</p:attrName>
                                        </p:attrNameLst>
                                      </p:cBhvr>
                                      <p:to>
                                        <p:strVal val="visible"/>
                                      </p:to>
                                    </p:set>
                                    <p:animEffect transition="in" filter="fade">
                                      <p:cBhvr>
                                        <p:cTn id="32" dur="250"/>
                                        <p:tgtEl>
                                          <p:spTgt spid="305"/>
                                        </p:tgtEl>
                                      </p:cBhvr>
                                    </p:animEffect>
                                  </p:childTnLst>
                                </p:cTn>
                              </p:par>
                              <p:par>
                                <p:cTn id="33" presetID="42" presetClass="path" presetSubtype="0" decel="100000" fill="hold" nodeType="withEffect">
                                  <p:stCondLst>
                                    <p:cond delay="200"/>
                                  </p:stCondLst>
                                  <p:childTnLst>
                                    <p:animMotion origin="layout" path="M 1.66667E-6 -0.03472 L 1.66667E-6 -1.48148E-6 " pathEditMode="relative" rAng="0" ptsTypes="AA">
                                      <p:cBhvr>
                                        <p:cTn id="34" dur="500" fill="hold"/>
                                        <p:tgtEl>
                                          <p:spTgt spid="305"/>
                                        </p:tgtEl>
                                        <p:attrNameLst>
                                          <p:attrName>ppt_x</p:attrName>
                                          <p:attrName>ppt_y</p:attrName>
                                        </p:attrNameLst>
                                      </p:cBhvr>
                                      <p:rCtr x="0" y="1736"/>
                                    </p:animMotion>
                                  </p:childTnLst>
                                </p:cTn>
                              </p:par>
                              <p:par>
                                <p:cTn id="35" presetID="10" presetClass="entr" presetSubtype="0" fill="hold" grpId="0" nodeType="withEffect">
                                  <p:stCondLst>
                                    <p:cond delay="200"/>
                                  </p:stCondLst>
                                  <p:childTnLst>
                                    <p:set>
                                      <p:cBhvr>
                                        <p:cTn id="36" dur="1" fill="hold">
                                          <p:stCondLst>
                                            <p:cond delay="0"/>
                                          </p:stCondLst>
                                        </p:cTn>
                                        <p:tgtEl>
                                          <p:spTgt spid="333"/>
                                        </p:tgtEl>
                                        <p:attrNameLst>
                                          <p:attrName>style.visibility</p:attrName>
                                        </p:attrNameLst>
                                      </p:cBhvr>
                                      <p:to>
                                        <p:strVal val="visible"/>
                                      </p:to>
                                    </p:set>
                                    <p:animEffect transition="in" filter="fade">
                                      <p:cBhvr>
                                        <p:cTn id="37" dur="250"/>
                                        <p:tgtEl>
                                          <p:spTgt spid="333"/>
                                        </p:tgtEl>
                                      </p:cBhvr>
                                    </p:animEffect>
                                  </p:childTnLst>
                                </p:cTn>
                              </p:par>
                              <p:par>
                                <p:cTn id="38" presetID="42" presetClass="path" presetSubtype="0" decel="100000" fill="hold" grpId="1" nodeType="withEffect">
                                  <p:stCondLst>
                                    <p:cond delay="200"/>
                                  </p:stCondLst>
                                  <p:childTnLst>
                                    <p:animMotion origin="layout" path="M 1.66667E-6 0.03889 L 1.66667E-6 1.48148E-6 " pathEditMode="relative" rAng="0" ptsTypes="AA">
                                      <p:cBhvr>
                                        <p:cTn id="39" dur="500" fill="hold"/>
                                        <p:tgtEl>
                                          <p:spTgt spid="333"/>
                                        </p:tgtEl>
                                        <p:attrNameLst>
                                          <p:attrName>ppt_x</p:attrName>
                                          <p:attrName>ppt_y</p:attrName>
                                        </p:attrNameLst>
                                      </p:cBhvr>
                                      <p:rCtr x="0" y="-1944"/>
                                    </p:animMotion>
                                  </p:childTnLst>
                                </p:cTn>
                              </p:par>
                              <p:par>
                                <p:cTn id="40" presetID="10" presetClass="entr" presetSubtype="0" fill="hold" nodeType="withEffect">
                                  <p:stCondLst>
                                    <p:cond delay="400"/>
                                  </p:stCondLst>
                                  <p:childTnLst>
                                    <p:set>
                                      <p:cBhvr>
                                        <p:cTn id="41" dur="1" fill="hold">
                                          <p:stCondLst>
                                            <p:cond delay="0"/>
                                          </p:stCondLst>
                                        </p:cTn>
                                        <p:tgtEl>
                                          <p:spTgt spid="309"/>
                                        </p:tgtEl>
                                        <p:attrNameLst>
                                          <p:attrName>style.visibility</p:attrName>
                                        </p:attrNameLst>
                                      </p:cBhvr>
                                      <p:to>
                                        <p:strVal val="visible"/>
                                      </p:to>
                                    </p:set>
                                    <p:animEffect transition="in" filter="fade">
                                      <p:cBhvr>
                                        <p:cTn id="42" dur="250"/>
                                        <p:tgtEl>
                                          <p:spTgt spid="309"/>
                                        </p:tgtEl>
                                      </p:cBhvr>
                                    </p:animEffect>
                                  </p:childTnLst>
                                </p:cTn>
                              </p:par>
                              <p:par>
                                <p:cTn id="43" presetID="42" presetClass="path" presetSubtype="0" decel="100000" fill="hold" nodeType="withEffect">
                                  <p:stCondLst>
                                    <p:cond delay="400"/>
                                  </p:stCondLst>
                                  <p:childTnLst>
                                    <p:animMotion origin="layout" path="M 1.66667E-6 -0.03472 L 1.66667E-6 2.59259E-6 " pathEditMode="relative" rAng="0" ptsTypes="AA">
                                      <p:cBhvr>
                                        <p:cTn id="44" dur="500" fill="hold"/>
                                        <p:tgtEl>
                                          <p:spTgt spid="309"/>
                                        </p:tgtEl>
                                        <p:attrNameLst>
                                          <p:attrName>ppt_x</p:attrName>
                                          <p:attrName>ppt_y</p:attrName>
                                        </p:attrNameLst>
                                      </p:cBhvr>
                                      <p:rCtr x="0" y="1736"/>
                                    </p:animMotion>
                                  </p:childTnLst>
                                </p:cTn>
                              </p:par>
                            </p:childTnLst>
                          </p:cTn>
                        </p:par>
                        <p:par>
                          <p:cTn id="45" fill="hold">
                            <p:stCondLst>
                              <p:cond delay="2900"/>
                            </p:stCondLst>
                            <p:childTnLst>
                              <p:par>
                                <p:cTn id="46" presetID="22" presetClass="entr" presetSubtype="8" fill="hold" nodeType="afterEffect">
                                  <p:stCondLst>
                                    <p:cond delay="0"/>
                                  </p:stCondLst>
                                  <p:childTnLst>
                                    <p:set>
                                      <p:cBhvr>
                                        <p:cTn id="47" dur="1" fill="hold">
                                          <p:stCondLst>
                                            <p:cond delay="0"/>
                                          </p:stCondLst>
                                        </p:cTn>
                                        <p:tgtEl>
                                          <p:spTgt spid="328"/>
                                        </p:tgtEl>
                                        <p:attrNameLst>
                                          <p:attrName>style.visibility</p:attrName>
                                        </p:attrNameLst>
                                      </p:cBhvr>
                                      <p:to>
                                        <p:strVal val="visible"/>
                                      </p:to>
                                    </p:set>
                                    <p:animEffect transition="in" filter="wipe(left)">
                                      <p:cBhvr>
                                        <p:cTn id="48" dur="500"/>
                                        <p:tgtEl>
                                          <p:spTgt spid="328"/>
                                        </p:tgtEl>
                                      </p:cBhvr>
                                    </p:animEffect>
                                  </p:childTnLst>
                                </p:cTn>
                              </p:par>
                              <p:par>
                                <p:cTn id="49" presetID="22" presetClass="entr" presetSubtype="8" fill="hold" nodeType="withEffect">
                                  <p:stCondLst>
                                    <p:cond delay="0"/>
                                  </p:stCondLst>
                                  <p:childTnLst>
                                    <p:set>
                                      <p:cBhvr>
                                        <p:cTn id="50" dur="1" fill="hold">
                                          <p:stCondLst>
                                            <p:cond delay="0"/>
                                          </p:stCondLst>
                                        </p:cTn>
                                        <p:tgtEl>
                                          <p:spTgt spid="331"/>
                                        </p:tgtEl>
                                        <p:attrNameLst>
                                          <p:attrName>style.visibility</p:attrName>
                                        </p:attrNameLst>
                                      </p:cBhvr>
                                      <p:to>
                                        <p:strVal val="visible"/>
                                      </p:to>
                                    </p:set>
                                    <p:animEffect transition="in" filter="wipe(left)">
                                      <p:cBhvr>
                                        <p:cTn id="51" dur="500"/>
                                        <p:tgtEl>
                                          <p:spTgt spid="331"/>
                                        </p:tgtEl>
                                      </p:cBhvr>
                                    </p:animEffect>
                                  </p:childTnLst>
                                </p:cTn>
                              </p:par>
                              <p:par>
                                <p:cTn id="52" presetID="22" presetClass="entr" presetSubtype="8" fill="hold" grpId="0" nodeType="withEffect">
                                  <p:stCondLst>
                                    <p:cond delay="600"/>
                                  </p:stCondLst>
                                  <p:childTnLst>
                                    <p:set>
                                      <p:cBhvr>
                                        <p:cTn id="53" dur="1" fill="hold">
                                          <p:stCondLst>
                                            <p:cond delay="0"/>
                                          </p:stCondLst>
                                        </p:cTn>
                                        <p:tgtEl>
                                          <p:spTgt spid="324"/>
                                        </p:tgtEl>
                                        <p:attrNameLst>
                                          <p:attrName>style.visibility</p:attrName>
                                        </p:attrNameLst>
                                      </p:cBhvr>
                                      <p:to>
                                        <p:strVal val="visible"/>
                                      </p:to>
                                    </p:set>
                                    <p:animEffect transition="in" filter="wipe(left)">
                                      <p:cBhvr>
                                        <p:cTn id="54" dur="500"/>
                                        <p:tgtEl>
                                          <p:spTgt spid="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324" grpId="0" animBg="1"/>
      <p:bldP spid="326" grpId="0"/>
      <p:bldP spid="326" grpId="1"/>
      <p:bldP spid="333" grpId="0"/>
      <p:bldP spid="333"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EA554A7-C192-F5B6-BA1B-038B20E7233A}"/>
              </a:ext>
            </a:extLst>
          </p:cNvPr>
          <p:cNvSpPr>
            <a:spLocks noGrp="1"/>
          </p:cNvSpPr>
          <p:nvPr>
            <p:ph type="title"/>
          </p:nvPr>
        </p:nvSpPr>
        <p:spPr/>
        <p:txBody>
          <a:bodyPr>
            <a:normAutofit/>
          </a:bodyPr>
          <a:lstStyle/>
          <a:p>
            <a:r>
              <a:rPr lang="en-US" dirty="0"/>
              <a:t>We are continuously expanding our partner ecosystem</a:t>
            </a:r>
          </a:p>
        </p:txBody>
      </p:sp>
      <p:sp>
        <p:nvSpPr>
          <p:cNvPr id="4" name="Footer Placeholder 3">
            <a:extLst>
              <a:ext uri="{FF2B5EF4-FFF2-40B4-BE49-F238E27FC236}">
                <a16:creationId xmlns:a16="http://schemas.microsoft.com/office/drawing/2014/main" id="{7377D981-B10B-5BAB-9A81-0D6A7BDABE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F9B0C3-50CE-1521-81AE-AD5C498BF953}"/>
              </a:ext>
            </a:extLst>
          </p:cNvPr>
          <p:cNvSpPr>
            <a:spLocks noGrp="1"/>
          </p:cNvSpPr>
          <p:nvPr>
            <p:ph type="sldNum" sz="quarter" idx="12"/>
          </p:nvPr>
        </p:nvSpPr>
        <p:spPr/>
        <p:txBody>
          <a:bodyPr/>
          <a:lstStyle/>
          <a:p>
            <a:fld id="{7760E944-92EF-4F50-939A-662FA230D41F}" type="slidenum">
              <a:rPr lang="en-US" smtClean="0"/>
              <a:t>7</a:t>
            </a:fld>
            <a:endParaRPr lang="en-US"/>
          </a:p>
        </p:txBody>
      </p:sp>
      <p:grpSp>
        <p:nvGrpSpPr>
          <p:cNvPr id="39" name="Group 38">
            <a:extLst>
              <a:ext uri="{FF2B5EF4-FFF2-40B4-BE49-F238E27FC236}">
                <a16:creationId xmlns:a16="http://schemas.microsoft.com/office/drawing/2014/main" id="{B920D3BF-9DA5-774E-C0A4-745A19CE7A53}"/>
              </a:ext>
            </a:extLst>
          </p:cNvPr>
          <p:cNvGrpSpPr/>
          <p:nvPr/>
        </p:nvGrpSpPr>
        <p:grpSpPr>
          <a:xfrm>
            <a:off x="1258619" y="3835699"/>
            <a:ext cx="9674762" cy="2309184"/>
            <a:chOff x="1270211" y="3835699"/>
            <a:chExt cx="9674762" cy="2309184"/>
          </a:xfrm>
        </p:grpSpPr>
        <p:pic>
          <p:nvPicPr>
            <p:cNvPr id="9" name="Picture 8">
              <a:extLst>
                <a:ext uri="{FF2B5EF4-FFF2-40B4-BE49-F238E27FC236}">
                  <a16:creationId xmlns:a16="http://schemas.microsoft.com/office/drawing/2014/main" id="{62809A19-BCEF-200B-F3C9-6B7D12FFF776}"/>
                </a:ext>
              </a:extLst>
            </p:cNvPr>
            <p:cNvPicPr>
              <a:picLocks noChangeAspect="1"/>
            </p:cNvPicPr>
            <p:nvPr/>
          </p:nvPicPr>
          <p:blipFill>
            <a:blip r:embed="rId2"/>
            <a:stretch>
              <a:fillRect/>
            </a:stretch>
          </p:blipFill>
          <p:spPr>
            <a:xfrm>
              <a:off x="8658973" y="3858882"/>
              <a:ext cx="2286000" cy="2286001"/>
            </a:xfrm>
            <a:prstGeom prst="rect">
              <a:avLst/>
            </a:prstGeom>
          </p:spPr>
        </p:pic>
        <p:pic>
          <p:nvPicPr>
            <p:cNvPr id="13" name="Picture 12">
              <a:extLst>
                <a:ext uri="{FF2B5EF4-FFF2-40B4-BE49-F238E27FC236}">
                  <a16:creationId xmlns:a16="http://schemas.microsoft.com/office/drawing/2014/main" id="{5E2FC062-AE7D-EB69-FFE6-B4F98862DB91}"/>
                </a:ext>
              </a:extLst>
            </p:cNvPr>
            <p:cNvPicPr>
              <a:picLocks noChangeAspect="1"/>
            </p:cNvPicPr>
            <p:nvPr/>
          </p:nvPicPr>
          <p:blipFill>
            <a:blip r:embed="rId3"/>
            <a:stretch>
              <a:fillRect/>
            </a:stretch>
          </p:blipFill>
          <p:spPr>
            <a:xfrm>
              <a:off x="4964592" y="4698745"/>
              <a:ext cx="2286000" cy="571500"/>
            </a:xfrm>
            <a:prstGeom prst="rect">
              <a:avLst/>
            </a:prstGeom>
          </p:spPr>
        </p:pic>
        <p:pic>
          <p:nvPicPr>
            <p:cNvPr id="1046" name="Picture 22" descr="True Form Games">
              <a:extLst>
                <a:ext uri="{FF2B5EF4-FFF2-40B4-BE49-F238E27FC236}">
                  <a16:creationId xmlns:a16="http://schemas.microsoft.com/office/drawing/2014/main" id="{FDBE9045-575F-9396-0943-8ACBB5BE28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0211" y="3835699"/>
              <a:ext cx="2286000" cy="2286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 name="Group 39">
            <a:extLst>
              <a:ext uri="{FF2B5EF4-FFF2-40B4-BE49-F238E27FC236}">
                <a16:creationId xmlns:a16="http://schemas.microsoft.com/office/drawing/2014/main" id="{FC544ED7-F7B2-ACB5-5021-34036E74A1E2}"/>
              </a:ext>
            </a:extLst>
          </p:cNvPr>
          <p:cNvGrpSpPr/>
          <p:nvPr/>
        </p:nvGrpSpPr>
        <p:grpSpPr>
          <a:xfrm>
            <a:off x="1258619" y="1549699"/>
            <a:ext cx="9628394" cy="2309184"/>
            <a:chOff x="1293395" y="1596066"/>
            <a:chExt cx="9628394" cy="2309184"/>
          </a:xfrm>
        </p:grpSpPr>
        <p:pic>
          <p:nvPicPr>
            <p:cNvPr id="7" name="Picture 2" descr="Era's Lucknow Medical College And Hospital">
              <a:extLst>
                <a:ext uri="{FF2B5EF4-FFF2-40B4-BE49-F238E27FC236}">
                  <a16:creationId xmlns:a16="http://schemas.microsoft.com/office/drawing/2014/main" id="{818E3949-62A2-2D12-7D2F-76668D568F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87776" y="1619250"/>
              <a:ext cx="22860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38CE7941-3785-FE3C-E33C-C2A1C48251DE}"/>
                </a:ext>
              </a:extLst>
            </p:cNvPr>
            <p:cNvPicPr>
              <a:picLocks noChangeAspect="1"/>
            </p:cNvPicPr>
            <p:nvPr/>
          </p:nvPicPr>
          <p:blipFill>
            <a:blip r:embed="rId6"/>
            <a:stretch>
              <a:fillRect/>
            </a:stretch>
          </p:blipFill>
          <p:spPr>
            <a:xfrm>
              <a:off x="1293395" y="1619250"/>
              <a:ext cx="2286000" cy="2286000"/>
            </a:xfrm>
            <a:prstGeom prst="rect">
              <a:avLst/>
            </a:prstGeom>
          </p:spPr>
        </p:pic>
        <p:pic>
          <p:nvPicPr>
            <p:cNvPr id="38" name="Picture 37">
              <a:extLst>
                <a:ext uri="{FF2B5EF4-FFF2-40B4-BE49-F238E27FC236}">
                  <a16:creationId xmlns:a16="http://schemas.microsoft.com/office/drawing/2014/main" id="{580ED73A-94A4-70C1-1ACF-299948C700D7}"/>
                </a:ext>
              </a:extLst>
            </p:cNvPr>
            <p:cNvPicPr>
              <a:picLocks noChangeAspect="1"/>
            </p:cNvPicPr>
            <p:nvPr/>
          </p:nvPicPr>
          <p:blipFill>
            <a:blip r:embed="rId7"/>
            <a:stretch>
              <a:fillRect/>
            </a:stretch>
          </p:blipFill>
          <p:spPr>
            <a:xfrm>
              <a:off x="8635789" y="1596066"/>
              <a:ext cx="2286000" cy="2286000"/>
            </a:xfrm>
            <a:prstGeom prst="rect">
              <a:avLst/>
            </a:prstGeom>
          </p:spPr>
        </p:pic>
      </p:grpSp>
    </p:spTree>
    <p:extLst>
      <p:ext uri="{BB962C8B-B14F-4D97-AF65-F5344CB8AC3E}">
        <p14:creationId xmlns:p14="http://schemas.microsoft.com/office/powerpoint/2010/main" val="3396034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D44DF11-EF21-2DBB-A2A9-9EBB348CD69C}"/>
              </a:ext>
            </a:extLst>
          </p:cNvPr>
          <p:cNvSpPr>
            <a:spLocks noGrp="1"/>
          </p:cNvSpPr>
          <p:nvPr>
            <p:ph type="sldNum" sz="quarter" idx="11"/>
          </p:nvPr>
        </p:nvSpPr>
        <p:spPr/>
        <p:txBody>
          <a:bodyPr/>
          <a:lstStyle/>
          <a:p>
            <a:fld id="{7760E944-92EF-4F50-939A-662FA230D41F}" type="slidenum">
              <a:rPr lang="en-US" smtClean="0"/>
              <a:t>8</a:t>
            </a:fld>
            <a:endParaRPr lang="en-US"/>
          </a:p>
        </p:txBody>
      </p:sp>
      <p:sp>
        <p:nvSpPr>
          <p:cNvPr id="4" name="Footer Placeholder 3">
            <a:extLst>
              <a:ext uri="{FF2B5EF4-FFF2-40B4-BE49-F238E27FC236}">
                <a16:creationId xmlns:a16="http://schemas.microsoft.com/office/drawing/2014/main" id="{0ED816ED-7574-30E1-326D-702AD8A96B4C}"/>
              </a:ext>
            </a:extLst>
          </p:cNvPr>
          <p:cNvSpPr>
            <a:spLocks noGrp="1"/>
          </p:cNvSpPr>
          <p:nvPr>
            <p:ph type="ftr" sz="quarter" idx="12"/>
          </p:nvPr>
        </p:nvSpPr>
        <p:spPr/>
        <p:txBody>
          <a:bodyPr/>
          <a:lstStyle/>
          <a:p>
            <a:endParaRPr lang="en-US"/>
          </a:p>
        </p:txBody>
      </p:sp>
      <p:sp>
        <p:nvSpPr>
          <p:cNvPr id="6" name="Content">
            <a:extLst>
              <a:ext uri="{FF2B5EF4-FFF2-40B4-BE49-F238E27FC236}">
                <a16:creationId xmlns:a16="http://schemas.microsoft.com/office/drawing/2014/main" id="{A11950CE-7CD6-CE1E-C6CA-9D3EF2D70D72}"/>
              </a:ext>
            </a:extLst>
          </p:cNvPr>
          <p:cNvSpPr txBox="1">
            <a:spLocks/>
          </p:cNvSpPr>
          <p:nvPr/>
        </p:nvSpPr>
        <p:spPr bwMode="gray">
          <a:xfrm>
            <a:off x="539496" y="3954586"/>
            <a:ext cx="7613903" cy="1918676"/>
          </a:xfrm>
          <a:prstGeom prst="rect">
            <a:avLst/>
          </a:prstGeom>
          <a:ln>
            <a:noFill/>
          </a:ln>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n-lt"/>
                <a:ea typeface="+mn-ea"/>
                <a:cs typeface="+mn-cs"/>
              </a:defRPr>
            </a:lvl1pPr>
            <a:lvl2pPr marL="0" indent="0" algn="l" defTabSz="914400" rtl="0" eaLnBrk="1" latinLnBrk="0" hangingPunct="1">
              <a:lnSpc>
                <a:spcPct val="100000"/>
              </a:lnSpc>
              <a:spcBef>
                <a:spcPts val="0"/>
              </a:spcBef>
              <a:buClr>
                <a:schemeClr val="bg2"/>
              </a:buClr>
              <a:buFont typeface="Arial" panose="020B0604020202020204" pitchFamily="34" charset="0"/>
              <a:buNone/>
              <a:defRPr sz="1800" kern="1200">
                <a:solidFill>
                  <a:schemeClr val="tx1"/>
                </a:solidFill>
                <a:latin typeface="+mn-lt"/>
                <a:ea typeface="+mn-ea"/>
                <a:cs typeface="+mn-cs"/>
              </a:defRPr>
            </a:lvl2pPr>
            <a:lvl3pPr marL="216000" indent="-21600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3pPr>
            <a:lvl4pPr marL="432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648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864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6pPr>
            <a:lvl7pPr marL="1080000" indent="-216000" algn="l" defTabSz="914400" rtl="0" eaLnBrk="1" latinLnBrk="0" hangingPunct="1">
              <a:spcBef>
                <a:spcPts val="0"/>
              </a:spcBef>
              <a:buFont typeface="Arial" panose="020B0604020202020204" pitchFamily="34" charset="0"/>
              <a:buChar char="•"/>
              <a:defRPr sz="1800" kern="1200">
                <a:solidFill>
                  <a:schemeClr val="tx1"/>
                </a:solidFill>
                <a:latin typeface="+mn-lt"/>
                <a:ea typeface="+mn-ea"/>
                <a:cs typeface="+mn-cs"/>
              </a:defRPr>
            </a:lvl7pPr>
            <a:lvl8pPr marL="1296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8pPr>
            <a:lvl9pPr marL="0" indent="0" algn="l" defTabSz="914400" rtl="0" eaLnBrk="1" latinLnBrk="0" hangingPunct="1">
              <a:spcBef>
                <a:spcPts val="1600"/>
              </a:spcBef>
              <a:buFontTx/>
              <a:buNone/>
              <a:defRPr sz="1400" kern="1200">
                <a:solidFill>
                  <a:schemeClr val="tx1"/>
                </a:solidFill>
                <a:latin typeface="+mn-lt"/>
                <a:ea typeface="+mn-ea"/>
                <a:cs typeface="+mn-cs"/>
              </a:defRPr>
            </a:lvl9pPr>
          </a:lstStyle>
          <a:p>
            <a:r>
              <a:rPr lang="en-US" sz="2000" dirty="0">
                <a:solidFill>
                  <a:srgbClr val="4C4646"/>
                </a:solidFill>
              </a:rPr>
              <a:t>Era’s Center for Start-Up Training, Research and Acceleration - ECSTRA</a:t>
            </a:r>
          </a:p>
          <a:p>
            <a:pPr lvl="1"/>
            <a:r>
              <a:rPr lang="en-US" dirty="0" err="1">
                <a:solidFill>
                  <a:srgbClr val="4C4646"/>
                </a:solidFill>
              </a:rPr>
              <a:t>Tondan</a:t>
            </a:r>
            <a:r>
              <a:rPr lang="en-US" dirty="0">
                <a:solidFill>
                  <a:srgbClr val="4C4646"/>
                </a:solidFill>
              </a:rPr>
              <a:t> Marg, </a:t>
            </a:r>
            <a:r>
              <a:rPr lang="en-US" dirty="0" err="1">
                <a:solidFill>
                  <a:srgbClr val="4C4646"/>
                </a:solidFill>
              </a:rPr>
              <a:t>Sarfarazganj</a:t>
            </a:r>
            <a:endParaRPr lang="en-US" dirty="0">
              <a:solidFill>
                <a:srgbClr val="4C4646"/>
              </a:solidFill>
            </a:endParaRPr>
          </a:p>
          <a:p>
            <a:pPr lvl="1"/>
            <a:r>
              <a:rPr lang="en-US" dirty="0">
                <a:solidFill>
                  <a:srgbClr val="4C4646"/>
                </a:solidFill>
              </a:rPr>
              <a:t>Lucknow 226003, Uttar Pradesh</a:t>
            </a:r>
          </a:p>
          <a:p>
            <a:pPr lvl="1"/>
            <a:r>
              <a:rPr lang="en-US" dirty="0">
                <a:solidFill>
                  <a:srgbClr val="4C4646"/>
                </a:solidFill>
              </a:rPr>
              <a:t>India</a:t>
            </a:r>
          </a:p>
          <a:p>
            <a:pPr lvl="1"/>
            <a:r>
              <a:rPr lang="en-US" dirty="0">
                <a:solidFill>
                  <a:srgbClr val="4C4646"/>
                </a:solidFill>
              </a:rPr>
              <a:t>Phone</a:t>
            </a:r>
          </a:p>
          <a:p>
            <a:pPr lvl="1"/>
            <a:r>
              <a:rPr lang="en-US" dirty="0">
                <a:solidFill>
                  <a:srgbClr val="4C4646"/>
                </a:solidFill>
                <a:hlinkClick r:id="rId2">
                  <a:extLst>
                    <a:ext uri="{A12FA001-AC4F-418D-AE19-62706E023703}">
                      <ahyp:hlinkClr xmlns:ahyp="http://schemas.microsoft.com/office/drawing/2018/hyperlinkcolor" val="tx"/>
                    </a:ext>
                  </a:extLst>
                </a:hlinkClick>
              </a:rPr>
              <a:t>ecstra@erauniversity.in</a:t>
            </a:r>
            <a:endParaRPr lang="en-US" dirty="0">
              <a:solidFill>
                <a:srgbClr val="4C4646"/>
              </a:solidFill>
            </a:endParaRPr>
          </a:p>
          <a:p>
            <a:pPr lvl="1"/>
            <a:r>
              <a:rPr lang="en-US" dirty="0">
                <a:solidFill>
                  <a:srgbClr val="4C4646"/>
                </a:solidFill>
                <a:hlinkClick r:id="rId3">
                  <a:extLst>
                    <a:ext uri="{A12FA001-AC4F-418D-AE19-62706E023703}">
                      <ahyp:hlinkClr xmlns:ahyp="http://schemas.microsoft.com/office/drawing/2018/hyperlinkcolor" val="tx"/>
                    </a:ext>
                  </a:extLst>
                </a:hlinkClick>
              </a:rPr>
              <a:t>https://erauniversity.in/ecstra/</a:t>
            </a:r>
            <a:endParaRPr lang="en-US" dirty="0">
              <a:solidFill>
                <a:srgbClr val="4C4646"/>
              </a:solidFill>
            </a:endParaRPr>
          </a:p>
        </p:txBody>
      </p:sp>
      <p:grpSp>
        <p:nvGrpSpPr>
          <p:cNvPr id="12" name="Group 11">
            <a:extLst>
              <a:ext uri="{FF2B5EF4-FFF2-40B4-BE49-F238E27FC236}">
                <a16:creationId xmlns:a16="http://schemas.microsoft.com/office/drawing/2014/main" id="{D094B758-CB03-5AAD-0FC5-F014408BB761}"/>
              </a:ext>
            </a:extLst>
          </p:cNvPr>
          <p:cNvGrpSpPr/>
          <p:nvPr/>
        </p:nvGrpSpPr>
        <p:grpSpPr>
          <a:xfrm>
            <a:off x="539496" y="3431801"/>
            <a:ext cx="6381750" cy="0"/>
            <a:chOff x="539750" y="2962879"/>
            <a:chExt cx="6381750" cy="0"/>
          </a:xfrm>
        </p:grpSpPr>
        <p:cxnSp>
          <p:nvCxnSpPr>
            <p:cNvPr id="8" name="Gerader Verbinder 31">
              <a:extLst>
                <a:ext uri="{FF2B5EF4-FFF2-40B4-BE49-F238E27FC236}">
                  <a16:creationId xmlns:a16="http://schemas.microsoft.com/office/drawing/2014/main" id="{0AB2BF24-4358-C1E4-AF7A-43C5E1F9CE70}"/>
                </a:ext>
              </a:extLst>
            </p:cNvPr>
            <p:cNvCxnSpPr/>
            <p:nvPr/>
          </p:nvCxnSpPr>
          <p:spPr bwMode="gray">
            <a:xfrm>
              <a:off x="540000" y="2962879"/>
              <a:ext cx="6381500" cy="0"/>
            </a:xfrm>
            <a:prstGeom prst="line">
              <a:avLst/>
            </a:prstGeom>
            <a:ln w="6350" cap="flat">
              <a:solidFill>
                <a:schemeClr val="tx1"/>
              </a:solidFill>
              <a:prstDash val="solid"/>
              <a:miter lim="800000"/>
            </a:ln>
          </p:spPr>
          <p:style>
            <a:lnRef idx="1">
              <a:schemeClr val="accent1"/>
            </a:lnRef>
            <a:fillRef idx="0">
              <a:schemeClr val="accent1"/>
            </a:fillRef>
            <a:effectRef idx="0">
              <a:schemeClr val="accent1"/>
            </a:effectRef>
            <a:fontRef idx="minor">
              <a:schemeClr val="tx1"/>
            </a:fontRef>
          </p:style>
        </p:cxnSp>
        <p:cxnSp>
          <p:nvCxnSpPr>
            <p:cNvPr id="10" name="Gerader Verbinder 35">
              <a:extLst>
                <a:ext uri="{FF2B5EF4-FFF2-40B4-BE49-F238E27FC236}">
                  <a16:creationId xmlns:a16="http://schemas.microsoft.com/office/drawing/2014/main" id="{0B6486AD-D8B8-9383-84C5-B41E051E6C75}"/>
                </a:ext>
              </a:extLst>
            </p:cNvPr>
            <p:cNvCxnSpPr>
              <a:cxnSpLocks/>
            </p:cNvCxnSpPr>
            <p:nvPr/>
          </p:nvCxnSpPr>
          <p:spPr bwMode="gray">
            <a:xfrm>
              <a:off x="539750" y="2962879"/>
              <a:ext cx="832104" cy="0"/>
            </a:xfrm>
            <a:prstGeom prst="line">
              <a:avLst/>
            </a:prstGeom>
            <a:ln w="38100" cap="flat">
              <a:solidFill>
                <a:schemeClr val="tx2"/>
              </a:solidFill>
              <a:prstDash val="solid"/>
              <a:miter lim="800000"/>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8B0C7CC-2B09-B78B-9BFE-E24FDD8CAED9}"/>
              </a:ext>
            </a:extLst>
          </p:cNvPr>
          <p:cNvSpPr>
            <a:spLocks noGrp="1"/>
          </p:cNvSpPr>
          <p:nvPr>
            <p:ph type="title"/>
          </p:nvPr>
        </p:nvSpPr>
        <p:spPr>
          <a:xfrm>
            <a:off x="539496" y="365125"/>
            <a:ext cx="10067865" cy="701675"/>
          </a:xfrm>
        </p:spPr>
        <p:txBody>
          <a:bodyPr/>
          <a:lstStyle/>
          <a:p>
            <a:r>
              <a:rPr lang="en-US" dirty="0"/>
              <a:t>Contact Us!</a:t>
            </a:r>
          </a:p>
        </p:txBody>
      </p:sp>
      <p:grpSp>
        <p:nvGrpSpPr>
          <p:cNvPr id="13" name="Group 12">
            <a:extLst>
              <a:ext uri="{FF2B5EF4-FFF2-40B4-BE49-F238E27FC236}">
                <a16:creationId xmlns:a16="http://schemas.microsoft.com/office/drawing/2014/main" id="{E1488EA6-AEC2-870F-91F4-0C60CECAB375}"/>
              </a:ext>
            </a:extLst>
          </p:cNvPr>
          <p:cNvGrpSpPr/>
          <p:nvPr/>
        </p:nvGrpSpPr>
        <p:grpSpPr>
          <a:xfrm>
            <a:off x="539496" y="1589584"/>
            <a:ext cx="7332917" cy="1319433"/>
            <a:chOff x="539496" y="1355123"/>
            <a:chExt cx="7332917" cy="1319433"/>
          </a:xfrm>
        </p:grpSpPr>
        <p:sp>
          <p:nvSpPr>
            <p:cNvPr id="7" name="Content">
              <a:extLst>
                <a:ext uri="{FF2B5EF4-FFF2-40B4-BE49-F238E27FC236}">
                  <a16:creationId xmlns:a16="http://schemas.microsoft.com/office/drawing/2014/main" id="{B91F9891-1667-80E7-ACF5-5D8222DF3CF0}"/>
                </a:ext>
              </a:extLst>
            </p:cNvPr>
            <p:cNvSpPr txBox="1">
              <a:spLocks/>
            </p:cNvSpPr>
            <p:nvPr/>
          </p:nvSpPr>
          <p:spPr bwMode="gray">
            <a:xfrm>
              <a:off x="1893579" y="1477234"/>
              <a:ext cx="5978834" cy="1075212"/>
            </a:xfrm>
            <a:prstGeom prst="rect">
              <a:avLst/>
            </a:prstGeom>
            <a:ln>
              <a:noFill/>
            </a:ln>
          </p:spPr>
          <p:txBody>
            <a:bodyPr vert="horz" lIns="0" tIns="0" rIns="0" bIns="0" rtlCol="0" anchor="t" anchorCtr="0">
              <a:noAutofit/>
            </a:bodyPr>
            <a:lstStyle>
              <a:lvl1pPr marL="0" indent="0" algn="l" defTabSz="914400" rtl="0" eaLnBrk="1" latinLnBrk="0" hangingPunct="1">
                <a:lnSpc>
                  <a:spcPct val="100000"/>
                </a:lnSpc>
                <a:spcBef>
                  <a:spcPts val="0"/>
                </a:spcBef>
                <a:buFont typeface="Arial" panose="020B0604020202020204" pitchFamily="34" charset="0"/>
                <a:buNone/>
                <a:defRPr sz="1000" b="0" kern="1200">
                  <a:solidFill>
                    <a:schemeClr val="tx1"/>
                  </a:solidFill>
                  <a:latin typeface="+mn-lt"/>
                  <a:ea typeface="+mn-ea"/>
                  <a:cs typeface="+mn-cs"/>
                </a:defRPr>
              </a:lvl1pPr>
              <a:lvl2pPr marL="0" indent="0" algn="l" defTabSz="914400" rtl="0" eaLnBrk="1" latinLnBrk="0" hangingPunct="1">
                <a:lnSpc>
                  <a:spcPct val="100000"/>
                </a:lnSpc>
                <a:spcBef>
                  <a:spcPts val="0"/>
                </a:spcBef>
                <a:buClr>
                  <a:schemeClr val="bg2"/>
                </a:buClr>
                <a:buFont typeface="Arial" panose="020B0604020202020204" pitchFamily="34" charset="0"/>
                <a:buNone/>
                <a:defRPr sz="1800" kern="1200">
                  <a:solidFill>
                    <a:schemeClr val="tx1"/>
                  </a:solidFill>
                  <a:latin typeface="+mn-lt"/>
                  <a:ea typeface="+mn-ea"/>
                  <a:cs typeface="+mn-cs"/>
                </a:defRPr>
              </a:lvl2pPr>
              <a:lvl3pPr marL="216000" indent="-21600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3pPr>
              <a:lvl4pPr marL="432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648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864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6pPr>
              <a:lvl7pPr marL="1080000" indent="-216000" algn="l" defTabSz="914400" rtl="0" eaLnBrk="1" latinLnBrk="0" hangingPunct="1">
                <a:spcBef>
                  <a:spcPts val="0"/>
                </a:spcBef>
                <a:buFont typeface="Arial" panose="020B0604020202020204" pitchFamily="34" charset="0"/>
                <a:buChar char="•"/>
                <a:defRPr sz="1800" kern="1200">
                  <a:solidFill>
                    <a:schemeClr val="tx1"/>
                  </a:solidFill>
                  <a:latin typeface="+mn-lt"/>
                  <a:ea typeface="+mn-ea"/>
                  <a:cs typeface="+mn-cs"/>
                </a:defRPr>
              </a:lvl7pPr>
              <a:lvl8pPr marL="1296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8pPr>
              <a:lvl9pPr marL="0" indent="0" algn="l" defTabSz="914400" rtl="0" eaLnBrk="1" latinLnBrk="0" hangingPunct="1">
                <a:spcBef>
                  <a:spcPts val="1600"/>
                </a:spcBef>
                <a:buFontTx/>
                <a:buNone/>
                <a:defRPr sz="1400" kern="1200">
                  <a:solidFill>
                    <a:schemeClr val="tx1"/>
                  </a:solidFill>
                  <a:latin typeface="+mn-lt"/>
                  <a:ea typeface="+mn-ea"/>
                  <a:cs typeface="+mn-cs"/>
                </a:defRPr>
              </a:lvl9pPr>
            </a:lstStyle>
            <a:p>
              <a:pPr lvl="1"/>
              <a:r>
                <a:rPr lang="en-US" sz="2000" b="1" dirty="0">
                  <a:solidFill>
                    <a:srgbClr val="4C4646"/>
                  </a:solidFill>
                </a:rPr>
                <a:t>Zaw Ali Khan</a:t>
              </a:r>
            </a:p>
            <a:p>
              <a:pPr lvl="1"/>
              <a:r>
                <a:rPr lang="en-US" sz="2000" b="1" dirty="0">
                  <a:solidFill>
                    <a:srgbClr val="4C4646"/>
                  </a:solidFill>
                </a:rPr>
                <a:t>Founder &amp; CEO</a:t>
              </a:r>
            </a:p>
            <a:p>
              <a:pPr lvl="1"/>
              <a:r>
                <a:rPr lang="en-US" dirty="0">
                  <a:solidFill>
                    <a:srgbClr val="4C4646"/>
                  </a:solidFill>
                </a:rPr>
                <a:t>Phone: +91 XXXXXXXX</a:t>
              </a:r>
            </a:p>
            <a:p>
              <a:pPr lvl="1"/>
              <a:r>
                <a:rPr lang="en-US" dirty="0">
                  <a:solidFill>
                    <a:srgbClr val="4C4646"/>
                  </a:solidFill>
                  <a:hlinkClick r:id="rId4">
                    <a:extLst>
                      <a:ext uri="{A12FA001-AC4F-418D-AE19-62706E023703}">
                        <ahyp:hlinkClr xmlns:ahyp="http://schemas.microsoft.com/office/drawing/2018/hyperlinkcolor" val="tx"/>
                      </a:ext>
                    </a:extLst>
                  </a:hlinkClick>
                </a:rPr>
                <a:t>zawali@erauniversity.in</a:t>
              </a:r>
              <a:endParaRPr lang="en-US" dirty="0">
                <a:solidFill>
                  <a:srgbClr val="4C4646"/>
                </a:solidFill>
              </a:endParaRPr>
            </a:p>
          </p:txBody>
        </p:sp>
        <p:pic>
          <p:nvPicPr>
            <p:cNvPr id="11" name="Picture 10">
              <a:extLst>
                <a:ext uri="{FF2B5EF4-FFF2-40B4-BE49-F238E27FC236}">
                  <a16:creationId xmlns:a16="http://schemas.microsoft.com/office/drawing/2014/main" id="{766790A4-72D8-5E9B-4678-997250D161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9496" y="1355123"/>
              <a:ext cx="1354083" cy="1319433"/>
            </a:xfrm>
            <a:prstGeom prst="ellipse">
              <a:avLst/>
            </a:prstGeom>
          </p:spPr>
        </p:pic>
      </p:grpSp>
    </p:spTree>
    <p:extLst>
      <p:ext uri="{BB962C8B-B14F-4D97-AF65-F5344CB8AC3E}">
        <p14:creationId xmlns:p14="http://schemas.microsoft.com/office/powerpoint/2010/main" val="184520718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870B7-85BC-6538-2130-C7242C5D7EEB}"/>
              </a:ext>
            </a:extLst>
          </p:cNvPr>
          <p:cNvSpPr>
            <a:spLocks noGrp="1"/>
          </p:cNvSpPr>
          <p:nvPr>
            <p:ph type="title"/>
          </p:nvPr>
        </p:nvSpPr>
        <p:spPr/>
        <p:txBody>
          <a:bodyPr/>
          <a:lstStyle/>
          <a:p>
            <a:r>
              <a:rPr lang="en-US" dirty="0"/>
              <a:t>Era’s Center for Start-Up Training, Research and Acceleration</a:t>
            </a:r>
          </a:p>
        </p:txBody>
      </p:sp>
      <p:sp>
        <p:nvSpPr>
          <p:cNvPr id="3" name="Slide Number Placeholder 2">
            <a:extLst>
              <a:ext uri="{FF2B5EF4-FFF2-40B4-BE49-F238E27FC236}">
                <a16:creationId xmlns:a16="http://schemas.microsoft.com/office/drawing/2014/main" id="{5664DF56-6728-2AF8-7226-371925513E87}"/>
              </a:ext>
            </a:extLst>
          </p:cNvPr>
          <p:cNvSpPr>
            <a:spLocks noGrp="1"/>
          </p:cNvSpPr>
          <p:nvPr>
            <p:ph type="sldNum" sz="quarter" idx="11"/>
          </p:nvPr>
        </p:nvSpPr>
        <p:spPr/>
        <p:txBody>
          <a:bodyPr/>
          <a:lstStyle/>
          <a:p>
            <a:fld id="{7760E944-92EF-4F50-939A-662FA230D41F}" type="slidenum">
              <a:rPr lang="en-US" smtClean="0"/>
              <a:t>9</a:t>
            </a:fld>
            <a:endParaRPr lang="en-US"/>
          </a:p>
        </p:txBody>
      </p:sp>
      <p:sp>
        <p:nvSpPr>
          <p:cNvPr id="4" name="Footer Placeholder 3">
            <a:extLst>
              <a:ext uri="{FF2B5EF4-FFF2-40B4-BE49-F238E27FC236}">
                <a16:creationId xmlns:a16="http://schemas.microsoft.com/office/drawing/2014/main" id="{E938BBE1-6A4E-5294-DA09-37A7922AD480}"/>
              </a:ext>
            </a:extLst>
          </p:cNvPr>
          <p:cNvSpPr>
            <a:spLocks noGrp="1"/>
          </p:cNvSpPr>
          <p:nvPr>
            <p:ph type="ftr" sz="quarter" idx="12"/>
          </p:nvPr>
        </p:nvSpPr>
        <p:spPr/>
        <p:txBody>
          <a:bodyPr/>
          <a:lstStyle/>
          <a:p>
            <a:endParaRPr lang="en-US"/>
          </a:p>
        </p:txBody>
      </p:sp>
      <p:grpSp>
        <p:nvGrpSpPr>
          <p:cNvPr id="32" name="Group 31">
            <a:extLst>
              <a:ext uri="{FF2B5EF4-FFF2-40B4-BE49-F238E27FC236}">
                <a16:creationId xmlns:a16="http://schemas.microsoft.com/office/drawing/2014/main" id="{DB3E23EE-0E38-4B89-761A-EF287F96DB22}"/>
              </a:ext>
            </a:extLst>
          </p:cNvPr>
          <p:cNvGrpSpPr/>
          <p:nvPr/>
        </p:nvGrpSpPr>
        <p:grpSpPr>
          <a:xfrm>
            <a:off x="0" y="1052474"/>
            <a:ext cx="12192000" cy="5141951"/>
            <a:chOff x="0" y="1052474"/>
            <a:chExt cx="12192000" cy="5141951"/>
          </a:xfrm>
        </p:grpSpPr>
        <p:sp>
          <p:nvSpPr>
            <p:cNvPr id="28" name="Rectangle 27">
              <a:extLst>
                <a:ext uri="{FF2B5EF4-FFF2-40B4-BE49-F238E27FC236}">
                  <a16:creationId xmlns:a16="http://schemas.microsoft.com/office/drawing/2014/main" id="{A1745D5A-21DD-3975-8E4E-AD98449AE3D5}"/>
                </a:ext>
              </a:extLst>
            </p:cNvPr>
            <p:cNvSpPr/>
            <p:nvPr/>
          </p:nvSpPr>
          <p:spPr>
            <a:xfrm>
              <a:off x="0" y="2980628"/>
              <a:ext cx="12192000" cy="321379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DD725EC3-5A06-B4D5-421A-B5024F019CA8}"/>
                </a:ext>
              </a:extLst>
            </p:cNvPr>
            <p:cNvGrpSpPr/>
            <p:nvPr/>
          </p:nvGrpSpPr>
          <p:grpSpPr>
            <a:xfrm>
              <a:off x="0" y="1052474"/>
              <a:ext cx="12192000" cy="2385745"/>
              <a:chOff x="0" y="1052474"/>
              <a:chExt cx="12192000" cy="2385745"/>
            </a:xfrm>
          </p:grpSpPr>
          <p:sp>
            <p:nvSpPr>
              <p:cNvPr id="13" name="Rectangle 12">
                <a:extLst>
                  <a:ext uri="{FF2B5EF4-FFF2-40B4-BE49-F238E27FC236}">
                    <a16:creationId xmlns:a16="http://schemas.microsoft.com/office/drawing/2014/main" id="{AE3571CB-25B0-B557-9981-469DA0AB010C}"/>
                  </a:ext>
                </a:extLst>
              </p:cNvPr>
              <p:cNvSpPr/>
              <p:nvPr/>
            </p:nvSpPr>
            <p:spPr>
              <a:xfrm>
                <a:off x="0" y="1052474"/>
                <a:ext cx="12192000" cy="192815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8DEA2E6-C683-6549-3556-A193D2381D1D}"/>
                  </a:ext>
                </a:extLst>
              </p:cNvPr>
              <p:cNvSpPr txBox="1"/>
              <p:nvPr>
                <p:custDataLst>
                  <p:tags r:id="rId4"/>
                </p:custDataLst>
              </p:nvPr>
            </p:nvSpPr>
            <p:spPr>
              <a:xfrm>
                <a:off x="6778869" y="1415328"/>
                <a:ext cx="4721100" cy="1103680"/>
              </a:xfrm>
              <a:prstGeom prst="rect">
                <a:avLst/>
              </a:prstGeom>
              <a:noFill/>
              <a:ln>
                <a:noFill/>
              </a:ln>
              <a:effectLst/>
            </p:spPr>
            <p:txBody>
              <a:bodyPr wrap="square" rtlCol="0" anchor="t">
                <a:noAutofit/>
              </a:bodyPr>
              <a:lstStyle/>
              <a:p>
                <a:pPr marL="84138" algn="ctr" defTabSz="400049">
                  <a:spcBef>
                    <a:spcPct val="0"/>
                  </a:spcBef>
                  <a:spcAft>
                    <a:spcPct val="35000"/>
                  </a:spcAft>
                  <a:defRPr/>
                </a:pPr>
                <a:r>
                  <a:rPr lang="en-US" sz="2000" b="1" dirty="0">
                    <a:solidFill>
                      <a:srgbClr val="02478E"/>
                    </a:solidFill>
                    <a:latin typeface="+mj-lt"/>
                    <a:ea typeface="SH-Bree-Text Global Light" pitchFamily="2" charset="-128"/>
                    <a:cs typeface="SH-Bree-Text Global Light" pitchFamily="2" charset="-128"/>
                  </a:rPr>
                  <a:t>Vision:</a:t>
                </a:r>
              </a:p>
              <a:p>
                <a:pPr marL="84138" algn="ctr" defTabSz="400049">
                  <a:spcBef>
                    <a:spcPct val="0"/>
                  </a:spcBef>
                  <a:spcAft>
                    <a:spcPct val="35000"/>
                  </a:spcAft>
                  <a:defRPr/>
                </a:pPr>
                <a:r>
                  <a:rPr lang="en-US" b="1" dirty="0">
                    <a:solidFill>
                      <a:srgbClr val="02478E"/>
                    </a:solidFill>
                    <a:ea typeface="SH-Bree-Text Global Light" pitchFamily="2" charset="-128"/>
                    <a:cs typeface="SH-Bree-Text Global Light" pitchFamily="2" charset="-128"/>
                  </a:rPr>
                  <a:t>Improve healthcare and education in India and abroad for enhanced quality of care</a:t>
                </a:r>
              </a:p>
            </p:txBody>
          </p:sp>
          <p:sp>
            <p:nvSpPr>
              <p:cNvPr id="11" name="Rectangle 10">
                <a:extLst>
                  <a:ext uri="{FF2B5EF4-FFF2-40B4-BE49-F238E27FC236}">
                    <a16:creationId xmlns:a16="http://schemas.microsoft.com/office/drawing/2014/main" id="{693857F2-006A-B6A5-BFB7-C58AF0E82F98}"/>
                  </a:ext>
                </a:extLst>
              </p:cNvPr>
              <p:cNvSpPr>
                <a:spLocks noChangeAspect="1"/>
              </p:cNvSpPr>
              <p:nvPr/>
            </p:nvSpPr>
            <p:spPr>
              <a:xfrm>
                <a:off x="0" y="1053697"/>
                <a:ext cx="6778869" cy="2384522"/>
              </a:xfrm>
              <a:prstGeom prst="rect">
                <a:avLst/>
              </a:prstGeom>
              <a:blipFill dpi="0" rotWithShape="1">
                <a:blip r:embed="rId6">
                  <a:alphaModFix amt="85000"/>
                </a:blip>
                <a:srcRect/>
                <a:stretch>
                  <a:fillRect l="-2532" t="136" r="-4577" b="6246"/>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9" name="Group 28">
            <a:extLst>
              <a:ext uri="{FF2B5EF4-FFF2-40B4-BE49-F238E27FC236}">
                <a16:creationId xmlns:a16="http://schemas.microsoft.com/office/drawing/2014/main" id="{6771758F-38C3-9262-2E22-A12388C2068D}"/>
              </a:ext>
            </a:extLst>
          </p:cNvPr>
          <p:cNvGrpSpPr/>
          <p:nvPr/>
        </p:nvGrpSpPr>
        <p:grpSpPr>
          <a:xfrm>
            <a:off x="540000" y="4135022"/>
            <a:ext cx="11121899" cy="2059403"/>
            <a:chOff x="576891" y="4135022"/>
            <a:chExt cx="11121899" cy="2059403"/>
          </a:xfrm>
        </p:grpSpPr>
        <p:sp>
          <p:nvSpPr>
            <p:cNvPr id="7" name="TextBox 37">
              <a:extLst>
                <a:ext uri="{FF2B5EF4-FFF2-40B4-BE49-F238E27FC236}">
                  <a16:creationId xmlns:a16="http://schemas.microsoft.com/office/drawing/2014/main" id="{546A6EF1-8171-D61B-B610-C4C1DB21E598}"/>
                </a:ext>
              </a:extLst>
            </p:cNvPr>
            <p:cNvSpPr txBox="1">
              <a:spLocks/>
            </p:cNvSpPr>
            <p:nvPr>
              <p:custDataLst>
                <p:tags r:id="rId2"/>
              </p:custDataLst>
            </p:nvPr>
          </p:nvSpPr>
          <p:spPr bwMode="gray">
            <a:xfrm>
              <a:off x="576891" y="4135022"/>
              <a:ext cx="9312028" cy="2059403"/>
            </a:xfrm>
            <a:prstGeom prst="rect">
              <a:avLst/>
            </a:prstGeom>
            <a:noFill/>
            <a:effectLst>
              <a:outerShdw blurRad="63500" sx="102000" sy="102000" algn="ctr" rotWithShape="0">
                <a:prstClr val="black">
                  <a:alpha val="40000"/>
                </a:prstClr>
              </a:outerShdw>
            </a:effectLst>
          </p:spPr>
          <p:txBody>
            <a:bodyPr wrap="square" lIns="0" tIns="0" rIns="0" bIns="0" rtlCol="0" anchor="ctr">
              <a:noAutofit/>
            </a:bodyPr>
            <a:lstStyle/>
            <a:p>
              <a:pPr marL="84138" defTabSz="400049">
                <a:spcBef>
                  <a:spcPct val="0"/>
                </a:spcBef>
                <a:spcAft>
                  <a:spcPct val="35000"/>
                </a:spcAft>
                <a:defRPr/>
              </a:pPr>
              <a:r>
                <a:rPr lang="en-US" sz="1600" dirty="0">
                  <a:solidFill>
                    <a:srgbClr val="4C4646"/>
                  </a:solidFill>
                  <a:ea typeface="SH-Bree-Text Global Light" pitchFamily="2" charset="-128"/>
                </a:rPr>
                <a:t>“</a:t>
              </a:r>
              <a:r>
                <a:rPr lang="en-US" dirty="0">
                  <a:solidFill>
                    <a:srgbClr val="4C4646"/>
                  </a:solidFill>
                  <a:ea typeface="SH-Bree-Text Global Light" pitchFamily="2" charset="-128"/>
                </a:rPr>
                <a:t>ECSTRA is an incubation center focused on transforming healthcare and medical education through innovation. With a mission to reduce healthcare worker burnout and eliminate medical errors, ECSTRA supports tech-driven startups with mentorship, infrastructure, funding access, and a strong network. Our goal is to build a thriving ecosystem that empowers solutions for better care and learning—both in India and globally.”</a:t>
              </a:r>
              <a:endParaRPr lang="en-US" sz="1600" dirty="0">
                <a:solidFill>
                  <a:srgbClr val="4C4646"/>
                </a:solidFill>
                <a:ea typeface="SH-Bree-Text Global Light" pitchFamily="2" charset="-128"/>
              </a:endParaRPr>
            </a:p>
          </p:txBody>
        </p:sp>
        <p:grpSp>
          <p:nvGrpSpPr>
            <p:cNvPr id="14" name="Group 13">
              <a:extLst>
                <a:ext uri="{FF2B5EF4-FFF2-40B4-BE49-F238E27FC236}">
                  <a16:creationId xmlns:a16="http://schemas.microsoft.com/office/drawing/2014/main" id="{9BCF118A-C914-2175-18B7-FAB9C4AC0C15}"/>
                </a:ext>
              </a:extLst>
            </p:cNvPr>
            <p:cNvGrpSpPr>
              <a:grpSpLocks noChangeAspect="1"/>
            </p:cNvGrpSpPr>
            <p:nvPr/>
          </p:nvGrpSpPr>
          <p:grpSpPr>
            <a:xfrm>
              <a:off x="10040848" y="4135022"/>
              <a:ext cx="1657942" cy="1880412"/>
              <a:chOff x="19339939" y="2425482"/>
              <a:chExt cx="3050841" cy="3551085"/>
            </a:xfrm>
            <a:effectLst>
              <a:outerShdw blurRad="63500" sx="102000" sy="102000" algn="ctr" rotWithShape="0">
                <a:prstClr val="black">
                  <a:alpha val="40000"/>
                </a:prstClr>
              </a:outerShdw>
            </a:effectLst>
          </p:grpSpPr>
          <p:sp>
            <p:nvSpPr>
              <p:cNvPr id="15" name="Text Placeholder 2">
                <a:extLst>
                  <a:ext uri="{FF2B5EF4-FFF2-40B4-BE49-F238E27FC236}">
                    <a16:creationId xmlns:a16="http://schemas.microsoft.com/office/drawing/2014/main" id="{25B0135E-C0AE-731D-F31C-DA31A716C030}"/>
                  </a:ext>
                </a:extLst>
              </p:cNvPr>
              <p:cNvSpPr txBox="1">
                <a:spLocks noChangeAspect="1"/>
              </p:cNvSpPr>
              <p:nvPr>
                <p:custDataLst>
                  <p:tags r:id="rId3"/>
                </p:custDataLst>
              </p:nvPr>
            </p:nvSpPr>
            <p:spPr>
              <a:xfrm>
                <a:off x="19339939" y="4917180"/>
                <a:ext cx="3050841" cy="1059387"/>
              </a:xfrm>
              <a:prstGeom prst="rect">
                <a:avLst/>
              </a:prstGeom>
            </p:spPr>
            <p:txBody>
              <a:bodyPr anchor="t"/>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n-lt"/>
                    <a:ea typeface="+mn-ea"/>
                    <a:cs typeface="+mn-cs"/>
                  </a:defRPr>
                </a:lvl1pPr>
                <a:lvl2pPr marL="0" indent="0" algn="l" defTabSz="914400" rtl="0" eaLnBrk="1" latinLnBrk="0" hangingPunct="1">
                  <a:lnSpc>
                    <a:spcPct val="100000"/>
                  </a:lnSpc>
                  <a:spcBef>
                    <a:spcPts val="0"/>
                  </a:spcBef>
                  <a:buClr>
                    <a:schemeClr val="bg2"/>
                  </a:buClr>
                  <a:buFont typeface="Arial" panose="020B0604020202020204" pitchFamily="34" charset="0"/>
                  <a:buNone/>
                  <a:defRPr sz="1800" kern="1200">
                    <a:solidFill>
                      <a:schemeClr val="tx1"/>
                    </a:solidFill>
                    <a:latin typeface="+mn-lt"/>
                    <a:ea typeface="+mn-ea"/>
                    <a:cs typeface="+mn-cs"/>
                  </a:defRPr>
                </a:lvl2pPr>
                <a:lvl3pPr marL="216000" indent="-21600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3pPr>
                <a:lvl4pPr marL="432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648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864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6pPr>
                <a:lvl7pPr marL="1080000" indent="-216000" algn="l" defTabSz="914400" rtl="0" eaLnBrk="1" latinLnBrk="0" hangingPunct="1">
                  <a:spcBef>
                    <a:spcPts val="0"/>
                  </a:spcBef>
                  <a:buFont typeface="Arial" panose="020B0604020202020204" pitchFamily="34" charset="0"/>
                  <a:buChar char="•"/>
                  <a:defRPr sz="1800" kern="1200">
                    <a:solidFill>
                      <a:schemeClr val="tx1"/>
                    </a:solidFill>
                    <a:latin typeface="+mn-lt"/>
                    <a:ea typeface="+mn-ea"/>
                    <a:cs typeface="+mn-cs"/>
                  </a:defRPr>
                </a:lvl7pPr>
                <a:lvl8pPr marL="1296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8pPr>
                <a:lvl9pPr marL="0" indent="0" algn="l" defTabSz="914400" rtl="0" eaLnBrk="1" latinLnBrk="0" hangingPunct="1">
                  <a:spcBef>
                    <a:spcPts val="1600"/>
                  </a:spcBef>
                  <a:buFontTx/>
                  <a:buNone/>
                  <a:defRPr sz="1400" kern="1200">
                    <a:solidFill>
                      <a:schemeClr val="tx1"/>
                    </a:solidFill>
                    <a:latin typeface="+mn-lt"/>
                    <a:ea typeface="+mn-ea"/>
                    <a:cs typeface="+mn-cs"/>
                  </a:defRPr>
                </a:lvl9pPr>
              </a:lstStyle>
              <a:p>
                <a:pPr marL="84138" algn="ctr" defTabSz="400049">
                  <a:spcBef>
                    <a:spcPct val="0"/>
                  </a:spcBef>
                  <a:spcAft>
                    <a:spcPct val="35000"/>
                  </a:spcAft>
                  <a:defRPr/>
                </a:pPr>
                <a:r>
                  <a:rPr lang="en-US" sz="1600" dirty="0">
                    <a:solidFill>
                      <a:srgbClr val="4C4646"/>
                    </a:solidFill>
                    <a:latin typeface="+mj-lt"/>
                    <a:ea typeface="SH-Bree-Text Global Light" pitchFamily="2" charset="-128"/>
                  </a:rPr>
                  <a:t>Zaw Ali Khan</a:t>
                </a:r>
              </a:p>
              <a:p>
                <a:pPr marL="84138" algn="ctr" defTabSz="400049">
                  <a:spcBef>
                    <a:spcPct val="0"/>
                  </a:spcBef>
                  <a:spcAft>
                    <a:spcPct val="35000"/>
                  </a:spcAft>
                  <a:defRPr/>
                </a:pPr>
                <a:r>
                  <a:rPr lang="en-US" sz="1600" dirty="0">
                    <a:solidFill>
                      <a:srgbClr val="4C4646"/>
                    </a:solidFill>
                    <a:latin typeface="+mj-lt"/>
                    <a:ea typeface="SH-Bree-Text Global Light" pitchFamily="2" charset="-128"/>
                  </a:rPr>
                  <a:t>Founder &amp; CEO</a:t>
                </a:r>
              </a:p>
            </p:txBody>
          </p:sp>
          <p:pic>
            <p:nvPicPr>
              <p:cNvPr id="16" name="Picture 15">
                <a:extLst>
                  <a:ext uri="{FF2B5EF4-FFF2-40B4-BE49-F238E27FC236}">
                    <a16:creationId xmlns:a16="http://schemas.microsoft.com/office/drawing/2014/main" id="{344B35F3-4883-78A9-62F6-98F96D645C2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619511" y="2425482"/>
                <a:ext cx="2491699" cy="2491698"/>
              </a:xfrm>
              <a:prstGeom prst="ellipse">
                <a:avLst/>
              </a:prstGeom>
            </p:spPr>
          </p:pic>
        </p:grpSp>
      </p:grpSp>
      <p:sp>
        <p:nvSpPr>
          <p:cNvPr id="6" name="TextBox 5">
            <a:extLst>
              <a:ext uri="{FF2B5EF4-FFF2-40B4-BE49-F238E27FC236}">
                <a16:creationId xmlns:a16="http://schemas.microsoft.com/office/drawing/2014/main" id="{104DFD36-D6F9-195E-980F-B71EA911C82F}"/>
              </a:ext>
            </a:extLst>
          </p:cNvPr>
          <p:cNvSpPr txBox="1"/>
          <p:nvPr>
            <p:custDataLst>
              <p:tags r:id="rId1"/>
            </p:custDataLst>
          </p:nvPr>
        </p:nvSpPr>
        <p:spPr>
          <a:xfrm>
            <a:off x="533400" y="3098773"/>
            <a:ext cx="11125200" cy="1103679"/>
          </a:xfrm>
          <a:prstGeom prst="rect">
            <a:avLst/>
          </a:prstGeom>
          <a:noFill/>
          <a:ln>
            <a:noFill/>
          </a:ln>
          <a:effectLst/>
        </p:spPr>
        <p:txBody>
          <a:bodyPr wrap="square" rtlCol="0" anchor="t">
            <a:noAutofit/>
          </a:bodyPr>
          <a:lstStyle/>
          <a:p>
            <a:pPr marL="84138" algn="ctr" defTabSz="400049">
              <a:spcBef>
                <a:spcPct val="0"/>
              </a:spcBef>
              <a:spcAft>
                <a:spcPct val="35000"/>
              </a:spcAft>
              <a:defRPr/>
            </a:pPr>
            <a:r>
              <a:rPr lang="en-US" sz="2000" b="1" dirty="0">
                <a:solidFill>
                  <a:srgbClr val="4C4646"/>
                </a:solidFill>
                <a:latin typeface="+mj-lt"/>
                <a:ea typeface="SH-Bree-Text Global Light" pitchFamily="2" charset="-128"/>
              </a:rPr>
              <a:t>Mission:</a:t>
            </a:r>
          </a:p>
          <a:p>
            <a:pPr marL="84138" algn="ctr" defTabSz="400049">
              <a:spcBef>
                <a:spcPct val="0"/>
              </a:spcBef>
              <a:spcAft>
                <a:spcPct val="35000"/>
              </a:spcAft>
              <a:defRPr/>
            </a:pPr>
            <a:r>
              <a:rPr lang="en-US" b="1" dirty="0">
                <a:solidFill>
                  <a:srgbClr val="4C4646"/>
                </a:solidFill>
                <a:ea typeface="SH-Bree-Text Global Light" pitchFamily="2" charset="-128"/>
              </a:rPr>
              <a:t>To Improve healthcare outcomes by equipping patients, healthcare workers and students with solutions that reduce HCW burnout and eliminate medical errors</a:t>
            </a:r>
          </a:p>
        </p:txBody>
      </p:sp>
    </p:spTree>
    <p:extLst>
      <p:ext uri="{BB962C8B-B14F-4D97-AF65-F5344CB8AC3E}">
        <p14:creationId xmlns:p14="http://schemas.microsoft.com/office/powerpoint/2010/main" val="174326141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1000"/>
                                        <p:tgtEl>
                                          <p:spTgt spid="32"/>
                                        </p:tgtEl>
                                      </p:cBhvr>
                                    </p:animEffect>
                                  </p:childTnLst>
                                </p:cTn>
                              </p:par>
                            </p:childTnLst>
                          </p:cTn>
                        </p:par>
                        <p:par>
                          <p:cTn id="8" fill="hold">
                            <p:stCondLst>
                              <p:cond delay="1500"/>
                            </p:stCondLst>
                            <p:childTnLst>
                              <p:par>
                                <p:cTn id="9" presetID="22" presetClass="entr" presetSubtype="8" fill="hold" grpId="0" nodeType="afterEffect">
                                  <p:stCondLst>
                                    <p:cond delay="50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1000"/>
                                        <p:tgtEl>
                                          <p:spTgt spid="6"/>
                                        </p:tgtEl>
                                      </p:cBhvr>
                                    </p:animEffect>
                                  </p:childTnLst>
                                </p:cTn>
                              </p:par>
                            </p:childTnLst>
                          </p:cTn>
                        </p:par>
                        <p:par>
                          <p:cTn id="12" fill="hold">
                            <p:stCondLst>
                              <p:cond delay="3000"/>
                            </p:stCondLst>
                            <p:childTnLst>
                              <p:par>
                                <p:cTn id="13" presetID="22" presetClass="entr" presetSubtype="8" fill="hold" nodeType="afterEffect">
                                  <p:stCondLst>
                                    <p:cond delay="500"/>
                                  </p:stCondLst>
                                  <p:childTnLst>
                                    <p:set>
                                      <p:cBhvr>
                                        <p:cTn id="14" dur="1" fill="hold">
                                          <p:stCondLst>
                                            <p:cond delay="0"/>
                                          </p:stCondLst>
                                        </p:cTn>
                                        <p:tgtEl>
                                          <p:spTgt spid="29"/>
                                        </p:tgtEl>
                                        <p:attrNameLst>
                                          <p:attrName>style.visibility</p:attrName>
                                        </p:attrNameLst>
                                      </p:cBhvr>
                                      <p:to>
                                        <p:strVal val="visible"/>
                                      </p:to>
                                    </p:set>
                                    <p:animEffect transition="in" filter="wipe(left)">
                                      <p:cBhvr>
                                        <p:cTn id="15"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F703B3E-3143-E9EF-1B35-57D34891A26F}"/>
              </a:ext>
            </a:extLst>
          </p:cNvPr>
          <p:cNvSpPr/>
          <p:nvPr>
            <p:custDataLst>
              <p:tags r:id="rId1"/>
            </p:custDataLst>
          </p:nvPr>
        </p:nvSpPr>
        <p:spPr>
          <a:xfrm>
            <a:off x="0" y="3922591"/>
            <a:ext cx="12192000" cy="2271186"/>
          </a:xfrm>
          <a:prstGeom prst="rect">
            <a:avLst/>
          </a:prstGeom>
          <a:solidFill>
            <a:schemeClr val="bg1">
              <a:lumMod val="9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B8E076-BCCA-62EE-51EC-E49F85632D40}"/>
              </a:ext>
            </a:extLst>
          </p:cNvPr>
          <p:cNvSpPr>
            <a:spLocks noGrp="1"/>
          </p:cNvSpPr>
          <p:nvPr>
            <p:ph type="title"/>
          </p:nvPr>
        </p:nvSpPr>
        <p:spPr>
          <a:xfrm>
            <a:off x="540000" y="365125"/>
            <a:ext cx="10067865" cy="701676"/>
          </a:xfrm>
        </p:spPr>
        <p:txBody>
          <a:bodyPr>
            <a:normAutofit/>
          </a:bodyPr>
          <a:lstStyle/>
          <a:p>
            <a:r>
              <a:rPr lang="en-US" dirty="0"/>
              <a:t>Era’s Center for Start-Up Training, Research and Acceleration</a:t>
            </a:r>
          </a:p>
        </p:txBody>
      </p:sp>
      <p:sp>
        <p:nvSpPr>
          <p:cNvPr id="3" name="Slide Number Placeholder 2">
            <a:extLst>
              <a:ext uri="{FF2B5EF4-FFF2-40B4-BE49-F238E27FC236}">
                <a16:creationId xmlns:a16="http://schemas.microsoft.com/office/drawing/2014/main" id="{99AC6A17-FA80-19F2-A0F0-F90689144AB6}"/>
              </a:ext>
            </a:extLst>
          </p:cNvPr>
          <p:cNvSpPr>
            <a:spLocks noGrp="1"/>
          </p:cNvSpPr>
          <p:nvPr>
            <p:ph type="sldNum" sz="quarter" idx="11"/>
          </p:nvPr>
        </p:nvSpPr>
        <p:spPr/>
        <p:txBody>
          <a:bodyPr/>
          <a:lstStyle/>
          <a:p>
            <a:fld id="{7760E944-92EF-4F50-939A-662FA230D41F}" type="slidenum">
              <a:rPr lang="en-US" smtClean="0"/>
              <a:t>10</a:t>
            </a:fld>
            <a:endParaRPr lang="en-US" dirty="0"/>
          </a:p>
        </p:txBody>
      </p:sp>
      <p:sp>
        <p:nvSpPr>
          <p:cNvPr id="5" name="Rectangle: Single Corner Snipped 11">
            <a:extLst>
              <a:ext uri="{FF2B5EF4-FFF2-40B4-BE49-F238E27FC236}">
                <a16:creationId xmlns:a16="http://schemas.microsoft.com/office/drawing/2014/main" id="{70CAF4EB-BC09-5C7F-1063-5B95BF0BDB7A}"/>
              </a:ext>
            </a:extLst>
          </p:cNvPr>
          <p:cNvSpPr/>
          <p:nvPr>
            <p:custDataLst>
              <p:tags r:id="rId2"/>
            </p:custDataLst>
          </p:nvPr>
        </p:nvSpPr>
        <p:spPr>
          <a:xfrm>
            <a:off x="0" y="1529687"/>
            <a:ext cx="5462480" cy="4664090"/>
          </a:xfrm>
          <a:custGeom>
            <a:avLst/>
            <a:gdLst>
              <a:gd name="connsiteX0" fmla="*/ 0 w 5995686"/>
              <a:gd name="connsiteY0" fmla="*/ 0 h 4664090"/>
              <a:gd name="connsiteX1" fmla="*/ 5218322 w 5995686"/>
              <a:gd name="connsiteY1" fmla="*/ 0 h 4664090"/>
              <a:gd name="connsiteX2" fmla="*/ 5995686 w 5995686"/>
              <a:gd name="connsiteY2" fmla="*/ 777364 h 4664090"/>
              <a:gd name="connsiteX3" fmla="*/ 5995686 w 5995686"/>
              <a:gd name="connsiteY3" fmla="*/ 4664090 h 4664090"/>
              <a:gd name="connsiteX4" fmla="*/ 0 w 5995686"/>
              <a:gd name="connsiteY4" fmla="*/ 4664090 h 4664090"/>
              <a:gd name="connsiteX5" fmla="*/ 0 w 5995686"/>
              <a:gd name="connsiteY5" fmla="*/ 0 h 4664090"/>
              <a:gd name="connsiteX0" fmla="*/ 0 w 5995686"/>
              <a:gd name="connsiteY0" fmla="*/ 0 h 4664090"/>
              <a:gd name="connsiteX1" fmla="*/ 4547762 w 5995686"/>
              <a:gd name="connsiteY1" fmla="*/ 640080 h 4664090"/>
              <a:gd name="connsiteX2" fmla="*/ 5995686 w 5995686"/>
              <a:gd name="connsiteY2" fmla="*/ 777364 h 4664090"/>
              <a:gd name="connsiteX3" fmla="*/ 5995686 w 5995686"/>
              <a:gd name="connsiteY3" fmla="*/ 4664090 h 4664090"/>
              <a:gd name="connsiteX4" fmla="*/ 0 w 5995686"/>
              <a:gd name="connsiteY4" fmla="*/ 4664090 h 4664090"/>
              <a:gd name="connsiteX5" fmla="*/ 0 w 5995686"/>
              <a:gd name="connsiteY5" fmla="*/ 0 h 4664090"/>
              <a:gd name="connsiteX0" fmla="*/ 0 w 5995686"/>
              <a:gd name="connsiteY0" fmla="*/ 0 h 4664090"/>
              <a:gd name="connsiteX1" fmla="*/ 4547762 w 5995686"/>
              <a:gd name="connsiteY1" fmla="*/ 640080 h 4664090"/>
              <a:gd name="connsiteX2" fmla="*/ 4837446 w 5995686"/>
              <a:gd name="connsiteY2" fmla="*/ 1036444 h 4664090"/>
              <a:gd name="connsiteX3" fmla="*/ 5995686 w 5995686"/>
              <a:gd name="connsiteY3" fmla="*/ 4664090 h 4664090"/>
              <a:gd name="connsiteX4" fmla="*/ 0 w 5995686"/>
              <a:gd name="connsiteY4" fmla="*/ 4664090 h 4664090"/>
              <a:gd name="connsiteX5" fmla="*/ 0 w 5995686"/>
              <a:gd name="connsiteY5" fmla="*/ 0 h 4664090"/>
              <a:gd name="connsiteX0" fmla="*/ 0 w 5477526"/>
              <a:gd name="connsiteY0" fmla="*/ 0 h 4664090"/>
              <a:gd name="connsiteX1" fmla="*/ 4547762 w 5477526"/>
              <a:gd name="connsiteY1" fmla="*/ 640080 h 4664090"/>
              <a:gd name="connsiteX2" fmla="*/ 4837446 w 5477526"/>
              <a:gd name="connsiteY2" fmla="*/ 1036444 h 4664090"/>
              <a:gd name="connsiteX3" fmla="*/ 5477526 w 5477526"/>
              <a:gd name="connsiteY3" fmla="*/ 3589670 h 4664090"/>
              <a:gd name="connsiteX4" fmla="*/ 0 w 5477526"/>
              <a:gd name="connsiteY4" fmla="*/ 4664090 h 4664090"/>
              <a:gd name="connsiteX5" fmla="*/ 0 w 5477526"/>
              <a:gd name="connsiteY5" fmla="*/ 0 h 4664090"/>
              <a:gd name="connsiteX0" fmla="*/ 0 w 5477526"/>
              <a:gd name="connsiteY0" fmla="*/ 0 h 4664090"/>
              <a:gd name="connsiteX1" fmla="*/ 5172795 w 5477526"/>
              <a:gd name="connsiteY1" fmla="*/ 339138 h 4664090"/>
              <a:gd name="connsiteX2" fmla="*/ 4837446 w 5477526"/>
              <a:gd name="connsiteY2" fmla="*/ 1036444 h 4664090"/>
              <a:gd name="connsiteX3" fmla="*/ 5477526 w 5477526"/>
              <a:gd name="connsiteY3" fmla="*/ 3589670 h 4664090"/>
              <a:gd name="connsiteX4" fmla="*/ 0 w 5477526"/>
              <a:gd name="connsiteY4" fmla="*/ 4664090 h 4664090"/>
              <a:gd name="connsiteX5" fmla="*/ 0 w 5477526"/>
              <a:gd name="connsiteY5" fmla="*/ 0 h 4664090"/>
              <a:gd name="connsiteX0" fmla="*/ 0 w 5477526"/>
              <a:gd name="connsiteY0" fmla="*/ 0 h 4664090"/>
              <a:gd name="connsiteX1" fmla="*/ 5172795 w 5477526"/>
              <a:gd name="connsiteY1" fmla="*/ 339138 h 4664090"/>
              <a:gd name="connsiteX2" fmla="*/ 4930044 w 5477526"/>
              <a:gd name="connsiteY2" fmla="*/ 2031867 h 4664090"/>
              <a:gd name="connsiteX3" fmla="*/ 5477526 w 5477526"/>
              <a:gd name="connsiteY3" fmla="*/ 3589670 h 4664090"/>
              <a:gd name="connsiteX4" fmla="*/ 0 w 5477526"/>
              <a:gd name="connsiteY4" fmla="*/ 4664090 h 4664090"/>
              <a:gd name="connsiteX5" fmla="*/ 0 w 5477526"/>
              <a:gd name="connsiteY5" fmla="*/ 0 h 4664090"/>
              <a:gd name="connsiteX0" fmla="*/ 0 w 5199733"/>
              <a:gd name="connsiteY0" fmla="*/ 0 h 4664090"/>
              <a:gd name="connsiteX1" fmla="*/ 5172795 w 5199733"/>
              <a:gd name="connsiteY1" fmla="*/ 339138 h 4664090"/>
              <a:gd name="connsiteX2" fmla="*/ 4930044 w 5199733"/>
              <a:gd name="connsiteY2" fmla="*/ 2031867 h 4664090"/>
              <a:gd name="connsiteX3" fmla="*/ 5199733 w 5199733"/>
              <a:gd name="connsiteY3" fmla="*/ 3994784 h 4664090"/>
              <a:gd name="connsiteX4" fmla="*/ 0 w 5199733"/>
              <a:gd name="connsiteY4" fmla="*/ 4664090 h 4664090"/>
              <a:gd name="connsiteX5" fmla="*/ 0 w 5199733"/>
              <a:gd name="connsiteY5" fmla="*/ 0 h 4664090"/>
              <a:gd name="connsiteX0" fmla="*/ 0 w 5462480"/>
              <a:gd name="connsiteY0" fmla="*/ 0 h 4664090"/>
              <a:gd name="connsiteX1" fmla="*/ 5172795 w 5462480"/>
              <a:gd name="connsiteY1" fmla="*/ 339138 h 4664090"/>
              <a:gd name="connsiteX2" fmla="*/ 5462480 w 5462480"/>
              <a:gd name="connsiteY2" fmla="*/ 2159189 h 4664090"/>
              <a:gd name="connsiteX3" fmla="*/ 5199733 w 5462480"/>
              <a:gd name="connsiteY3" fmla="*/ 3994784 h 4664090"/>
              <a:gd name="connsiteX4" fmla="*/ 0 w 5462480"/>
              <a:gd name="connsiteY4" fmla="*/ 4664090 h 4664090"/>
              <a:gd name="connsiteX5" fmla="*/ 0 w 5462480"/>
              <a:gd name="connsiteY5" fmla="*/ 0 h 4664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62480" h="4664090">
                <a:moveTo>
                  <a:pt x="0" y="0"/>
                </a:moveTo>
                <a:lnTo>
                  <a:pt x="5172795" y="339138"/>
                </a:lnTo>
                <a:lnTo>
                  <a:pt x="5462480" y="2159189"/>
                </a:lnTo>
                <a:lnTo>
                  <a:pt x="5199733" y="3994784"/>
                </a:lnTo>
                <a:lnTo>
                  <a:pt x="0" y="4664090"/>
                </a:lnTo>
                <a:lnTo>
                  <a:pt x="0" y="0"/>
                </a:lnTo>
                <a:close/>
              </a:path>
            </a:pathLst>
          </a:custGeom>
          <a:blipFill>
            <a:blip r:embed="rId8"/>
            <a:stretch>
              <a:fillRect/>
            </a:stretch>
          </a:blip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37">
            <a:extLst>
              <a:ext uri="{FF2B5EF4-FFF2-40B4-BE49-F238E27FC236}">
                <a16:creationId xmlns:a16="http://schemas.microsoft.com/office/drawing/2014/main" id="{85025BF2-A969-EFEF-D4BE-DD8FC587B520}"/>
              </a:ext>
            </a:extLst>
          </p:cNvPr>
          <p:cNvSpPr txBox="1">
            <a:spLocks/>
          </p:cNvSpPr>
          <p:nvPr>
            <p:custDataLst>
              <p:tags r:id="rId3"/>
            </p:custDataLst>
          </p:nvPr>
        </p:nvSpPr>
        <p:spPr bwMode="gray">
          <a:xfrm>
            <a:off x="5805060" y="4117978"/>
            <a:ext cx="4139039" cy="1880412"/>
          </a:xfrm>
          <a:prstGeom prst="rect">
            <a:avLst/>
          </a:prstGeom>
          <a:noFill/>
          <a:effectLst>
            <a:outerShdw blurRad="63500" sx="102000" sy="102000" algn="ctr" rotWithShape="0">
              <a:prstClr val="black">
                <a:alpha val="40000"/>
              </a:prstClr>
            </a:outerShdw>
          </a:effectLst>
        </p:spPr>
        <p:txBody>
          <a:bodyPr wrap="square" lIns="0" tIns="0" rIns="0" bIns="0" rtlCol="0" anchor="ctr">
            <a:noAutofit/>
          </a:bodyPr>
          <a:lstStyle/>
          <a:p>
            <a:pPr marL="84138" defTabSz="400049">
              <a:spcBef>
                <a:spcPct val="0"/>
              </a:spcBef>
              <a:spcAft>
                <a:spcPct val="35000"/>
              </a:spcAft>
              <a:defRPr/>
            </a:pPr>
            <a:r>
              <a:rPr lang="en-US" sz="1400" dirty="0">
                <a:solidFill>
                  <a:srgbClr val="4C4646"/>
                </a:solidFill>
                <a:ea typeface="SH-Bree-Text Global Light" pitchFamily="2" charset="-128"/>
              </a:rPr>
              <a:t>“ECSTRA is an incubation center focused on transforming healthcare and medical education through innovation. With a mission to reduce healthcare worker burnout and eliminate medical errors, ECSTRA supports tech-driven startups with mentorship, infrastructure, funding access, and a strong network. Our goal is to build a thriving ecosystem that empowers solutions for better care and learning—both in India and globally.”</a:t>
            </a:r>
          </a:p>
        </p:txBody>
      </p:sp>
      <p:grpSp>
        <p:nvGrpSpPr>
          <p:cNvPr id="8" name="Group 7">
            <a:extLst>
              <a:ext uri="{FF2B5EF4-FFF2-40B4-BE49-F238E27FC236}">
                <a16:creationId xmlns:a16="http://schemas.microsoft.com/office/drawing/2014/main" id="{8BB040E0-1D34-F395-3644-BB363729C292}"/>
              </a:ext>
            </a:extLst>
          </p:cNvPr>
          <p:cNvGrpSpPr>
            <a:grpSpLocks noChangeAspect="1"/>
          </p:cNvGrpSpPr>
          <p:nvPr/>
        </p:nvGrpSpPr>
        <p:grpSpPr>
          <a:xfrm>
            <a:off x="10094039" y="4117978"/>
            <a:ext cx="1657942" cy="1880412"/>
            <a:chOff x="1844928" y="2694779"/>
            <a:chExt cx="3050841" cy="3551084"/>
          </a:xfrm>
          <a:effectLst>
            <a:outerShdw blurRad="63500" sx="102000" sy="102000" algn="ctr" rotWithShape="0">
              <a:prstClr val="black">
                <a:alpha val="40000"/>
              </a:prstClr>
            </a:outerShdw>
          </a:effectLst>
        </p:grpSpPr>
        <p:sp>
          <p:nvSpPr>
            <p:cNvPr id="9" name="Text Placeholder 2">
              <a:extLst>
                <a:ext uri="{FF2B5EF4-FFF2-40B4-BE49-F238E27FC236}">
                  <a16:creationId xmlns:a16="http://schemas.microsoft.com/office/drawing/2014/main" id="{A8383B8E-3CBE-2D71-58C1-DB15AB7E691A}"/>
                </a:ext>
              </a:extLst>
            </p:cNvPr>
            <p:cNvSpPr txBox="1">
              <a:spLocks noChangeAspect="1"/>
            </p:cNvSpPr>
            <p:nvPr>
              <p:custDataLst>
                <p:tags r:id="rId6"/>
              </p:custDataLst>
            </p:nvPr>
          </p:nvSpPr>
          <p:spPr>
            <a:xfrm>
              <a:off x="1844928" y="5186477"/>
              <a:ext cx="3050841" cy="1059386"/>
            </a:xfrm>
            <a:prstGeom prst="rect">
              <a:avLst/>
            </a:prstGeom>
          </p:spPr>
          <p:txBody>
            <a:bodyPr anchor="t"/>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n-lt"/>
                  <a:ea typeface="+mn-ea"/>
                  <a:cs typeface="+mn-cs"/>
                </a:defRPr>
              </a:lvl1pPr>
              <a:lvl2pPr marL="0" indent="0" algn="l" defTabSz="914400" rtl="0" eaLnBrk="1" latinLnBrk="0" hangingPunct="1">
                <a:lnSpc>
                  <a:spcPct val="100000"/>
                </a:lnSpc>
                <a:spcBef>
                  <a:spcPts val="0"/>
                </a:spcBef>
                <a:buClr>
                  <a:schemeClr val="bg2"/>
                </a:buClr>
                <a:buFont typeface="Arial" panose="020B0604020202020204" pitchFamily="34" charset="0"/>
                <a:buNone/>
                <a:defRPr sz="1800" kern="1200">
                  <a:solidFill>
                    <a:schemeClr val="tx1"/>
                  </a:solidFill>
                  <a:latin typeface="+mn-lt"/>
                  <a:ea typeface="+mn-ea"/>
                  <a:cs typeface="+mn-cs"/>
                </a:defRPr>
              </a:lvl2pPr>
              <a:lvl3pPr marL="216000" indent="-21600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3pPr>
              <a:lvl4pPr marL="432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648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864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6pPr>
              <a:lvl7pPr marL="1080000" indent="-216000" algn="l" defTabSz="914400" rtl="0" eaLnBrk="1" latinLnBrk="0" hangingPunct="1">
                <a:spcBef>
                  <a:spcPts val="0"/>
                </a:spcBef>
                <a:buFont typeface="Arial" panose="020B0604020202020204" pitchFamily="34" charset="0"/>
                <a:buChar char="•"/>
                <a:defRPr sz="1800" kern="1200">
                  <a:solidFill>
                    <a:schemeClr val="tx1"/>
                  </a:solidFill>
                  <a:latin typeface="+mn-lt"/>
                  <a:ea typeface="+mn-ea"/>
                  <a:cs typeface="+mn-cs"/>
                </a:defRPr>
              </a:lvl7pPr>
              <a:lvl8pPr marL="1296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8pPr>
              <a:lvl9pPr marL="0" indent="0" algn="l" defTabSz="914400" rtl="0" eaLnBrk="1" latinLnBrk="0" hangingPunct="1">
                <a:spcBef>
                  <a:spcPts val="1600"/>
                </a:spcBef>
                <a:buFontTx/>
                <a:buNone/>
                <a:defRPr sz="1400" kern="1200">
                  <a:solidFill>
                    <a:schemeClr val="tx1"/>
                  </a:solidFill>
                  <a:latin typeface="+mn-lt"/>
                  <a:ea typeface="+mn-ea"/>
                  <a:cs typeface="+mn-cs"/>
                </a:defRPr>
              </a:lvl9pPr>
            </a:lstStyle>
            <a:p>
              <a:pPr marL="84138" algn="ctr" defTabSz="400049">
                <a:spcBef>
                  <a:spcPct val="0"/>
                </a:spcBef>
                <a:spcAft>
                  <a:spcPct val="35000"/>
                </a:spcAft>
                <a:defRPr/>
              </a:pPr>
              <a:r>
                <a:rPr lang="en-US" sz="1600" dirty="0">
                  <a:solidFill>
                    <a:srgbClr val="4C4646"/>
                  </a:solidFill>
                  <a:latin typeface="+mj-lt"/>
                  <a:ea typeface="SH-Bree-Text Global Light" pitchFamily="2" charset="-128"/>
                </a:rPr>
                <a:t>Zaw Ali Khan</a:t>
              </a:r>
            </a:p>
            <a:p>
              <a:pPr marL="84138" algn="ctr" defTabSz="400049">
                <a:spcBef>
                  <a:spcPct val="0"/>
                </a:spcBef>
                <a:spcAft>
                  <a:spcPct val="35000"/>
                </a:spcAft>
                <a:defRPr/>
              </a:pPr>
              <a:r>
                <a:rPr lang="en-US" sz="1600" dirty="0">
                  <a:solidFill>
                    <a:srgbClr val="4C4646"/>
                  </a:solidFill>
                  <a:latin typeface="+mj-lt"/>
                  <a:ea typeface="SH-Bree-Text Global Light" pitchFamily="2" charset="-128"/>
                </a:rPr>
                <a:t>Founder &amp; CEO</a:t>
              </a:r>
            </a:p>
          </p:txBody>
        </p:sp>
        <p:pic>
          <p:nvPicPr>
            <p:cNvPr id="10" name="Picture 9">
              <a:extLst>
                <a:ext uri="{FF2B5EF4-FFF2-40B4-BE49-F238E27FC236}">
                  <a16:creationId xmlns:a16="http://schemas.microsoft.com/office/drawing/2014/main" id="{1DBB9F95-EFA7-DB1F-AB8E-02013E3AE1A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124499" y="2694779"/>
              <a:ext cx="2491698" cy="2491698"/>
            </a:xfrm>
            <a:prstGeom prst="ellipse">
              <a:avLst/>
            </a:prstGeom>
          </p:spPr>
        </p:pic>
      </p:grpSp>
      <p:sp>
        <p:nvSpPr>
          <p:cNvPr id="11" name="TextBox 10">
            <a:extLst>
              <a:ext uri="{FF2B5EF4-FFF2-40B4-BE49-F238E27FC236}">
                <a16:creationId xmlns:a16="http://schemas.microsoft.com/office/drawing/2014/main" id="{F3CCB193-0A93-7119-625A-F2F339395A9F}"/>
              </a:ext>
            </a:extLst>
          </p:cNvPr>
          <p:cNvSpPr txBox="1"/>
          <p:nvPr>
            <p:custDataLst>
              <p:tags r:id="rId4"/>
            </p:custDataLst>
          </p:nvPr>
        </p:nvSpPr>
        <p:spPr>
          <a:xfrm>
            <a:off x="5751979" y="1342108"/>
            <a:ext cx="6116171" cy="1061829"/>
          </a:xfrm>
          <a:prstGeom prst="rect">
            <a:avLst/>
          </a:prstGeom>
          <a:noFill/>
          <a:effectLst>
            <a:outerShdw blurRad="63500" sx="102000" sy="102000" algn="ctr" rotWithShape="0">
              <a:prstClr val="black">
                <a:alpha val="40000"/>
              </a:prstClr>
            </a:outerShdw>
          </a:effectLst>
        </p:spPr>
        <p:txBody>
          <a:bodyPr wrap="square" rtlCol="0">
            <a:spAutoFit/>
          </a:bodyPr>
          <a:lstStyle/>
          <a:p>
            <a:pPr marL="84138" defTabSz="400049">
              <a:spcBef>
                <a:spcPct val="0"/>
              </a:spcBef>
              <a:spcAft>
                <a:spcPct val="35000"/>
              </a:spcAft>
              <a:defRPr/>
            </a:pPr>
            <a:r>
              <a:rPr lang="en-US" sz="2000" b="1" dirty="0">
                <a:solidFill>
                  <a:srgbClr val="4C4646"/>
                </a:solidFill>
                <a:latin typeface="+mj-lt"/>
                <a:ea typeface="SH-Bree-Text Global Light" pitchFamily="2" charset="-128"/>
                <a:cs typeface="SH-Bree-Text Global Light" pitchFamily="2" charset="-128"/>
              </a:rPr>
              <a:t>Vision:</a:t>
            </a:r>
          </a:p>
          <a:p>
            <a:pPr marL="84138" defTabSz="400049">
              <a:spcBef>
                <a:spcPct val="0"/>
              </a:spcBef>
              <a:spcAft>
                <a:spcPct val="35000"/>
              </a:spcAft>
              <a:defRPr/>
            </a:pPr>
            <a:r>
              <a:rPr lang="en-US" b="1" dirty="0">
                <a:solidFill>
                  <a:srgbClr val="4C4646"/>
                </a:solidFill>
                <a:ea typeface="SH-Bree-Text Global Light" pitchFamily="2" charset="-128"/>
                <a:cs typeface="SH-Bree-Text Global Light" pitchFamily="2" charset="-128"/>
              </a:rPr>
              <a:t>Improve healthcare and education in India and abroad for enhanced quality of care</a:t>
            </a:r>
          </a:p>
        </p:txBody>
      </p:sp>
      <p:sp>
        <p:nvSpPr>
          <p:cNvPr id="12" name="TextBox 11">
            <a:extLst>
              <a:ext uri="{FF2B5EF4-FFF2-40B4-BE49-F238E27FC236}">
                <a16:creationId xmlns:a16="http://schemas.microsoft.com/office/drawing/2014/main" id="{436929A0-4703-3E52-F7FA-0E36CA0861C3}"/>
              </a:ext>
            </a:extLst>
          </p:cNvPr>
          <p:cNvSpPr txBox="1"/>
          <p:nvPr>
            <p:custDataLst>
              <p:tags r:id="rId5"/>
            </p:custDataLst>
          </p:nvPr>
        </p:nvSpPr>
        <p:spPr>
          <a:xfrm>
            <a:off x="5751979" y="2509239"/>
            <a:ext cx="5975350" cy="1338828"/>
          </a:xfrm>
          <a:prstGeom prst="rect">
            <a:avLst/>
          </a:prstGeom>
          <a:noFill/>
          <a:effectLst>
            <a:outerShdw blurRad="63500" sx="102000" sy="102000" algn="ctr" rotWithShape="0">
              <a:prstClr val="black">
                <a:alpha val="40000"/>
              </a:prstClr>
            </a:outerShdw>
          </a:effectLst>
        </p:spPr>
        <p:txBody>
          <a:bodyPr wrap="square" rtlCol="0">
            <a:spAutoFit/>
          </a:bodyPr>
          <a:lstStyle/>
          <a:p>
            <a:pPr marL="84138" defTabSz="400049">
              <a:spcBef>
                <a:spcPct val="0"/>
              </a:spcBef>
              <a:spcAft>
                <a:spcPct val="35000"/>
              </a:spcAft>
              <a:defRPr/>
            </a:pPr>
            <a:r>
              <a:rPr lang="en-US" sz="2000" b="1" dirty="0">
                <a:solidFill>
                  <a:srgbClr val="4C4646"/>
                </a:solidFill>
                <a:latin typeface="+mj-lt"/>
                <a:ea typeface="SH-Bree-Text Global Light" pitchFamily="2" charset="-128"/>
              </a:rPr>
              <a:t>Mission:</a:t>
            </a:r>
          </a:p>
          <a:p>
            <a:pPr marL="84138" defTabSz="400049">
              <a:spcBef>
                <a:spcPct val="0"/>
              </a:spcBef>
              <a:spcAft>
                <a:spcPct val="35000"/>
              </a:spcAft>
              <a:defRPr/>
            </a:pPr>
            <a:r>
              <a:rPr lang="en-US" b="1" dirty="0">
                <a:solidFill>
                  <a:srgbClr val="4C4646"/>
                </a:solidFill>
                <a:ea typeface="SH-Bree-Text Global Light" pitchFamily="2" charset="-128"/>
              </a:rPr>
              <a:t>To Improve healthcare outcomes by equipping patients, healthcare workers and students with solutions that reduce HCW burnout and eliminate medical errors</a:t>
            </a:r>
          </a:p>
        </p:txBody>
      </p:sp>
    </p:spTree>
    <p:extLst>
      <p:ext uri="{BB962C8B-B14F-4D97-AF65-F5344CB8AC3E}">
        <p14:creationId xmlns:p14="http://schemas.microsoft.com/office/powerpoint/2010/main" val="943229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5" grpId="0" animBg="1"/>
      <p:bldP spid="7" grpId="0"/>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F5770-5D15-4DF9-4013-E4AA89D248AE}"/>
              </a:ext>
            </a:extLst>
          </p:cNvPr>
          <p:cNvSpPr>
            <a:spLocks noGrp="1"/>
          </p:cNvSpPr>
          <p:nvPr>
            <p:ph type="title"/>
          </p:nvPr>
        </p:nvSpPr>
        <p:spPr>
          <a:xfrm>
            <a:off x="540000" y="365125"/>
            <a:ext cx="10067865" cy="1181990"/>
          </a:xfrm>
        </p:spPr>
        <p:txBody>
          <a:bodyPr>
            <a:normAutofit/>
          </a:bodyPr>
          <a:lstStyle/>
          <a:p>
            <a:r>
              <a:rPr lang="en-US" dirty="0"/>
              <a:t>We have build a thriving ecosystem that empowers solutions for better care and learning</a:t>
            </a:r>
          </a:p>
        </p:txBody>
      </p:sp>
      <p:sp>
        <p:nvSpPr>
          <p:cNvPr id="3" name="Slide Number Placeholder 2">
            <a:extLst>
              <a:ext uri="{FF2B5EF4-FFF2-40B4-BE49-F238E27FC236}">
                <a16:creationId xmlns:a16="http://schemas.microsoft.com/office/drawing/2014/main" id="{51B048F3-B067-D449-7C70-2034A07DA0AF}"/>
              </a:ext>
            </a:extLst>
          </p:cNvPr>
          <p:cNvSpPr>
            <a:spLocks noGrp="1"/>
          </p:cNvSpPr>
          <p:nvPr>
            <p:ph type="sldNum" sz="quarter" idx="11"/>
          </p:nvPr>
        </p:nvSpPr>
        <p:spPr/>
        <p:txBody>
          <a:bodyPr/>
          <a:lstStyle/>
          <a:p>
            <a:fld id="{7760E944-92EF-4F50-939A-662FA230D41F}" type="slidenum">
              <a:rPr lang="en-US" smtClean="0"/>
              <a:t>11</a:t>
            </a:fld>
            <a:endParaRPr lang="en-US"/>
          </a:p>
        </p:txBody>
      </p:sp>
      <p:grpSp>
        <p:nvGrpSpPr>
          <p:cNvPr id="5" name="Group 4">
            <a:extLst>
              <a:ext uri="{FF2B5EF4-FFF2-40B4-BE49-F238E27FC236}">
                <a16:creationId xmlns:a16="http://schemas.microsoft.com/office/drawing/2014/main" id="{D66AEC75-C28A-2E8A-9405-51CB7AA30EAE}"/>
              </a:ext>
            </a:extLst>
          </p:cNvPr>
          <p:cNvGrpSpPr>
            <a:grpSpLocks noChangeAspect="1"/>
          </p:cNvGrpSpPr>
          <p:nvPr/>
        </p:nvGrpSpPr>
        <p:grpSpPr>
          <a:xfrm>
            <a:off x="631243" y="1547120"/>
            <a:ext cx="10963641" cy="4493595"/>
            <a:chOff x="631243" y="1547120"/>
            <a:chExt cx="10963641" cy="4493595"/>
          </a:xfrm>
          <a:effectLst/>
        </p:grpSpPr>
        <p:cxnSp>
          <p:nvCxnSpPr>
            <p:cNvPr id="6" name="Straight Connector 5">
              <a:extLst>
                <a:ext uri="{FF2B5EF4-FFF2-40B4-BE49-F238E27FC236}">
                  <a16:creationId xmlns:a16="http://schemas.microsoft.com/office/drawing/2014/main" id="{8DAEF220-B4A9-707D-F191-891F1E0AF6AA}"/>
                </a:ext>
              </a:extLst>
            </p:cNvPr>
            <p:cNvCxnSpPr>
              <a:cxnSpLocks/>
            </p:cNvCxnSpPr>
            <p:nvPr/>
          </p:nvCxnSpPr>
          <p:spPr>
            <a:xfrm>
              <a:off x="5794218" y="3429000"/>
              <a:ext cx="0" cy="87631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74C7142-2EDF-D998-708E-E8DB9461CABD}"/>
                </a:ext>
              </a:extLst>
            </p:cNvPr>
            <p:cNvCxnSpPr/>
            <p:nvPr/>
          </p:nvCxnSpPr>
          <p:spPr>
            <a:xfrm>
              <a:off x="6542349" y="3306420"/>
              <a:ext cx="1629911"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600DCF5-4079-D60B-6480-1AF72EDBFA51}"/>
                </a:ext>
              </a:extLst>
            </p:cNvPr>
            <p:cNvCxnSpPr>
              <a:cxnSpLocks/>
              <a:stCxn id="21" idx="3"/>
            </p:cNvCxnSpPr>
            <p:nvPr/>
          </p:nvCxnSpPr>
          <p:spPr>
            <a:xfrm>
              <a:off x="4019739" y="2945791"/>
              <a:ext cx="1629911" cy="0"/>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0C86148C-C7AC-2D78-F5F9-851D336C8769}"/>
                </a:ext>
              </a:extLst>
            </p:cNvPr>
            <p:cNvGrpSpPr/>
            <p:nvPr/>
          </p:nvGrpSpPr>
          <p:grpSpPr>
            <a:xfrm>
              <a:off x="4944498" y="1855546"/>
              <a:ext cx="2211387" cy="2211387"/>
              <a:chOff x="4944497" y="1574216"/>
              <a:chExt cx="2211387" cy="2211387"/>
            </a:xfrm>
          </p:grpSpPr>
          <p:sp>
            <p:nvSpPr>
              <p:cNvPr id="25" name="Oval 24">
                <a:extLst>
                  <a:ext uri="{FF2B5EF4-FFF2-40B4-BE49-F238E27FC236}">
                    <a16:creationId xmlns:a16="http://schemas.microsoft.com/office/drawing/2014/main" id="{2E5B1E14-D346-DA29-9D8B-7115817EA5FB}"/>
                  </a:ext>
                </a:extLst>
              </p:cNvPr>
              <p:cNvSpPr>
                <a:spLocks noChangeAspect="1"/>
              </p:cNvSpPr>
              <p:nvPr/>
            </p:nvSpPr>
            <p:spPr>
              <a:xfrm>
                <a:off x="4944497" y="1574216"/>
                <a:ext cx="2211387" cy="2211387"/>
              </a:xfrm>
              <a:prstGeom prst="ellipse">
                <a:avLst/>
              </a:prstGeom>
              <a:solidFill>
                <a:schemeClr val="bg1"/>
              </a:solidFill>
              <a:ln w="38100">
                <a:solidFill>
                  <a:srgbClr val="02478E"/>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166">
                <a:extLst>
                  <a:ext uri="{FF2B5EF4-FFF2-40B4-BE49-F238E27FC236}">
                    <a16:creationId xmlns:a16="http://schemas.microsoft.com/office/drawing/2014/main" id="{697D027F-C3EC-7BEC-A54B-CDB2D99712F9}"/>
                  </a:ext>
                </a:extLst>
              </p:cNvPr>
              <p:cNvGrpSpPr>
                <a:grpSpLocks noChangeAspect="1"/>
              </p:cNvGrpSpPr>
              <p:nvPr/>
            </p:nvGrpSpPr>
            <p:grpSpPr bwMode="gray">
              <a:xfrm>
                <a:off x="5194581" y="2113833"/>
                <a:ext cx="1711219" cy="1132153"/>
                <a:chOff x="4767299" y="3238788"/>
                <a:chExt cx="2461697" cy="1628674"/>
              </a:xfrm>
            </p:grpSpPr>
            <p:pic>
              <p:nvPicPr>
                <p:cNvPr id="27" name="Graphic 155">
                  <a:extLst>
                    <a:ext uri="{FF2B5EF4-FFF2-40B4-BE49-F238E27FC236}">
                      <a16:creationId xmlns:a16="http://schemas.microsoft.com/office/drawing/2014/main" id="{5F0EE5B0-3727-7139-BB2B-CEFDDFA08EBB}"/>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5446674" y="3238788"/>
                  <a:ext cx="1782322" cy="1628674"/>
                </a:xfrm>
                <a:prstGeom prst="rect">
                  <a:avLst/>
                </a:prstGeom>
              </p:spPr>
            </p:pic>
            <p:grpSp>
              <p:nvGrpSpPr>
                <p:cNvPr id="28" name="Group 156">
                  <a:extLst>
                    <a:ext uri="{FF2B5EF4-FFF2-40B4-BE49-F238E27FC236}">
                      <a16:creationId xmlns:a16="http://schemas.microsoft.com/office/drawing/2014/main" id="{2C66A86A-047D-F688-E71C-325F0AF71F93}"/>
                    </a:ext>
                  </a:extLst>
                </p:cNvPr>
                <p:cNvGrpSpPr>
                  <a:grpSpLocks/>
                </p:cNvGrpSpPr>
                <p:nvPr/>
              </p:nvGrpSpPr>
              <p:grpSpPr bwMode="gray">
                <a:xfrm>
                  <a:off x="4991222" y="3740086"/>
                  <a:ext cx="1848644" cy="1127376"/>
                  <a:chOff x="1731161" y="1909286"/>
                  <a:chExt cx="1688793" cy="1029893"/>
                </a:xfrm>
              </p:grpSpPr>
              <p:sp>
                <p:nvSpPr>
                  <p:cNvPr id="35" name="Freeform 117">
                    <a:extLst>
                      <a:ext uri="{FF2B5EF4-FFF2-40B4-BE49-F238E27FC236}">
                        <a16:creationId xmlns:a16="http://schemas.microsoft.com/office/drawing/2014/main" id="{89D60EFF-F394-1345-0585-C50EB59DBE1C}"/>
                      </a:ext>
                    </a:extLst>
                  </p:cNvPr>
                  <p:cNvSpPr>
                    <a:spLocks/>
                  </p:cNvSpPr>
                  <p:nvPr/>
                </p:nvSpPr>
                <p:spPr bwMode="gray">
                  <a:xfrm>
                    <a:off x="1731161" y="1909286"/>
                    <a:ext cx="1688793" cy="1029886"/>
                  </a:xfrm>
                  <a:custGeom>
                    <a:avLst/>
                    <a:gdLst>
                      <a:gd name="T0" fmla="*/ 109 w 305"/>
                      <a:gd name="T1" fmla="*/ 0 h 186"/>
                      <a:gd name="T2" fmla="*/ 105 w 305"/>
                      <a:gd name="T3" fmla="*/ 12 h 186"/>
                      <a:gd name="T4" fmla="*/ 94 w 305"/>
                      <a:gd name="T5" fmla="*/ 12 h 186"/>
                      <a:gd name="T6" fmla="*/ 94 w 305"/>
                      <a:gd name="T7" fmla="*/ 85 h 186"/>
                      <a:gd name="T8" fmla="*/ 35 w 305"/>
                      <a:gd name="T9" fmla="*/ 85 h 186"/>
                      <a:gd name="T10" fmla="*/ 35 w 305"/>
                      <a:gd name="T11" fmla="*/ 158 h 186"/>
                      <a:gd name="T12" fmla="*/ 47 w 305"/>
                      <a:gd name="T13" fmla="*/ 158 h 186"/>
                      <a:gd name="T14" fmla="*/ 47 w 305"/>
                      <a:gd name="T15" fmla="*/ 165 h 186"/>
                      <a:gd name="T16" fmla="*/ 0 w 305"/>
                      <a:gd name="T17" fmla="*/ 165 h 186"/>
                      <a:gd name="T18" fmla="*/ 0 w 305"/>
                      <a:gd name="T19" fmla="*/ 186 h 186"/>
                      <a:gd name="T20" fmla="*/ 305 w 305"/>
                      <a:gd name="T21" fmla="*/ 186 h 186"/>
                      <a:gd name="T22" fmla="*/ 305 w 305"/>
                      <a:gd name="T23" fmla="*/ 165 h 186"/>
                      <a:gd name="T24" fmla="*/ 282 w 305"/>
                      <a:gd name="T25" fmla="*/ 165 h 186"/>
                      <a:gd name="T26" fmla="*/ 282 w 305"/>
                      <a:gd name="T27" fmla="*/ 158 h 186"/>
                      <a:gd name="T28" fmla="*/ 282 w 305"/>
                      <a:gd name="T29" fmla="*/ 85 h 186"/>
                      <a:gd name="T30" fmla="*/ 153 w 305"/>
                      <a:gd name="T31" fmla="*/ 85 h 186"/>
                      <a:gd name="T32" fmla="*/ 153 w 305"/>
                      <a:gd name="T33" fmla="*/ 12 h 186"/>
                      <a:gd name="T34" fmla="*/ 141 w 305"/>
                      <a:gd name="T35" fmla="*/ 12 h 186"/>
                      <a:gd name="T36" fmla="*/ 138 w 305"/>
                      <a:gd name="T37" fmla="*/ 0 h 186"/>
                      <a:gd name="T38" fmla="*/ 109 w 305"/>
                      <a:gd name="T3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5" h="186">
                        <a:moveTo>
                          <a:pt x="109" y="0"/>
                        </a:moveTo>
                        <a:lnTo>
                          <a:pt x="105" y="12"/>
                        </a:lnTo>
                        <a:lnTo>
                          <a:pt x="94" y="12"/>
                        </a:lnTo>
                        <a:lnTo>
                          <a:pt x="94" y="85"/>
                        </a:lnTo>
                        <a:lnTo>
                          <a:pt x="35" y="85"/>
                        </a:lnTo>
                        <a:lnTo>
                          <a:pt x="35" y="158"/>
                        </a:lnTo>
                        <a:lnTo>
                          <a:pt x="47" y="158"/>
                        </a:lnTo>
                        <a:lnTo>
                          <a:pt x="47" y="165"/>
                        </a:lnTo>
                        <a:lnTo>
                          <a:pt x="0" y="165"/>
                        </a:lnTo>
                        <a:lnTo>
                          <a:pt x="0" y="186"/>
                        </a:lnTo>
                        <a:lnTo>
                          <a:pt x="305" y="186"/>
                        </a:lnTo>
                        <a:lnTo>
                          <a:pt x="305" y="165"/>
                        </a:lnTo>
                        <a:lnTo>
                          <a:pt x="282" y="165"/>
                        </a:lnTo>
                        <a:lnTo>
                          <a:pt x="282" y="158"/>
                        </a:lnTo>
                        <a:lnTo>
                          <a:pt x="282" y="85"/>
                        </a:lnTo>
                        <a:lnTo>
                          <a:pt x="153" y="85"/>
                        </a:lnTo>
                        <a:lnTo>
                          <a:pt x="153" y="12"/>
                        </a:lnTo>
                        <a:lnTo>
                          <a:pt x="141" y="12"/>
                        </a:lnTo>
                        <a:lnTo>
                          <a:pt x="138" y="0"/>
                        </a:lnTo>
                        <a:lnTo>
                          <a:pt x="109" y="0"/>
                        </a:lnTo>
                        <a:close/>
                      </a:path>
                    </a:pathLst>
                  </a:custGeom>
                  <a:solidFill>
                    <a:srgbClr val="80808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891" dirty="0"/>
                  </a:p>
                </p:txBody>
              </p:sp>
              <p:sp>
                <p:nvSpPr>
                  <p:cNvPr id="36" name="Freeform 118">
                    <a:extLst>
                      <a:ext uri="{FF2B5EF4-FFF2-40B4-BE49-F238E27FC236}">
                        <a16:creationId xmlns:a16="http://schemas.microsoft.com/office/drawing/2014/main" id="{215EE3BA-104D-1B54-C50F-9C36064339F7}"/>
                      </a:ext>
                    </a:extLst>
                  </p:cNvPr>
                  <p:cNvSpPr>
                    <a:spLocks noEditPoints="1"/>
                  </p:cNvSpPr>
                  <p:nvPr/>
                </p:nvSpPr>
                <p:spPr bwMode="gray">
                  <a:xfrm>
                    <a:off x="1753306" y="1931441"/>
                    <a:ext cx="1666645" cy="1007738"/>
                  </a:xfrm>
                  <a:custGeom>
                    <a:avLst/>
                    <a:gdLst>
                      <a:gd name="T0" fmla="*/ 1123 w 2925"/>
                      <a:gd name="T1" fmla="*/ 111 h 1768"/>
                      <a:gd name="T2" fmla="*/ 1178 w 2925"/>
                      <a:gd name="T3" fmla="*/ 0 h 1768"/>
                      <a:gd name="T4" fmla="*/ 2701 w 2925"/>
                      <a:gd name="T5" fmla="*/ 827 h 1768"/>
                      <a:gd name="T6" fmla="*/ 2233 w 2925"/>
                      <a:gd name="T7" fmla="*/ 827 h 1768"/>
                      <a:gd name="T8" fmla="*/ 394 w 2925"/>
                      <a:gd name="T9" fmla="*/ 827 h 1768"/>
                      <a:gd name="T10" fmla="*/ 1074 w 2925"/>
                      <a:gd name="T11" fmla="*/ 827 h 1768"/>
                      <a:gd name="T12" fmla="*/ 1181 w 2925"/>
                      <a:gd name="T13" fmla="*/ 875 h 1768"/>
                      <a:gd name="T14" fmla="*/ 2701 w 2925"/>
                      <a:gd name="T15" fmla="*/ 933 h 1768"/>
                      <a:gd name="T16" fmla="*/ 2233 w 2925"/>
                      <a:gd name="T17" fmla="*/ 933 h 1768"/>
                      <a:gd name="T18" fmla="*/ 394 w 2925"/>
                      <a:gd name="T19" fmla="*/ 933 h 1768"/>
                      <a:gd name="T20" fmla="*/ 1074 w 2925"/>
                      <a:gd name="T21" fmla="*/ 933 h 1768"/>
                      <a:gd name="T22" fmla="*/ 1181 w 2925"/>
                      <a:gd name="T23" fmla="*/ 980 h 1768"/>
                      <a:gd name="T24" fmla="*/ 2701 w 2925"/>
                      <a:gd name="T25" fmla="*/ 1038 h 1768"/>
                      <a:gd name="T26" fmla="*/ 2233 w 2925"/>
                      <a:gd name="T27" fmla="*/ 1038 h 1768"/>
                      <a:gd name="T28" fmla="*/ 394 w 2925"/>
                      <a:gd name="T29" fmla="*/ 1038 h 1768"/>
                      <a:gd name="T30" fmla="*/ 1074 w 2925"/>
                      <a:gd name="T31" fmla="*/ 1038 h 1768"/>
                      <a:gd name="T32" fmla="*/ 1181 w 2925"/>
                      <a:gd name="T33" fmla="*/ 1086 h 1768"/>
                      <a:gd name="T34" fmla="*/ 2701 w 2925"/>
                      <a:gd name="T35" fmla="*/ 1144 h 1768"/>
                      <a:gd name="T36" fmla="*/ 2233 w 2925"/>
                      <a:gd name="T37" fmla="*/ 1144 h 1768"/>
                      <a:gd name="T38" fmla="*/ 394 w 2925"/>
                      <a:gd name="T39" fmla="*/ 1144 h 1768"/>
                      <a:gd name="T40" fmla="*/ 1074 w 2925"/>
                      <a:gd name="T41" fmla="*/ 1144 h 1768"/>
                      <a:gd name="T42" fmla="*/ 1181 w 2925"/>
                      <a:gd name="T43" fmla="*/ 1191 h 1768"/>
                      <a:gd name="T44" fmla="*/ 2701 w 2925"/>
                      <a:gd name="T45" fmla="*/ 1249 h 1768"/>
                      <a:gd name="T46" fmla="*/ 2233 w 2925"/>
                      <a:gd name="T47" fmla="*/ 1249 h 1768"/>
                      <a:gd name="T48" fmla="*/ 394 w 2925"/>
                      <a:gd name="T49" fmla="*/ 1249 h 1768"/>
                      <a:gd name="T50" fmla="*/ 1074 w 2925"/>
                      <a:gd name="T51" fmla="*/ 1249 h 1768"/>
                      <a:gd name="T52" fmla="*/ 1181 w 2925"/>
                      <a:gd name="T53" fmla="*/ 1296 h 1768"/>
                      <a:gd name="T54" fmla="*/ 2701 w 2925"/>
                      <a:gd name="T55" fmla="*/ 1355 h 1768"/>
                      <a:gd name="T56" fmla="*/ 2233 w 2925"/>
                      <a:gd name="T57" fmla="*/ 1355 h 1768"/>
                      <a:gd name="T58" fmla="*/ 394 w 2925"/>
                      <a:gd name="T59" fmla="*/ 1355 h 1768"/>
                      <a:gd name="T60" fmla="*/ 1074 w 2925"/>
                      <a:gd name="T61" fmla="*/ 1355 h 1768"/>
                      <a:gd name="T62" fmla="*/ 1181 w 2925"/>
                      <a:gd name="T63" fmla="*/ 1402 h 1768"/>
                      <a:gd name="T64" fmla="*/ 1177 w 2925"/>
                      <a:gd name="T65" fmla="*/ 195 h 1768"/>
                      <a:gd name="T66" fmla="*/ 1080 w 2925"/>
                      <a:gd name="T67" fmla="*/ 195 h 1768"/>
                      <a:gd name="T68" fmla="*/ 1443 w 2925"/>
                      <a:gd name="T69" fmla="*/ 242 h 1768"/>
                      <a:gd name="T70" fmla="*/ 1177 w 2925"/>
                      <a:gd name="T71" fmla="*/ 300 h 1768"/>
                      <a:gd name="T72" fmla="*/ 1080 w 2925"/>
                      <a:gd name="T73" fmla="*/ 300 h 1768"/>
                      <a:gd name="T74" fmla="*/ 1443 w 2925"/>
                      <a:gd name="T75" fmla="*/ 347 h 1768"/>
                      <a:gd name="T76" fmla="*/ 1177 w 2925"/>
                      <a:gd name="T77" fmla="*/ 405 h 1768"/>
                      <a:gd name="T78" fmla="*/ 1080 w 2925"/>
                      <a:gd name="T79" fmla="*/ 405 h 1768"/>
                      <a:gd name="T80" fmla="*/ 1443 w 2925"/>
                      <a:gd name="T81" fmla="*/ 453 h 1768"/>
                      <a:gd name="T82" fmla="*/ 1177 w 2925"/>
                      <a:gd name="T83" fmla="*/ 511 h 1768"/>
                      <a:gd name="T84" fmla="*/ 1080 w 2925"/>
                      <a:gd name="T85" fmla="*/ 511 h 1768"/>
                      <a:gd name="T86" fmla="*/ 1443 w 2925"/>
                      <a:gd name="T87" fmla="*/ 558 h 1768"/>
                      <a:gd name="T88" fmla="*/ 1177 w 2925"/>
                      <a:gd name="T89" fmla="*/ 616 h 1768"/>
                      <a:gd name="T90" fmla="*/ 1080 w 2925"/>
                      <a:gd name="T91" fmla="*/ 616 h 1768"/>
                      <a:gd name="T92" fmla="*/ 1443 w 2925"/>
                      <a:gd name="T93" fmla="*/ 664 h 1768"/>
                      <a:gd name="T94" fmla="*/ 1173 w 2925"/>
                      <a:gd name="T95" fmla="*/ 722 h 1768"/>
                      <a:gd name="T96" fmla="*/ 1075 w 2925"/>
                      <a:gd name="T97" fmla="*/ 722 h 1768"/>
                      <a:gd name="T98" fmla="*/ 1443 w 2925"/>
                      <a:gd name="T99" fmla="*/ 769 h 1768"/>
                      <a:gd name="T100" fmla="*/ 2308 w 2925"/>
                      <a:gd name="T101" fmla="*/ 1721 h 1768"/>
                      <a:gd name="T102" fmla="*/ 2925 w 2925"/>
                      <a:gd name="T103" fmla="*/ 1721 h 1768"/>
                      <a:gd name="T104" fmla="*/ 1091 w 2925"/>
                      <a:gd name="T105" fmla="*/ 1721 h 1768"/>
                      <a:gd name="T106" fmla="*/ 2233 w 2925"/>
                      <a:gd name="T107" fmla="*/ 1605 h 1768"/>
                      <a:gd name="T108" fmla="*/ 0 w 2925"/>
                      <a:gd name="T109" fmla="*/ 1722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25" h="1768">
                        <a:moveTo>
                          <a:pt x="1234" y="111"/>
                        </a:moveTo>
                        <a:lnTo>
                          <a:pt x="1178" y="111"/>
                        </a:lnTo>
                        <a:lnTo>
                          <a:pt x="1178" y="166"/>
                        </a:lnTo>
                        <a:lnTo>
                          <a:pt x="1123" y="166"/>
                        </a:lnTo>
                        <a:lnTo>
                          <a:pt x="1123" y="111"/>
                        </a:lnTo>
                        <a:lnTo>
                          <a:pt x="1067" y="111"/>
                        </a:lnTo>
                        <a:lnTo>
                          <a:pt x="1067" y="56"/>
                        </a:lnTo>
                        <a:lnTo>
                          <a:pt x="1123" y="56"/>
                        </a:lnTo>
                        <a:lnTo>
                          <a:pt x="1123" y="0"/>
                        </a:lnTo>
                        <a:lnTo>
                          <a:pt x="1178" y="0"/>
                        </a:lnTo>
                        <a:lnTo>
                          <a:pt x="1178" y="56"/>
                        </a:lnTo>
                        <a:lnTo>
                          <a:pt x="1234" y="56"/>
                        </a:lnTo>
                        <a:lnTo>
                          <a:pt x="1234" y="111"/>
                        </a:lnTo>
                        <a:close/>
                        <a:moveTo>
                          <a:pt x="2308" y="827"/>
                        </a:moveTo>
                        <a:lnTo>
                          <a:pt x="2701" y="827"/>
                        </a:lnTo>
                        <a:lnTo>
                          <a:pt x="2701" y="875"/>
                        </a:lnTo>
                        <a:lnTo>
                          <a:pt x="2308" y="875"/>
                        </a:lnTo>
                        <a:lnTo>
                          <a:pt x="2308" y="827"/>
                        </a:lnTo>
                        <a:close/>
                        <a:moveTo>
                          <a:pt x="1234" y="827"/>
                        </a:moveTo>
                        <a:lnTo>
                          <a:pt x="2233" y="827"/>
                        </a:lnTo>
                        <a:lnTo>
                          <a:pt x="2233" y="875"/>
                        </a:lnTo>
                        <a:lnTo>
                          <a:pt x="1234" y="875"/>
                        </a:lnTo>
                        <a:lnTo>
                          <a:pt x="1234" y="827"/>
                        </a:lnTo>
                        <a:close/>
                        <a:moveTo>
                          <a:pt x="341" y="827"/>
                        </a:moveTo>
                        <a:lnTo>
                          <a:pt x="394" y="827"/>
                        </a:lnTo>
                        <a:lnTo>
                          <a:pt x="394" y="875"/>
                        </a:lnTo>
                        <a:lnTo>
                          <a:pt x="341" y="875"/>
                        </a:lnTo>
                        <a:lnTo>
                          <a:pt x="341" y="827"/>
                        </a:lnTo>
                        <a:close/>
                        <a:moveTo>
                          <a:pt x="415" y="827"/>
                        </a:moveTo>
                        <a:lnTo>
                          <a:pt x="1074" y="827"/>
                        </a:lnTo>
                        <a:lnTo>
                          <a:pt x="1074" y="875"/>
                        </a:lnTo>
                        <a:lnTo>
                          <a:pt x="415" y="875"/>
                        </a:lnTo>
                        <a:lnTo>
                          <a:pt x="415" y="827"/>
                        </a:lnTo>
                        <a:close/>
                        <a:moveTo>
                          <a:pt x="1127" y="875"/>
                        </a:moveTo>
                        <a:lnTo>
                          <a:pt x="1181" y="875"/>
                        </a:lnTo>
                        <a:lnTo>
                          <a:pt x="1181" y="827"/>
                        </a:lnTo>
                        <a:lnTo>
                          <a:pt x="1127" y="827"/>
                        </a:lnTo>
                        <a:lnTo>
                          <a:pt x="1127" y="875"/>
                        </a:lnTo>
                        <a:close/>
                        <a:moveTo>
                          <a:pt x="2308" y="933"/>
                        </a:moveTo>
                        <a:lnTo>
                          <a:pt x="2701" y="933"/>
                        </a:lnTo>
                        <a:lnTo>
                          <a:pt x="2701" y="980"/>
                        </a:lnTo>
                        <a:lnTo>
                          <a:pt x="2308" y="980"/>
                        </a:lnTo>
                        <a:lnTo>
                          <a:pt x="2308" y="933"/>
                        </a:lnTo>
                        <a:close/>
                        <a:moveTo>
                          <a:pt x="1234" y="933"/>
                        </a:moveTo>
                        <a:lnTo>
                          <a:pt x="2233" y="933"/>
                        </a:lnTo>
                        <a:lnTo>
                          <a:pt x="2233" y="980"/>
                        </a:lnTo>
                        <a:lnTo>
                          <a:pt x="1234" y="980"/>
                        </a:lnTo>
                        <a:lnTo>
                          <a:pt x="1234" y="933"/>
                        </a:lnTo>
                        <a:close/>
                        <a:moveTo>
                          <a:pt x="341" y="933"/>
                        </a:moveTo>
                        <a:lnTo>
                          <a:pt x="394" y="933"/>
                        </a:lnTo>
                        <a:lnTo>
                          <a:pt x="394" y="980"/>
                        </a:lnTo>
                        <a:lnTo>
                          <a:pt x="341" y="980"/>
                        </a:lnTo>
                        <a:lnTo>
                          <a:pt x="341" y="933"/>
                        </a:lnTo>
                        <a:close/>
                        <a:moveTo>
                          <a:pt x="415" y="933"/>
                        </a:moveTo>
                        <a:lnTo>
                          <a:pt x="1074" y="933"/>
                        </a:lnTo>
                        <a:lnTo>
                          <a:pt x="1074" y="980"/>
                        </a:lnTo>
                        <a:lnTo>
                          <a:pt x="415" y="980"/>
                        </a:lnTo>
                        <a:lnTo>
                          <a:pt x="415" y="933"/>
                        </a:lnTo>
                        <a:close/>
                        <a:moveTo>
                          <a:pt x="1127" y="980"/>
                        </a:moveTo>
                        <a:lnTo>
                          <a:pt x="1181" y="980"/>
                        </a:lnTo>
                        <a:lnTo>
                          <a:pt x="1181" y="933"/>
                        </a:lnTo>
                        <a:lnTo>
                          <a:pt x="1127" y="933"/>
                        </a:lnTo>
                        <a:lnTo>
                          <a:pt x="1127" y="980"/>
                        </a:lnTo>
                        <a:close/>
                        <a:moveTo>
                          <a:pt x="2308" y="1038"/>
                        </a:moveTo>
                        <a:lnTo>
                          <a:pt x="2701" y="1038"/>
                        </a:lnTo>
                        <a:lnTo>
                          <a:pt x="2701" y="1086"/>
                        </a:lnTo>
                        <a:lnTo>
                          <a:pt x="2308" y="1086"/>
                        </a:lnTo>
                        <a:lnTo>
                          <a:pt x="2308" y="1038"/>
                        </a:lnTo>
                        <a:close/>
                        <a:moveTo>
                          <a:pt x="1234" y="1038"/>
                        </a:moveTo>
                        <a:lnTo>
                          <a:pt x="2233" y="1038"/>
                        </a:lnTo>
                        <a:lnTo>
                          <a:pt x="2233" y="1086"/>
                        </a:lnTo>
                        <a:lnTo>
                          <a:pt x="1234" y="1086"/>
                        </a:lnTo>
                        <a:lnTo>
                          <a:pt x="1234" y="1038"/>
                        </a:lnTo>
                        <a:close/>
                        <a:moveTo>
                          <a:pt x="341" y="1038"/>
                        </a:moveTo>
                        <a:lnTo>
                          <a:pt x="394" y="1038"/>
                        </a:lnTo>
                        <a:lnTo>
                          <a:pt x="394" y="1086"/>
                        </a:lnTo>
                        <a:lnTo>
                          <a:pt x="341" y="1086"/>
                        </a:lnTo>
                        <a:lnTo>
                          <a:pt x="341" y="1038"/>
                        </a:lnTo>
                        <a:close/>
                        <a:moveTo>
                          <a:pt x="415" y="1038"/>
                        </a:moveTo>
                        <a:lnTo>
                          <a:pt x="1074" y="1038"/>
                        </a:lnTo>
                        <a:lnTo>
                          <a:pt x="1074" y="1086"/>
                        </a:lnTo>
                        <a:lnTo>
                          <a:pt x="415" y="1086"/>
                        </a:lnTo>
                        <a:lnTo>
                          <a:pt x="415" y="1038"/>
                        </a:lnTo>
                        <a:close/>
                        <a:moveTo>
                          <a:pt x="1127" y="1086"/>
                        </a:moveTo>
                        <a:lnTo>
                          <a:pt x="1181" y="1086"/>
                        </a:lnTo>
                        <a:lnTo>
                          <a:pt x="1181" y="1038"/>
                        </a:lnTo>
                        <a:lnTo>
                          <a:pt x="1127" y="1038"/>
                        </a:lnTo>
                        <a:lnTo>
                          <a:pt x="1127" y="1086"/>
                        </a:lnTo>
                        <a:close/>
                        <a:moveTo>
                          <a:pt x="2308" y="1144"/>
                        </a:moveTo>
                        <a:lnTo>
                          <a:pt x="2701" y="1144"/>
                        </a:lnTo>
                        <a:lnTo>
                          <a:pt x="2701" y="1191"/>
                        </a:lnTo>
                        <a:lnTo>
                          <a:pt x="2308" y="1191"/>
                        </a:lnTo>
                        <a:lnTo>
                          <a:pt x="2308" y="1144"/>
                        </a:lnTo>
                        <a:close/>
                        <a:moveTo>
                          <a:pt x="1234" y="1144"/>
                        </a:moveTo>
                        <a:lnTo>
                          <a:pt x="2233" y="1144"/>
                        </a:lnTo>
                        <a:lnTo>
                          <a:pt x="2233" y="1191"/>
                        </a:lnTo>
                        <a:lnTo>
                          <a:pt x="1234" y="1191"/>
                        </a:lnTo>
                        <a:lnTo>
                          <a:pt x="1234" y="1144"/>
                        </a:lnTo>
                        <a:close/>
                        <a:moveTo>
                          <a:pt x="341" y="1144"/>
                        </a:moveTo>
                        <a:lnTo>
                          <a:pt x="394" y="1144"/>
                        </a:lnTo>
                        <a:lnTo>
                          <a:pt x="394" y="1191"/>
                        </a:lnTo>
                        <a:lnTo>
                          <a:pt x="341" y="1191"/>
                        </a:lnTo>
                        <a:lnTo>
                          <a:pt x="341" y="1144"/>
                        </a:lnTo>
                        <a:close/>
                        <a:moveTo>
                          <a:pt x="415" y="1144"/>
                        </a:moveTo>
                        <a:lnTo>
                          <a:pt x="1074" y="1144"/>
                        </a:lnTo>
                        <a:lnTo>
                          <a:pt x="1074" y="1191"/>
                        </a:lnTo>
                        <a:lnTo>
                          <a:pt x="415" y="1191"/>
                        </a:lnTo>
                        <a:lnTo>
                          <a:pt x="415" y="1144"/>
                        </a:lnTo>
                        <a:close/>
                        <a:moveTo>
                          <a:pt x="1127" y="1191"/>
                        </a:moveTo>
                        <a:lnTo>
                          <a:pt x="1181" y="1191"/>
                        </a:lnTo>
                        <a:lnTo>
                          <a:pt x="1181" y="1144"/>
                        </a:lnTo>
                        <a:lnTo>
                          <a:pt x="1127" y="1144"/>
                        </a:lnTo>
                        <a:lnTo>
                          <a:pt x="1127" y="1191"/>
                        </a:lnTo>
                        <a:close/>
                        <a:moveTo>
                          <a:pt x="2308" y="1249"/>
                        </a:moveTo>
                        <a:lnTo>
                          <a:pt x="2701" y="1249"/>
                        </a:lnTo>
                        <a:lnTo>
                          <a:pt x="2701" y="1296"/>
                        </a:lnTo>
                        <a:lnTo>
                          <a:pt x="2308" y="1296"/>
                        </a:lnTo>
                        <a:lnTo>
                          <a:pt x="2308" y="1249"/>
                        </a:lnTo>
                        <a:close/>
                        <a:moveTo>
                          <a:pt x="1234" y="1249"/>
                        </a:moveTo>
                        <a:lnTo>
                          <a:pt x="2233" y="1249"/>
                        </a:lnTo>
                        <a:lnTo>
                          <a:pt x="2233" y="1296"/>
                        </a:lnTo>
                        <a:lnTo>
                          <a:pt x="1234" y="1296"/>
                        </a:lnTo>
                        <a:lnTo>
                          <a:pt x="1234" y="1249"/>
                        </a:lnTo>
                        <a:close/>
                        <a:moveTo>
                          <a:pt x="341" y="1249"/>
                        </a:moveTo>
                        <a:lnTo>
                          <a:pt x="394" y="1249"/>
                        </a:lnTo>
                        <a:lnTo>
                          <a:pt x="394" y="1296"/>
                        </a:lnTo>
                        <a:lnTo>
                          <a:pt x="341" y="1296"/>
                        </a:lnTo>
                        <a:lnTo>
                          <a:pt x="341" y="1249"/>
                        </a:lnTo>
                        <a:close/>
                        <a:moveTo>
                          <a:pt x="415" y="1249"/>
                        </a:moveTo>
                        <a:lnTo>
                          <a:pt x="1074" y="1249"/>
                        </a:lnTo>
                        <a:lnTo>
                          <a:pt x="1074" y="1296"/>
                        </a:lnTo>
                        <a:lnTo>
                          <a:pt x="415" y="1296"/>
                        </a:lnTo>
                        <a:lnTo>
                          <a:pt x="415" y="1249"/>
                        </a:lnTo>
                        <a:close/>
                        <a:moveTo>
                          <a:pt x="1127" y="1296"/>
                        </a:moveTo>
                        <a:lnTo>
                          <a:pt x="1181" y="1296"/>
                        </a:lnTo>
                        <a:lnTo>
                          <a:pt x="1181" y="1249"/>
                        </a:lnTo>
                        <a:lnTo>
                          <a:pt x="1127" y="1249"/>
                        </a:lnTo>
                        <a:lnTo>
                          <a:pt x="1127" y="1296"/>
                        </a:lnTo>
                        <a:close/>
                        <a:moveTo>
                          <a:pt x="2308" y="1355"/>
                        </a:moveTo>
                        <a:lnTo>
                          <a:pt x="2701" y="1355"/>
                        </a:lnTo>
                        <a:lnTo>
                          <a:pt x="2701" y="1402"/>
                        </a:lnTo>
                        <a:lnTo>
                          <a:pt x="2308" y="1402"/>
                        </a:lnTo>
                        <a:lnTo>
                          <a:pt x="2308" y="1355"/>
                        </a:lnTo>
                        <a:close/>
                        <a:moveTo>
                          <a:pt x="1234" y="1355"/>
                        </a:moveTo>
                        <a:lnTo>
                          <a:pt x="2233" y="1355"/>
                        </a:lnTo>
                        <a:lnTo>
                          <a:pt x="2233" y="1402"/>
                        </a:lnTo>
                        <a:lnTo>
                          <a:pt x="1234" y="1402"/>
                        </a:lnTo>
                        <a:lnTo>
                          <a:pt x="1234" y="1355"/>
                        </a:lnTo>
                        <a:close/>
                        <a:moveTo>
                          <a:pt x="341" y="1355"/>
                        </a:moveTo>
                        <a:lnTo>
                          <a:pt x="394" y="1355"/>
                        </a:lnTo>
                        <a:lnTo>
                          <a:pt x="394" y="1402"/>
                        </a:lnTo>
                        <a:lnTo>
                          <a:pt x="341" y="1402"/>
                        </a:lnTo>
                        <a:lnTo>
                          <a:pt x="341" y="1355"/>
                        </a:lnTo>
                        <a:close/>
                        <a:moveTo>
                          <a:pt x="415" y="1355"/>
                        </a:moveTo>
                        <a:lnTo>
                          <a:pt x="1074" y="1355"/>
                        </a:lnTo>
                        <a:lnTo>
                          <a:pt x="1074" y="1402"/>
                        </a:lnTo>
                        <a:lnTo>
                          <a:pt x="415" y="1402"/>
                        </a:lnTo>
                        <a:lnTo>
                          <a:pt x="415" y="1355"/>
                        </a:lnTo>
                        <a:close/>
                        <a:moveTo>
                          <a:pt x="1127" y="1402"/>
                        </a:moveTo>
                        <a:lnTo>
                          <a:pt x="1181" y="1402"/>
                        </a:lnTo>
                        <a:lnTo>
                          <a:pt x="1181" y="1355"/>
                        </a:lnTo>
                        <a:lnTo>
                          <a:pt x="1127" y="1355"/>
                        </a:lnTo>
                        <a:lnTo>
                          <a:pt x="1127" y="1402"/>
                        </a:lnTo>
                        <a:close/>
                        <a:moveTo>
                          <a:pt x="1124" y="195"/>
                        </a:moveTo>
                        <a:lnTo>
                          <a:pt x="1177" y="195"/>
                        </a:lnTo>
                        <a:lnTo>
                          <a:pt x="1177" y="242"/>
                        </a:lnTo>
                        <a:lnTo>
                          <a:pt x="1124" y="242"/>
                        </a:lnTo>
                        <a:lnTo>
                          <a:pt x="1124" y="195"/>
                        </a:lnTo>
                        <a:close/>
                        <a:moveTo>
                          <a:pt x="873" y="195"/>
                        </a:moveTo>
                        <a:lnTo>
                          <a:pt x="1080" y="195"/>
                        </a:lnTo>
                        <a:lnTo>
                          <a:pt x="1080" y="242"/>
                        </a:lnTo>
                        <a:lnTo>
                          <a:pt x="873" y="242"/>
                        </a:lnTo>
                        <a:lnTo>
                          <a:pt x="873" y="195"/>
                        </a:lnTo>
                        <a:close/>
                        <a:moveTo>
                          <a:pt x="1229" y="242"/>
                        </a:moveTo>
                        <a:lnTo>
                          <a:pt x="1443" y="242"/>
                        </a:lnTo>
                        <a:lnTo>
                          <a:pt x="1443" y="195"/>
                        </a:lnTo>
                        <a:lnTo>
                          <a:pt x="1229" y="195"/>
                        </a:lnTo>
                        <a:lnTo>
                          <a:pt x="1229" y="242"/>
                        </a:lnTo>
                        <a:close/>
                        <a:moveTo>
                          <a:pt x="1124" y="300"/>
                        </a:moveTo>
                        <a:lnTo>
                          <a:pt x="1177" y="300"/>
                        </a:lnTo>
                        <a:lnTo>
                          <a:pt x="1177" y="347"/>
                        </a:lnTo>
                        <a:lnTo>
                          <a:pt x="1124" y="347"/>
                        </a:lnTo>
                        <a:lnTo>
                          <a:pt x="1124" y="300"/>
                        </a:lnTo>
                        <a:close/>
                        <a:moveTo>
                          <a:pt x="873" y="300"/>
                        </a:moveTo>
                        <a:lnTo>
                          <a:pt x="1080" y="300"/>
                        </a:lnTo>
                        <a:lnTo>
                          <a:pt x="1080" y="347"/>
                        </a:lnTo>
                        <a:lnTo>
                          <a:pt x="873" y="347"/>
                        </a:lnTo>
                        <a:lnTo>
                          <a:pt x="873" y="300"/>
                        </a:lnTo>
                        <a:close/>
                        <a:moveTo>
                          <a:pt x="1229" y="347"/>
                        </a:moveTo>
                        <a:lnTo>
                          <a:pt x="1443" y="347"/>
                        </a:lnTo>
                        <a:lnTo>
                          <a:pt x="1443" y="300"/>
                        </a:lnTo>
                        <a:lnTo>
                          <a:pt x="1229" y="300"/>
                        </a:lnTo>
                        <a:lnTo>
                          <a:pt x="1229" y="347"/>
                        </a:lnTo>
                        <a:close/>
                        <a:moveTo>
                          <a:pt x="1124" y="405"/>
                        </a:moveTo>
                        <a:lnTo>
                          <a:pt x="1177" y="405"/>
                        </a:lnTo>
                        <a:lnTo>
                          <a:pt x="1177" y="453"/>
                        </a:lnTo>
                        <a:lnTo>
                          <a:pt x="1124" y="453"/>
                        </a:lnTo>
                        <a:lnTo>
                          <a:pt x="1124" y="405"/>
                        </a:lnTo>
                        <a:close/>
                        <a:moveTo>
                          <a:pt x="873" y="405"/>
                        </a:moveTo>
                        <a:lnTo>
                          <a:pt x="1080" y="405"/>
                        </a:lnTo>
                        <a:lnTo>
                          <a:pt x="1080" y="453"/>
                        </a:lnTo>
                        <a:lnTo>
                          <a:pt x="873" y="453"/>
                        </a:lnTo>
                        <a:lnTo>
                          <a:pt x="873" y="405"/>
                        </a:lnTo>
                        <a:close/>
                        <a:moveTo>
                          <a:pt x="1229" y="453"/>
                        </a:moveTo>
                        <a:lnTo>
                          <a:pt x="1443" y="453"/>
                        </a:lnTo>
                        <a:lnTo>
                          <a:pt x="1443" y="405"/>
                        </a:lnTo>
                        <a:lnTo>
                          <a:pt x="1229" y="405"/>
                        </a:lnTo>
                        <a:lnTo>
                          <a:pt x="1229" y="453"/>
                        </a:lnTo>
                        <a:close/>
                        <a:moveTo>
                          <a:pt x="1124" y="511"/>
                        </a:moveTo>
                        <a:lnTo>
                          <a:pt x="1177" y="511"/>
                        </a:lnTo>
                        <a:lnTo>
                          <a:pt x="1177" y="558"/>
                        </a:lnTo>
                        <a:lnTo>
                          <a:pt x="1124" y="558"/>
                        </a:lnTo>
                        <a:lnTo>
                          <a:pt x="1124" y="511"/>
                        </a:lnTo>
                        <a:close/>
                        <a:moveTo>
                          <a:pt x="873" y="511"/>
                        </a:moveTo>
                        <a:lnTo>
                          <a:pt x="1080" y="511"/>
                        </a:lnTo>
                        <a:lnTo>
                          <a:pt x="1080" y="558"/>
                        </a:lnTo>
                        <a:lnTo>
                          <a:pt x="873" y="558"/>
                        </a:lnTo>
                        <a:lnTo>
                          <a:pt x="873" y="511"/>
                        </a:lnTo>
                        <a:close/>
                        <a:moveTo>
                          <a:pt x="1229" y="558"/>
                        </a:moveTo>
                        <a:lnTo>
                          <a:pt x="1443" y="558"/>
                        </a:lnTo>
                        <a:lnTo>
                          <a:pt x="1443" y="511"/>
                        </a:lnTo>
                        <a:lnTo>
                          <a:pt x="1229" y="511"/>
                        </a:lnTo>
                        <a:lnTo>
                          <a:pt x="1229" y="558"/>
                        </a:lnTo>
                        <a:close/>
                        <a:moveTo>
                          <a:pt x="1124" y="616"/>
                        </a:moveTo>
                        <a:lnTo>
                          <a:pt x="1177" y="616"/>
                        </a:lnTo>
                        <a:lnTo>
                          <a:pt x="1177" y="664"/>
                        </a:lnTo>
                        <a:lnTo>
                          <a:pt x="1124" y="664"/>
                        </a:lnTo>
                        <a:lnTo>
                          <a:pt x="1124" y="616"/>
                        </a:lnTo>
                        <a:close/>
                        <a:moveTo>
                          <a:pt x="873" y="616"/>
                        </a:moveTo>
                        <a:lnTo>
                          <a:pt x="1080" y="616"/>
                        </a:lnTo>
                        <a:lnTo>
                          <a:pt x="1080" y="664"/>
                        </a:lnTo>
                        <a:lnTo>
                          <a:pt x="873" y="664"/>
                        </a:lnTo>
                        <a:lnTo>
                          <a:pt x="873" y="616"/>
                        </a:lnTo>
                        <a:close/>
                        <a:moveTo>
                          <a:pt x="1229" y="664"/>
                        </a:moveTo>
                        <a:lnTo>
                          <a:pt x="1443" y="664"/>
                        </a:lnTo>
                        <a:lnTo>
                          <a:pt x="1443" y="616"/>
                        </a:lnTo>
                        <a:lnTo>
                          <a:pt x="1229" y="616"/>
                        </a:lnTo>
                        <a:lnTo>
                          <a:pt x="1229" y="664"/>
                        </a:lnTo>
                        <a:close/>
                        <a:moveTo>
                          <a:pt x="1120" y="722"/>
                        </a:moveTo>
                        <a:lnTo>
                          <a:pt x="1173" y="722"/>
                        </a:lnTo>
                        <a:lnTo>
                          <a:pt x="1173" y="769"/>
                        </a:lnTo>
                        <a:lnTo>
                          <a:pt x="1120" y="769"/>
                        </a:lnTo>
                        <a:lnTo>
                          <a:pt x="1120" y="722"/>
                        </a:lnTo>
                        <a:close/>
                        <a:moveTo>
                          <a:pt x="873" y="722"/>
                        </a:moveTo>
                        <a:lnTo>
                          <a:pt x="1075" y="722"/>
                        </a:lnTo>
                        <a:lnTo>
                          <a:pt x="1075" y="769"/>
                        </a:lnTo>
                        <a:lnTo>
                          <a:pt x="873" y="769"/>
                        </a:lnTo>
                        <a:lnTo>
                          <a:pt x="873" y="722"/>
                        </a:lnTo>
                        <a:close/>
                        <a:moveTo>
                          <a:pt x="1226" y="769"/>
                        </a:moveTo>
                        <a:lnTo>
                          <a:pt x="1443" y="769"/>
                        </a:lnTo>
                        <a:lnTo>
                          <a:pt x="1443" y="722"/>
                        </a:lnTo>
                        <a:lnTo>
                          <a:pt x="1226" y="722"/>
                        </a:lnTo>
                        <a:lnTo>
                          <a:pt x="1226" y="769"/>
                        </a:lnTo>
                        <a:close/>
                        <a:moveTo>
                          <a:pt x="2308" y="1605"/>
                        </a:moveTo>
                        <a:lnTo>
                          <a:pt x="2308" y="1721"/>
                        </a:lnTo>
                        <a:lnTo>
                          <a:pt x="2446" y="1721"/>
                        </a:lnTo>
                        <a:lnTo>
                          <a:pt x="2446" y="1768"/>
                        </a:lnTo>
                        <a:lnTo>
                          <a:pt x="2561" y="1768"/>
                        </a:lnTo>
                        <a:lnTo>
                          <a:pt x="2561" y="1721"/>
                        </a:lnTo>
                        <a:lnTo>
                          <a:pt x="2925" y="1721"/>
                        </a:lnTo>
                        <a:lnTo>
                          <a:pt x="2925" y="1605"/>
                        </a:lnTo>
                        <a:lnTo>
                          <a:pt x="2308" y="1605"/>
                        </a:lnTo>
                        <a:close/>
                        <a:moveTo>
                          <a:pt x="64" y="1605"/>
                        </a:moveTo>
                        <a:lnTo>
                          <a:pt x="64" y="1721"/>
                        </a:lnTo>
                        <a:lnTo>
                          <a:pt x="1091" y="1721"/>
                        </a:lnTo>
                        <a:lnTo>
                          <a:pt x="1091" y="1768"/>
                        </a:lnTo>
                        <a:lnTo>
                          <a:pt x="1206" y="1768"/>
                        </a:lnTo>
                        <a:lnTo>
                          <a:pt x="1206" y="1721"/>
                        </a:lnTo>
                        <a:lnTo>
                          <a:pt x="2233" y="1721"/>
                        </a:lnTo>
                        <a:lnTo>
                          <a:pt x="2233" y="1605"/>
                        </a:lnTo>
                        <a:lnTo>
                          <a:pt x="64" y="1605"/>
                        </a:lnTo>
                        <a:close/>
                        <a:moveTo>
                          <a:pt x="0" y="1605"/>
                        </a:moveTo>
                        <a:lnTo>
                          <a:pt x="43" y="1605"/>
                        </a:lnTo>
                        <a:lnTo>
                          <a:pt x="43" y="1722"/>
                        </a:lnTo>
                        <a:lnTo>
                          <a:pt x="0" y="1722"/>
                        </a:lnTo>
                        <a:lnTo>
                          <a:pt x="0" y="1605"/>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891" dirty="0"/>
                  </a:p>
                </p:txBody>
              </p:sp>
            </p:grpSp>
            <p:grpSp>
              <p:nvGrpSpPr>
                <p:cNvPr id="29" name="Group 159">
                  <a:extLst>
                    <a:ext uri="{FF2B5EF4-FFF2-40B4-BE49-F238E27FC236}">
                      <a16:creationId xmlns:a16="http://schemas.microsoft.com/office/drawing/2014/main" id="{45FB7868-AD4A-FD73-3FCA-1B1E96A53C13}"/>
                    </a:ext>
                  </a:extLst>
                </p:cNvPr>
                <p:cNvGrpSpPr>
                  <a:grpSpLocks/>
                </p:cNvGrpSpPr>
                <p:nvPr/>
              </p:nvGrpSpPr>
              <p:grpSpPr bwMode="gray">
                <a:xfrm>
                  <a:off x="4767299" y="4053125"/>
                  <a:ext cx="794474" cy="495828"/>
                  <a:chOff x="9761139" y="1500190"/>
                  <a:chExt cx="1779756" cy="1110735"/>
                </a:xfrm>
              </p:grpSpPr>
              <p:sp>
                <p:nvSpPr>
                  <p:cNvPr id="33" name="Freeform 130">
                    <a:extLst>
                      <a:ext uri="{FF2B5EF4-FFF2-40B4-BE49-F238E27FC236}">
                        <a16:creationId xmlns:a16="http://schemas.microsoft.com/office/drawing/2014/main" id="{AF132A3F-91BE-8280-659D-6BA42C112D5A}"/>
                      </a:ext>
                    </a:extLst>
                  </p:cNvPr>
                  <p:cNvSpPr>
                    <a:spLocks/>
                  </p:cNvSpPr>
                  <p:nvPr/>
                </p:nvSpPr>
                <p:spPr bwMode="gray">
                  <a:xfrm>
                    <a:off x="9761139" y="1500190"/>
                    <a:ext cx="1562101" cy="831850"/>
                  </a:xfrm>
                  <a:custGeom>
                    <a:avLst/>
                    <a:gdLst>
                      <a:gd name="T0" fmla="*/ 79 w 188"/>
                      <a:gd name="T1" fmla="*/ 0 h 99"/>
                      <a:gd name="T2" fmla="*/ 36 w 188"/>
                      <a:gd name="T3" fmla="*/ 37 h 99"/>
                      <a:gd name="T4" fmla="*/ 28 w 188"/>
                      <a:gd name="T5" fmla="*/ 36 h 99"/>
                      <a:gd name="T6" fmla="*/ 0 w 188"/>
                      <a:gd name="T7" fmla="*/ 64 h 99"/>
                      <a:gd name="T8" fmla="*/ 0 w 188"/>
                      <a:gd name="T9" fmla="*/ 66 h 99"/>
                      <a:gd name="T10" fmla="*/ 33 w 188"/>
                      <a:gd name="T11" fmla="*/ 99 h 99"/>
                      <a:gd name="T12" fmla="*/ 155 w 188"/>
                      <a:gd name="T13" fmla="*/ 99 h 99"/>
                      <a:gd name="T14" fmla="*/ 157 w 188"/>
                      <a:gd name="T15" fmla="*/ 99 h 99"/>
                      <a:gd name="T16" fmla="*/ 158 w 188"/>
                      <a:gd name="T17" fmla="*/ 99 h 99"/>
                      <a:gd name="T18" fmla="*/ 188 w 188"/>
                      <a:gd name="T19" fmla="*/ 69 h 99"/>
                      <a:gd name="T20" fmla="*/ 188 w 188"/>
                      <a:gd name="T21" fmla="*/ 67 h 99"/>
                      <a:gd name="T22" fmla="*/ 188 w 188"/>
                      <a:gd name="T23" fmla="*/ 66 h 99"/>
                      <a:gd name="T24" fmla="*/ 188 w 188"/>
                      <a:gd name="T25" fmla="*/ 64 h 99"/>
                      <a:gd name="T26" fmla="*/ 187 w 188"/>
                      <a:gd name="T27" fmla="*/ 64 h 99"/>
                      <a:gd name="T28" fmla="*/ 158 w 188"/>
                      <a:gd name="T29" fmla="*/ 39 h 99"/>
                      <a:gd name="T30" fmla="*/ 156 w 188"/>
                      <a:gd name="T31" fmla="*/ 39 h 99"/>
                      <a:gd name="T32" fmla="*/ 156 w 188"/>
                      <a:gd name="T33" fmla="*/ 39 h 99"/>
                      <a:gd name="T34" fmla="*/ 128 w 188"/>
                      <a:gd name="T35" fmla="*/ 11 h 99"/>
                      <a:gd name="T36" fmla="*/ 112 w 188"/>
                      <a:gd name="T37" fmla="*/ 16 h 99"/>
                      <a:gd name="T38" fmla="*/ 79 w 188"/>
                      <a:gd name="T3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8" h="99">
                        <a:moveTo>
                          <a:pt x="79" y="0"/>
                        </a:moveTo>
                        <a:cubicBezTo>
                          <a:pt x="57" y="0"/>
                          <a:pt x="39" y="16"/>
                          <a:pt x="36" y="37"/>
                        </a:cubicBezTo>
                        <a:cubicBezTo>
                          <a:pt x="33" y="37"/>
                          <a:pt x="31" y="36"/>
                          <a:pt x="28" y="36"/>
                        </a:cubicBezTo>
                        <a:cubicBezTo>
                          <a:pt x="13" y="36"/>
                          <a:pt x="0" y="49"/>
                          <a:pt x="0" y="64"/>
                        </a:cubicBezTo>
                        <a:cubicBezTo>
                          <a:pt x="0" y="66"/>
                          <a:pt x="0" y="66"/>
                          <a:pt x="0" y="66"/>
                        </a:cubicBezTo>
                        <a:cubicBezTo>
                          <a:pt x="0" y="84"/>
                          <a:pt x="15" y="99"/>
                          <a:pt x="33" y="99"/>
                        </a:cubicBezTo>
                        <a:cubicBezTo>
                          <a:pt x="155" y="99"/>
                          <a:pt x="155" y="99"/>
                          <a:pt x="155" y="99"/>
                        </a:cubicBezTo>
                        <a:cubicBezTo>
                          <a:pt x="156" y="99"/>
                          <a:pt x="156" y="99"/>
                          <a:pt x="157" y="99"/>
                        </a:cubicBezTo>
                        <a:cubicBezTo>
                          <a:pt x="157" y="99"/>
                          <a:pt x="158" y="99"/>
                          <a:pt x="158" y="99"/>
                        </a:cubicBezTo>
                        <a:cubicBezTo>
                          <a:pt x="175" y="99"/>
                          <a:pt x="188" y="85"/>
                          <a:pt x="188" y="69"/>
                        </a:cubicBezTo>
                        <a:cubicBezTo>
                          <a:pt x="188" y="68"/>
                          <a:pt x="188" y="68"/>
                          <a:pt x="188" y="67"/>
                        </a:cubicBezTo>
                        <a:cubicBezTo>
                          <a:pt x="188" y="67"/>
                          <a:pt x="188" y="67"/>
                          <a:pt x="188" y="66"/>
                        </a:cubicBezTo>
                        <a:cubicBezTo>
                          <a:pt x="188" y="64"/>
                          <a:pt x="188" y="64"/>
                          <a:pt x="188" y="64"/>
                        </a:cubicBezTo>
                        <a:cubicBezTo>
                          <a:pt x="187" y="64"/>
                          <a:pt x="187" y="64"/>
                          <a:pt x="187" y="64"/>
                        </a:cubicBezTo>
                        <a:cubicBezTo>
                          <a:pt x="185" y="50"/>
                          <a:pt x="173" y="39"/>
                          <a:pt x="158" y="39"/>
                        </a:cubicBezTo>
                        <a:cubicBezTo>
                          <a:pt x="157" y="39"/>
                          <a:pt x="157" y="39"/>
                          <a:pt x="156" y="39"/>
                        </a:cubicBezTo>
                        <a:cubicBezTo>
                          <a:pt x="156" y="39"/>
                          <a:pt x="156" y="39"/>
                          <a:pt x="156" y="39"/>
                        </a:cubicBezTo>
                        <a:cubicBezTo>
                          <a:pt x="156" y="24"/>
                          <a:pt x="144" y="11"/>
                          <a:pt x="128" y="11"/>
                        </a:cubicBezTo>
                        <a:cubicBezTo>
                          <a:pt x="122" y="11"/>
                          <a:pt x="117" y="13"/>
                          <a:pt x="112" y="16"/>
                        </a:cubicBezTo>
                        <a:cubicBezTo>
                          <a:pt x="104" y="7"/>
                          <a:pt x="92" y="0"/>
                          <a:pt x="79" y="0"/>
                        </a:cubicBezTo>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130">
                    <a:extLst>
                      <a:ext uri="{FF2B5EF4-FFF2-40B4-BE49-F238E27FC236}">
                        <a16:creationId xmlns:a16="http://schemas.microsoft.com/office/drawing/2014/main" id="{719F8473-43D8-6E00-427C-172515E50168}"/>
                      </a:ext>
                    </a:extLst>
                  </p:cNvPr>
                  <p:cNvSpPr>
                    <a:spLocks/>
                  </p:cNvSpPr>
                  <p:nvPr/>
                </p:nvSpPr>
                <p:spPr bwMode="gray">
                  <a:xfrm>
                    <a:off x="10426756" y="2017623"/>
                    <a:ext cx="1114139" cy="593302"/>
                  </a:xfrm>
                  <a:custGeom>
                    <a:avLst/>
                    <a:gdLst>
                      <a:gd name="T0" fmla="*/ 79 w 188"/>
                      <a:gd name="T1" fmla="*/ 0 h 99"/>
                      <a:gd name="T2" fmla="*/ 36 w 188"/>
                      <a:gd name="T3" fmla="*/ 37 h 99"/>
                      <a:gd name="T4" fmla="*/ 28 w 188"/>
                      <a:gd name="T5" fmla="*/ 36 h 99"/>
                      <a:gd name="T6" fmla="*/ 0 w 188"/>
                      <a:gd name="T7" fmla="*/ 64 h 99"/>
                      <a:gd name="T8" fmla="*/ 0 w 188"/>
                      <a:gd name="T9" fmla="*/ 66 h 99"/>
                      <a:gd name="T10" fmla="*/ 33 w 188"/>
                      <a:gd name="T11" fmla="*/ 99 h 99"/>
                      <a:gd name="T12" fmla="*/ 155 w 188"/>
                      <a:gd name="T13" fmla="*/ 99 h 99"/>
                      <a:gd name="T14" fmla="*/ 157 w 188"/>
                      <a:gd name="T15" fmla="*/ 99 h 99"/>
                      <a:gd name="T16" fmla="*/ 158 w 188"/>
                      <a:gd name="T17" fmla="*/ 99 h 99"/>
                      <a:gd name="T18" fmla="*/ 188 w 188"/>
                      <a:gd name="T19" fmla="*/ 69 h 99"/>
                      <a:gd name="T20" fmla="*/ 188 w 188"/>
                      <a:gd name="T21" fmla="*/ 67 h 99"/>
                      <a:gd name="T22" fmla="*/ 188 w 188"/>
                      <a:gd name="T23" fmla="*/ 66 h 99"/>
                      <a:gd name="T24" fmla="*/ 188 w 188"/>
                      <a:gd name="T25" fmla="*/ 64 h 99"/>
                      <a:gd name="T26" fmla="*/ 187 w 188"/>
                      <a:gd name="T27" fmla="*/ 64 h 99"/>
                      <a:gd name="T28" fmla="*/ 158 w 188"/>
                      <a:gd name="T29" fmla="*/ 39 h 99"/>
                      <a:gd name="T30" fmla="*/ 156 w 188"/>
                      <a:gd name="T31" fmla="*/ 39 h 99"/>
                      <a:gd name="T32" fmla="*/ 156 w 188"/>
                      <a:gd name="T33" fmla="*/ 39 h 99"/>
                      <a:gd name="T34" fmla="*/ 128 w 188"/>
                      <a:gd name="T35" fmla="*/ 11 h 99"/>
                      <a:gd name="T36" fmla="*/ 112 w 188"/>
                      <a:gd name="T37" fmla="*/ 16 h 99"/>
                      <a:gd name="T38" fmla="*/ 79 w 188"/>
                      <a:gd name="T3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8" h="99">
                        <a:moveTo>
                          <a:pt x="79" y="0"/>
                        </a:moveTo>
                        <a:cubicBezTo>
                          <a:pt x="57" y="0"/>
                          <a:pt x="39" y="16"/>
                          <a:pt x="36" y="37"/>
                        </a:cubicBezTo>
                        <a:cubicBezTo>
                          <a:pt x="33" y="37"/>
                          <a:pt x="31" y="36"/>
                          <a:pt x="28" y="36"/>
                        </a:cubicBezTo>
                        <a:cubicBezTo>
                          <a:pt x="13" y="36"/>
                          <a:pt x="0" y="49"/>
                          <a:pt x="0" y="64"/>
                        </a:cubicBezTo>
                        <a:cubicBezTo>
                          <a:pt x="0" y="66"/>
                          <a:pt x="0" y="66"/>
                          <a:pt x="0" y="66"/>
                        </a:cubicBezTo>
                        <a:cubicBezTo>
                          <a:pt x="0" y="84"/>
                          <a:pt x="15" y="99"/>
                          <a:pt x="33" y="99"/>
                        </a:cubicBezTo>
                        <a:cubicBezTo>
                          <a:pt x="155" y="99"/>
                          <a:pt x="155" y="99"/>
                          <a:pt x="155" y="99"/>
                        </a:cubicBezTo>
                        <a:cubicBezTo>
                          <a:pt x="156" y="99"/>
                          <a:pt x="156" y="99"/>
                          <a:pt x="157" y="99"/>
                        </a:cubicBezTo>
                        <a:cubicBezTo>
                          <a:pt x="157" y="99"/>
                          <a:pt x="158" y="99"/>
                          <a:pt x="158" y="99"/>
                        </a:cubicBezTo>
                        <a:cubicBezTo>
                          <a:pt x="175" y="99"/>
                          <a:pt x="188" y="85"/>
                          <a:pt x="188" y="69"/>
                        </a:cubicBezTo>
                        <a:cubicBezTo>
                          <a:pt x="188" y="68"/>
                          <a:pt x="188" y="68"/>
                          <a:pt x="188" y="67"/>
                        </a:cubicBezTo>
                        <a:cubicBezTo>
                          <a:pt x="188" y="67"/>
                          <a:pt x="188" y="67"/>
                          <a:pt x="188" y="66"/>
                        </a:cubicBezTo>
                        <a:cubicBezTo>
                          <a:pt x="188" y="64"/>
                          <a:pt x="188" y="64"/>
                          <a:pt x="188" y="64"/>
                        </a:cubicBezTo>
                        <a:cubicBezTo>
                          <a:pt x="187" y="64"/>
                          <a:pt x="187" y="64"/>
                          <a:pt x="187" y="64"/>
                        </a:cubicBezTo>
                        <a:cubicBezTo>
                          <a:pt x="185" y="50"/>
                          <a:pt x="173" y="39"/>
                          <a:pt x="158" y="39"/>
                        </a:cubicBezTo>
                        <a:cubicBezTo>
                          <a:pt x="157" y="39"/>
                          <a:pt x="157" y="39"/>
                          <a:pt x="156" y="39"/>
                        </a:cubicBezTo>
                        <a:cubicBezTo>
                          <a:pt x="156" y="39"/>
                          <a:pt x="156" y="39"/>
                          <a:pt x="156" y="39"/>
                        </a:cubicBezTo>
                        <a:cubicBezTo>
                          <a:pt x="156" y="24"/>
                          <a:pt x="144" y="11"/>
                          <a:pt x="128" y="11"/>
                        </a:cubicBezTo>
                        <a:cubicBezTo>
                          <a:pt x="122" y="11"/>
                          <a:pt x="117" y="13"/>
                          <a:pt x="112" y="16"/>
                        </a:cubicBezTo>
                        <a:cubicBezTo>
                          <a:pt x="104" y="7"/>
                          <a:pt x="92" y="0"/>
                          <a:pt x="79" y="0"/>
                        </a:cubicBezTo>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30" name="Group 162">
                  <a:extLst>
                    <a:ext uri="{FF2B5EF4-FFF2-40B4-BE49-F238E27FC236}">
                      <a16:creationId xmlns:a16="http://schemas.microsoft.com/office/drawing/2014/main" id="{BFC6C758-656C-AC18-DBE8-0BFEE522CD07}"/>
                    </a:ext>
                  </a:extLst>
                </p:cNvPr>
                <p:cNvGrpSpPr>
                  <a:grpSpLocks/>
                </p:cNvGrpSpPr>
                <p:nvPr/>
              </p:nvGrpSpPr>
              <p:grpSpPr bwMode="gray">
                <a:xfrm flipH="1">
                  <a:off x="5994816" y="3530818"/>
                  <a:ext cx="851615" cy="589687"/>
                  <a:chOff x="9304828" y="1038153"/>
                  <a:chExt cx="1907762" cy="1320995"/>
                </a:xfrm>
              </p:grpSpPr>
              <p:sp>
                <p:nvSpPr>
                  <p:cNvPr id="31" name="Freeform 130">
                    <a:extLst>
                      <a:ext uri="{FF2B5EF4-FFF2-40B4-BE49-F238E27FC236}">
                        <a16:creationId xmlns:a16="http://schemas.microsoft.com/office/drawing/2014/main" id="{A1FA47D0-C9CA-5928-E271-AD976E6913B8}"/>
                      </a:ext>
                    </a:extLst>
                  </p:cNvPr>
                  <p:cNvSpPr>
                    <a:spLocks/>
                  </p:cNvSpPr>
                  <p:nvPr/>
                </p:nvSpPr>
                <p:spPr bwMode="gray">
                  <a:xfrm>
                    <a:off x="9304828" y="1038153"/>
                    <a:ext cx="1562101" cy="831851"/>
                  </a:xfrm>
                  <a:custGeom>
                    <a:avLst/>
                    <a:gdLst>
                      <a:gd name="T0" fmla="*/ 79 w 188"/>
                      <a:gd name="T1" fmla="*/ 0 h 99"/>
                      <a:gd name="T2" fmla="*/ 36 w 188"/>
                      <a:gd name="T3" fmla="*/ 37 h 99"/>
                      <a:gd name="T4" fmla="*/ 28 w 188"/>
                      <a:gd name="T5" fmla="*/ 36 h 99"/>
                      <a:gd name="T6" fmla="*/ 0 w 188"/>
                      <a:gd name="T7" fmla="*/ 64 h 99"/>
                      <a:gd name="T8" fmla="*/ 0 w 188"/>
                      <a:gd name="T9" fmla="*/ 66 h 99"/>
                      <a:gd name="T10" fmla="*/ 33 w 188"/>
                      <a:gd name="T11" fmla="*/ 99 h 99"/>
                      <a:gd name="T12" fmla="*/ 155 w 188"/>
                      <a:gd name="T13" fmla="*/ 99 h 99"/>
                      <a:gd name="T14" fmla="*/ 157 w 188"/>
                      <a:gd name="T15" fmla="*/ 99 h 99"/>
                      <a:gd name="T16" fmla="*/ 158 w 188"/>
                      <a:gd name="T17" fmla="*/ 99 h 99"/>
                      <a:gd name="T18" fmla="*/ 188 w 188"/>
                      <a:gd name="T19" fmla="*/ 69 h 99"/>
                      <a:gd name="T20" fmla="*/ 188 w 188"/>
                      <a:gd name="T21" fmla="*/ 67 h 99"/>
                      <a:gd name="T22" fmla="*/ 188 w 188"/>
                      <a:gd name="T23" fmla="*/ 66 h 99"/>
                      <a:gd name="T24" fmla="*/ 188 w 188"/>
                      <a:gd name="T25" fmla="*/ 64 h 99"/>
                      <a:gd name="T26" fmla="*/ 187 w 188"/>
                      <a:gd name="T27" fmla="*/ 64 h 99"/>
                      <a:gd name="T28" fmla="*/ 158 w 188"/>
                      <a:gd name="T29" fmla="*/ 39 h 99"/>
                      <a:gd name="T30" fmla="*/ 156 w 188"/>
                      <a:gd name="T31" fmla="*/ 39 h 99"/>
                      <a:gd name="T32" fmla="*/ 156 w 188"/>
                      <a:gd name="T33" fmla="*/ 39 h 99"/>
                      <a:gd name="T34" fmla="*/ 128 w 188"/>
                      <a:gd name="T35" fmla="*/ 11 h 99"/>
                      <a:gd name="T36" fmla="*/ 112 w 188"/>
                      <a:gd name="T37" fmla="*/ 16 h 99"/>
                      <a:gd name="T38" fmla="*/ 79 w 188"/>
                      <a:gd name="T3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8" h="99">
                        <a:moveTo>
                          <a:pt x="79" y="0"/>
                        </a:moveTo>
                        <a:cubicBezTo>
                          <a:pt x="57" y="0"/>
                          <a:pt x="39" y="16"/>
                          <a:pt x="36" y="37"/>
                        </a:cubicBezTo>
                        <a:cubicBezTo>
                          <a:pt x="33" y="37"/>
                          <a:pt x="31" y="36"/>
                          <a:pt x="28" y="36"/>
                        </a:cubicBezTo>
                        <a:cubicBezTo>
                          <a:pt x="13" y="36"/>
                          <a:pt x="0" y="49"/>
                          <a:pt x="0" y="64"/>
                        </a:cubicBezTo>
                        <a:cubicBezTo>
                          <a:pt x="0" y="66"/>
                          <a:pt x="0" y="66"/>
                          <a:pt x="0" y="66"/>
                        </a:cubicBezTo>
                        <a:cubicBezTo>
                          <a:pt x="0" y="84"/>
                          <a:pt x="15" y="99"/>
                          <a:pt x="33" y="99"/>
                        </a:cubicBezTo>
                        <a:cubicBezTo>
                          <a:pt x="155" y="99"/>
                          <a:pt x="155" y="99"/>
                          <a:pt x="155" y="99"/>
                        </a:cubicBezTo>
                        <a:cubicBezTo>
                          <a:pt x="156" y="99"/>
                          <a:pt x="156" y="99"/>
                          <a:pt x="157" y="99"/>
                        </a:cubicBezTo>
                        <a:cubicBezTo>
                          <a:pt x="157" y="99"/>
                          <a:pt x="158" y="99"/>
                          <a:pt x="158" y="99"/>
                        </a:cubicBezTo>
                        <a:cubicBezTo>
                          <a:pt x="175" y="99"/>
                          <a:pt x="188" y="85"/>
                          <a:pt x="188" y="69"/>
                        </a:cubicBezTo>
                        <a:cubicBezTo>
                          <a:pt x="188" y="68"/>
                          <a:pt x="188" y="68"/>
                          <a:pt x="188" y="67"/>
                        </a:cubicBezTo>
                        <a:cubicBezTo>
                          <a:pt x="188" y="67"/>
                          <a:pt x="188" y="67"/>
                          <a:pt x="188" y="66"/>
                        </a:cubicBezTo>
                        <a:cubicBezTo>
                          <a:pt x="188" y="64"/>
                          <a:pt x="188" y="64"/>
                          <a:pt x="188" y="64"/>
                        </a:cubicBezTo>
                        <a:cubicBezTo>
                          <a:pt x="187" y="64"/>
                          <a:pt x="187" y="64"/>
                          <a:pt x="187" y="64"/>
                        </a:cubicBezTo>
                        <a:cubicBezTo>
                          <a:pt x="185" y="50"/>
                          <a:pt x="173" y="39"/>
                          <a:pt x="158" y="39"/>
                        </a:cubicBezTo>
                        <a:cubicBezTo>
                          <a:pt x="157" y="39"/>
                          <a:pt x="157" y="39"/>
                          <a:pt x="156" y="39"/>
                        </a:cubicBezTo>
                        <a:cubicBezTo>
                          <a:pt x="156" y="39"/>
                          <a:pt x="156" y="39"/>
                          <a:pt x="156" y="39"/>
                        </a:cubicBezTo>
                        <a:cubicBezTo>
                          <a:pt x="156" y="24"/>
                          <a:pt x="144" y="11"/>
                          <a:pt x="128" y="11"/>
                        </a:cubicBezTo>
                        <a:cubicBezTo>
                          <a:pt x="122" y="11"/>
                          <a:pt x="117" y="13"/>
                          <a:pt x="112" y="16"/>
                        </a:cubicBezTo>
                        <a:cubicBezTo>
                          <a:pt x="104" y="7"/>
                          <a:pt x="92" y="0"/>
                          <a:pt x="79" y="0"/>
                        </a:cubicBezTo>
                      </a:path>
                    </a:pathLst>
                  </a:custGeom>
                  <a:solidFill>
                    <a:schemeClr val="accent5">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130">
                    <a:extLst>
                      <a:ext uri="{FF2B5EF4-FFF2-40B4-BE49-F238E27FC236}">
                        <a16:creationId xmlns:a16="http://schemas.microsoft.com/office/drawing/2014/main" id="{99901EF4-6F1C-865B-1774-8310F9D75498}"/>
                      </a:ext>
                    </a:extLst>
                  </p:cNvPr>
                  <p:cNvSpPr>
                    <a:spLocks/>
                  </p:cNvSpPr>
                  <p:nvPr/>
                </p:nvSpPr>
                <p:spPr bwMode="gray">
                  <a:xfrm>
                    <a:off x="10453614" y="1954976"/>
                    <a:ext cx="758976" cy="404172"/>
                  </a:xfrm>
                  <a:custGeom>
                    <a:avLst/>
                    <a:gdLst>
                      <a:gd name="T0" fmla="*/ 79 w 188"/>
                      <a:gd name="T1" fmla="*/ 0 h 99"/>
                      <a:gd name="T2" fmla="*/ 36 w 188"/>
                      <a:gd name="T3" fmla="*/ 37 h 99"/>
                      <a:gd name="T4" fmla="*/ 28 w 188"/>
                      <a:gd name="T5" fmla="*/ 36 h 99"/>
                      <a:gd name="T6" fmla="*/ 0 w 188"/>
                      <a:gd name="T7" fmla="*/ 64 h 99"/>
                      <a:gd name="T8" fmla="*/ 0 w 188"/>
                      <a:gd name="T9" fmla="*/ 66 h 99"/>
                      <a:gd name="T10" fmla="*/ 33 w 188"/>
                      <a:gd name="T11" fmla="*/ 99 h 99"/>
                      <a:gd name="T12" fmla="*/ 155 w 188"/>
                      <a:gd name="T13" fmla="*/ 99 h 99"/>
                      <a:gd name="T14" fmla="*/ 157 w 188"/>
                      <a:gd name="T15" fmla="*/ 99 h 99"/>
                      <a:gd name="T16" fmla="*/ 158 w 188"/>
                      <a:gd name="T17" fmla="*/ 99 h 99"/>
                      <a:gd name="T18" fmla="*/ 188 w 188"/>
                      <a:gd name="T19" fmla="*/ 69 h 99"/>
                      <a:gd name="T20" fmla="*/ 188 w 188"/>
                      <a:gd name="T21" fmla="*/ 67 h 99"/>
                      <a:gd name="T22" fmla="*/ 188 w 188"/>
                      <a:gd name="T23" fmla="*/ 66 h 99"/>
                      <a:gd name="T24" fmla="*/ 188 w 188"/>
                      <a:gd name="T25" fmla="*/ 64 h 99"/>
                      <a:gd name="T26" fmla="*/ 187 w 188"/>
                      <a:gd name="T27" fmla="*/ 64 h 99"/>
                      <a:gd name="T28" fmla="*/ 158 w 188"/>
                      <a:gd name="T29" fmla="*/ 39 h 99"/>
                      <a:gd name="T30" fmla="*/ 156 w 188"/>
                      <a:gd name="T31" fmla="*/ 39 h 99"/>
                      <a:gd name="T32" fmla="*/ 156 w 188"/>
                      <a:gd name="T33" fmla="*/ 39 h 99"/>
                      <a:gd name="T34" fmla="*/ 128 w 188"/>
                      <a:gd name="T35" fmla="*/ 11 h 99"/>
                      <a:gd name="T36" fmla="*/ 112 w 188"/>
                      <a:gd name="T37" fmla="*/ 16 h 99"/>
                      <a:gd name="T38" fmla="*/ 79 w 188"/>
                      <a:gd name="T3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8" h="99">
                        <a:moveTo>
                          <a:pt x="79" y="0"/>
                        </a:moveTo>
                        <a:cubicBezTo>
                          <a:pt x="57" y="0"/>
                          <a:pt x="39" y="16"/>
                          <a:pt x="36" y="37"/>
                        </a:cubicBezTo>
                        <a:cubicBezTo>
                          <a:pt x="33" y="37"/>
                          <a:pt x="31" y="36"/>
                          <a:pt x="28" y="36"/>
                        </a:cubicBezTo>
                        <a:cubicBezTo>
                          <a:pt x="13" y="36"/>
                          <a:pt x="0" y="49"/>
                          <a:pt x="0" y="64"/>
                        </a:cubicBezTo>
                        <a:cubicBezTo>
                          <a:pt x="0" y="66"/>
                          <a:pt x="0" y="66"/>
                          <a:pt x="0" y="66"/>
                        </a:cubicBezTo>
                        <a:cubicBezTo>
                          <a:pt x="0" y="84"/>
                          <a:pt x="15" y="99"/>
                          <a:pt x="33" y="99"/>
                        </a:cubicBezTo>
                        <a:cubicBezTo>
                          <a:pt x="155" y="99"/>
                          <a:pt x="155" y="99"/>
                          <a:pt x="155" y="99"/>
                        </a:cubicBezTo>
                        <a:cubicBezTo>
                          <a:pt x="156" y="99"/>
                          <a:pt x="156" y="99"/>
                          <a:pt x="157" y="99"/>
                        </a:cubicBezTo>
                        <a:cubicBezTo>
                          <a:pt x="157" y="99"/>
                          <a:pt x="158" y="99"/>
                          <a:pt x="158" y="99"/>
                        </a:cubicBezTo>
                        <a:cubicBezTo>
                          <a:pt x="175" y="99"/>
                          <a:pt x="188" y="85"/>
                          <a:pt x="188" y="69"/>
                        </a:cubicBezTo>
                        <a:cubicBezTo>
                          <a:pt x="188" y="68"/>
                          <a:pt x="188" y="68"/>
                          <a:pt x="188" y="67"/>
                        </a:cubicBezTo>
                        <a:cubicBezTo>
                          <a:pt x="188" y="67"/>
                          <a:pt x="188" y="67"/>
                          <a:pt x="188" y="66"/>
                        </a:cubicBezTo>
                        <a:cubicBezTo>
                          <a:pt x="188" y="64"/>
                          <a:pt x="188" y="64"/>
                          <a:pt x="188" y="64"/>
                        </a:cubicBezTo>
                        <a:cubicBezTo>
                          <a:pt x="187" y="64"/>
                          <a:pt x="187" y="64"/>
                          <a:pt x="187" y="64"/>
                        </a:cubicBezTo>
                        <a:cubicBezTo>
                          <a:pt x="185" y="50"/>
                          <a:pt x="173" y="39"/>
                          <a:pt x="158" y="39"/>
                        </a:cubicBezTo>
                        <a:cubicBezTo>
                          <a:pt x="157" y="39"/>
                          <a:pt x="157" y="39"/>
                          <a:pt x="156" y="39"/>
                        </a:cubicBezTo>
                        <a:cubicBezTo>
                          <a:pt x="156" y="39"/>
                          <a:pt x="156" y="39"/>
                          <a:pt x="156" y="39"/>
                        </a:cubicBezTo>
                        <a:cubicBezTo>
                          <a:pt x="156" y="24"/>
                          <a:pt x="144" y="11"/>
                          <a:pt x="128" y="11"/>
                        </a:cubicBezTo>
                        <a:cubicBezTo>
                          <a:pt x="122" y="11"/>
                          <a:pt x="117" y="13"/>
                          <a:pt x="112" y="16"/>
                        </a:cubicBezTo>
                        <a:cubicBezTo>
                          <a:pt x="104" y="7"/>
                          <a:pt x="92" y="0"/>
                          <a:pt x="79" y="0"/>
                        </a:cubicBezTo>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dirty="0"/>
                  </a:p>
                </p:txBody>
              </p:sp>
            </p:grpSp>
          </p:grpSp>
        </p:grpSp>
        <p:grpSp>
          <p:nvGrpSpPr>
            <p:cNvPr id="10" name="Group 9">
              <a:extLst>
                <a:ext uri="{FF2B5EF4-FFF2-40B4-BE49-F238E27FC236}">
                  <a16:creationId xmlns:a16="http://schemas.microsoft.com/office/drawing/2014/main" id="{62177223-7FA6-43B9-469C-7F29CC0233AD}"/>
                </a:ext>
              </a:extLst>
            </p:cNvPr>
            <p:cNvGrpSpPr/>
            <p:nvPr/>
          </p:nvGrpSpPr>
          <p:grpSpPr>
            <a:xfrm>
              <a:off x="631243" y="1547120"/>
              <a:ext cx="3388496" cy="2013250"/>
              <a:chOff x="631243" y="1547120"/>
              <a:chExt cx="3388496" cy="2013250"/>
            </a:xfrm>
          </p:grpSpPr>
          <p:sp>
            <p:nvSpPr>
              <p:cNvPr id="21" name="TextBox 20">
                <a:extLst>
                  <a:ext uri="{FF2B5EF4-FFF2-40B4-BE49-F238E27FC236}">
                    <a16:creationId xmlns:a16="http://schemas.microsoft.com/office/drawing/2014/main" id="{9156F0AF-70E0-380E-E9AF-3100F2F8C8E9}"/>
                  </a:ext>
                </a:extLst>
              </p:cNvPr>
              <p:cNvSpPr txBox="1">
                <a:spLocks/>
              </p:cNvSpPr>
              <p:nvPr/>
            </p:nvSpPr>
            <p:spPr>
              <a:xfrm>
                <a:off x="631243" y="2331212"/>
                <a:ext cx="3388496" cy="1229158"/>
              </a:xfrm>
              <a:prstGeom prst="flowChartAlternateProcess">
                <a:avLst/>
              </a:prstGeom>
              <a:solidFill>
                <a:schemeClr val="bg1">
                  <a:lumMod val="95000"/>
                </a:schemeClr>
              </a:solidFill>
              <a:ln w="38100">
                <a:solidFill>
                  <a:srgbClr val="02478E"/>
                </a:solidFill>
              </a:ln>
              <a:effectLst>
                <a:outerShdw blurRad="63500" sx="102000" sy="102000" algn="ctr" rotWithShape="0">
                  <a:prstClr val="black">
                    <a:alpha val="40000"/>
                  </a:prstClr>
                </a:outerShdw>
              </a:effectLst>
            </p:spPr>
            <p:txBody>
              <a:bodyPr wrap="square" rtlCol="0" anchor="ctr">
                <a:noAutofit/>
              </a:bodyPr>
              <a:lstStyle/>
              <a:p>
                <a:pPr marL="285750" indent="-285750">
                  <a:buFont typeface="Arial" panose="020B0604020202020204" pitchFamily="34" charset="0"/>
                  <a:buChar char="•"/>
                </a:pPr>
                <a:r>
                  <a:rPr lang="en-US" sz="1400" dirty="0">
                    <a:solidFill>
                      <a:srgbClr val="02478E"/>
                    </a:solidFill>
                  </a:rPr>
                  <a:t>Clinical infrastructure (OTs, radiology, emergency, radiotherapy  wellness ward etc.) for clinical emersion </a:t>
                </a:r>
              </a:p>
              <a:p>
                <a:pPr marL="285750" indent="-285750">
                  <a:buFont typeface="Arial" panose="020B0604020202020204" pitchFamily="34" charset="0"/>
                  <a:buChar char="•"/>
                </a:pPr>
                <a:r>
                  <a:rPr lang="en-US" sz="1400" dirty="0">
                    <a:solidFill>
                      <a:srgbClr val="02478E"/>
                    </a:solidFill>
                  </a:rPr>
                  <a:t>Doctors and healthcare workforce for clinical expertise</a:t>
                </a:r>
              </a:p>
            </p:txBody>
          </p:sp>
          <p:grpSp>
            <p:nvGrpSpPr>
              <p:cNvPr id="22" name="Group 21">
                <a:extLst>
                  <a:ext uri="{FF2B5EF4-FFF2-40B4-BE49-F238E27FC236}">
                    <a16:creationId xmlns:a16="http://schemas.microsoft.com/office/drawing/2014/main" id="{28370722-D2A6-5DE3-C839-479C10CE9CF6}"/>
                  </a:ext>
                </a:extLst>
              </p:cNvPr>
              <p:cNvGrpSpPr/>
              <p:nvPr/>
            </p:nvGrpSpPr>
            <p:grpSpPr>
              <a:xfrm>
                <a:off x="631243" y="1547120"/>
                <a:ext cx="3388496" cy="758952"/>
                <a:chOff x="631243" y="1547120"/>
                <a:chExt cx="3388496" cy="758952"/>
              </a:xfrm>
            </p:grpSpPr>
            <p:sp>
              <p:nvSpPr>
                <p:cNvPr id="23" name="TextBox 22">
                  <a:extLst>
                    <a:ext uri="{FF2B5EF4-FFF2-40B4-BE49-F238E27FC236}">
                      <a16:creationId xmlns:a16="http://schemas.microsoft.com/office/drawing/2014/main" id="{21450D85-22D9-4BB2-0EEB-8B2410E3BC1A}"/>
                    </a:ext>
                  </a:extLst>
                </p:cNvPr>
                <p:cNvSpPr txBox="1"/>
                <p:nvPr/>
              </p:nvSpPr>
              <p:spPr>
                <a:xfrm>
                  <a:off x="1390195" y="1582178"/>
                  <a:ext cx="2629544" cy="707886"/>
                </a:xfrm>
                <a:prstGeom prst="rect">
                  <a:avLst/>
                </a:prstGeom>
                <a:noFill/>
                <a:effectLst>
                  <a:outerShdw blurRad="63500" sx="102000" sy="102000" algn="ctr" rotWithShape="0">
                    <a:prstClr val="black">
                      <a:alpha val="40000"/>
                    </a:prstClr>
                  </a:outerShdw>
                </a:effectLst>
              </p:spPr>
              <p:txBody>
                <a:bodyPr wrap="square" rtlCol="0" anchor="ctr">
                  <a:spAutoFit/>
                </a:bodyPr>
                <a:lstStyle/>
                <a:p>
                  <a:r>
                    <a:rPr lang="en-US" sz="2000" b="1" dirty="0">
                      <a:solidFill>
                        <a:srgbClr val="02478E"/>
                      </a:solidFill>
                    </a:rPr>
                    <a:t>Eras Lucknow Medical College and Hospital</a:t>
                  </a:r>
                </a:p>
              </p:txBody>
            </p:sp>
            <p:pic>
              <p:nvPicPr>
                <p:cNvPr id="24" name="Picture 2" descr="Era's Lucknow Medical College And Hospital">
                  <a:extLst>
                    <a:ext uri="{FF2B5EF4-FFF2-40B4-BE49-F238E27FC236}">
                      <a16:creationId xmlns:a16="http://schemas.microsoft.com/office/drawing/2014/main" id="{5ADFD80A-68E5-8249-D724-D7B2C756D8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243" y="1547120"/>
                  <a:ext cx="758952" cy="758952"/>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1" name="Group 10">
              <a:extLst>
                <a:ext uri="{FF2B5EF4-FFF2-40B4-BE49-F238E27FC236}">
                  <a16:creationId xmlns:a16="http://schemas.microsoft.com/office/drawing/2014/main" id="{4B30AC67-C9A1-ADF8-3EA4-1B05E8083987}"/>
                </a:ext>
              </a:extLst>
            </p:cNvPr>
            <p:cNvGrpSpPr/>
            <p:nvPr/>
          </p:nvGrpSpPr>
          <p:grpSpPr>
            <a:xfrm>
              <a:off x="7992162" y="2278438"/>
              <a:ext cx="3602722" cy="2026875"/>
              <a:chOff x="7992162" y="2278438"/>
              <a:chExt cx="3602722" cy="2026875"/>
            </a:xfrm>
          </p:grpSpPr>
          <p:sp>
            <p:nvSpPr>
              <p:cNvPr id="17" name="TextBox 16">
                <a:extLst>
                  <a:ext uri="{FF2B5EF4-FFF2-40B4-BE49-F238E27FC236}">
                    <a16:creationId xmlns:a16="http://schemas.microsoft.com/office/drawing/2014/main" id="{847DCF90-D2FA-3B8A-CB0D-7F8FCDC062C3}"/>
                  </a:ext>
                </a:extLst>
              </p:cNvPr>
              <p:cNvSpPr txBox="1">
                <a:spLocks/>
              </p:cNvSpPr>
              <p:nvPr/>
            </p:nvSpPr>
            <p:spPr>
              <a:xfrm>
                <a:off x="7992162" y="3076155"/>
                <a:ext cx="3602722" cy="1229158"/>
              </a:xfrm>
              <a:prstGeom prst="roundRect">
                <a:avLst/>
              </a:prstGeom>
              <a:solidFill>
                <a:schemeClr val="bg1">
                  <a:lumMod val="95000"/>
                </a:schemeClr>
              </a:solidFill>
              <a:ln w="38100">
                <a:solidFill>
                  <a:srgbClr val="02478E"/>
                </a:solidFill>
              </a:ln>
              <a:effectLst>
                <a:outerShdw blurRad="63500" sx="102000" sy="102000" algn="ctr" rotWithShape="0">
                  <a:prstClr val="black">
                    <a:alpha val="40000"/>
                  </a:prstClr>
                </a:outerShdw>
              </a:effectLst>
            </p:spPr>
            <p:txBody>
              <a:bodyPr wrap="square" rtlCol="0" anchor="ctr">
                <a:noAutofit/>
              </a:bodyPr>
              <a:lstStyle/>
              <a:p>
                <a:pPr marL="171450" indent="-171450">
                  <a:buFont typeface="Arial" panose="020B0604020202020204" pitchFamily="34" charset="0"/>
                  <a:buChar char="•"/>
                </a:pPr>
                <a:r>
                  <a:rPr lang="en-US" sz="1400" dirty="0">
                    <a:solidFill>
                      <a:srgbClr val="02478E"/>
                    </a:solidFill>
                  </a:rPr>
                  <a:t>Bio-medical workshop</a:t>
                </a:r>
              </a:p>
              <a:p>
                <a:pPr marL="171450" indent="-171450">
                  <a:buFont typeface="Arial" panose="020B0604020202020204" pitchFamily="34" charset="0"/>
                  <a:buChar char="•"/>
                </a:pPr>
                <a:r>
                  <a:rPr lang="en-US" sz="1400" dirty="0">
                    <a:solidFill>
                      <a:srgbClr val="02478E"/>
                    </a:solidFill>
                  </a:rPr>
                  <a:t>Eras Medical Devices fabrication facility</a:t>
                </a:r>
              </a:p>
              <a:p>
                <a:pPr marL="171450" indent="-171450">
                  <a:buFont typeface="Arial" panose="020B0604020202020204" pitchFamily="34" charset="0"/>
                  <a:buChar char="•"/>
                </a:pPr>
                <a:r>
                  <a:rPr lang="en-US" sz="1400" dirty="0">
                    <a:solidFill>
                      <a:srgbClr val="02478E"/>
                    </a:solidFill>
                  </a:rPr>
                  <a:t>Gaming and Animation Lab</a:t>
                </a:r>
              </a:p>
              <a:p>
                <a:pPr marL="171450" indent="-171450">
                  <a:buFont typeface="Arial" panose="020B0604020202020204" pitchFamily="34" charset="0"/>
                  <a:buChar char="•"/>
                </a:pPr>
                <a:r>
                  <a:rPr lang="en-US" sz="1400" dirty="0">
                    <a:solidFill>
                      <a:srgbClr val="02478E"/>
                    </a:solidFill>
                  </a:rPr>
                  <a:t>SHIFT innovation center</a:t>
                </a:r>
              </a:p>
              <a:p>
                <a:pPr marL="171450" indent="-171450">
                  <a:buFont typeface="Arial" panose="020B0604020202020204" pitchFamily="34" charset="0"/>
                  <a:buChar char="•"/>
                </a:pPr>
                <a:r>
                  <a:rPr lang="en-US" sz="1400" dirty="0">
                    <a:solidFill>
                      <a:srgbClr val="02478E"/>
                    </a:solidFill>
                  </a:rPr>
                  <a:t>Digital factory for software development</a:t>
                </a:r>
              </a:p>
            </p:txBody>
          </p:sp>
          <p:grpSp>
            <p:nvGrpSpPr>
              <p:cNvPr id="18" name="Group 17">
                <a:extLst>
                  <a:ext uri="{FF2B5EF4-FFF2-40B4-BE49-F238E27FC236}">
                    <a16:creationId xmlns:a16="http://schemas.microsoft.com/office/drawing/2014/main" id="{91E47460-254E-CDE0-EB7B-1104D169E55A}"/>
                  </a:ext>
                </a:extLst>
              </p:cNvPr>
              <p:cNvGrpSpPr/>
              <p:nvPr/>
            </p:nvGrpSpPr>
            <p:grpSpPr>
              <a:xfrm>
                <a:off x="8041537" y="2278438"/>
                <a:ext cx="3503972" cy="758952"/>
                <a:chOff x="7992162" y="2278438"/>
                <a:chExt cx="3503972" cy="758952"/>
              </a:xfrm>
            </p:grpSpPr>
            <p:sp>
              <p:nvSpPr>
                <p:cNvPr id="19" name="TextBox 18">
                  <a:extLst>
                    <a:ext uri="{FF2B5EF4-FFF2-40B4-BE49-F238E27FC236}">
                      <a16:creationId xmlns:a16="http://schemas.microsoft.com/office/drawing/2014/main" id="{BB7BAD61-3E96-9145-5C5D-EE84E9AB2819}"/>
                    </a:ext>
                  </a:extLst>
                </p:cNvPr>
                <p:cNvSpPr txBox="1"/>
                <p:nvPr/>
              </p:nvSpPr>
              <p:spPr>
                <a:xfrm>
                  <a:off x="8751114" y="2457859"/>
                  <a:ext cx="2745020" cy="400110"/>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sz="2000" b="1" dirty="0">
                      <a:solidFill>
                        <a:srgbClr val="02478E"/>
                      </a:solidFill>
                    </a:rPr>
                    <a:t>Technical Infrastructure</a:t>
                  </a:r>
                  <a:endParaRPr lang="en-US" sz="2000" dirty="0">
                    <a:solidFill>
                      <a:srgbClr val="02478E"/>
                    </a:solidFill>
                  </a:endParaRPr>
                </a:p>
              </p:txBody>
            </p:sp>
            <p:pic>
              <p:nvPicPr>
                <p:cNvPr id="20" name="Picture 6" descr="Download Free Infrastructure Icons in PNG &amp; SVG">
                  <a:extLst>
                    <a:ext uri="{FF2B5EF4-FFF2-40B4-BE49-F238E27FC236}">
                      <a16:creationId xmlns:a16="http://schemas.microsoft.com/office/drawing/2014/main" id="{2EE3804F-265A-D15F-71F2-BBAC6510B7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92162" y="2278438"/>
                  <a:ext cx="758952" cy="758952"/>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2" name="Group 11">
              <a:extLst>
                <a:ext uri="{FF2B5EF4-FFF2-40B4-BE49-F238E27FC236}">
                  <a16:creationId xmlns:a16="http://schemas.microsoft.com/office/drawing/2014/main" id="{AC54DB54-2B41-3FAC-E873-2BAF8FF2E2B5}"/>
                </a:ext>
              </a:extLst>
            </p:cNvPr>
            <p:cNvGrpSpPr/>
            <p:nvPr/>
          </p:nvGrpSpPr>
          <p:grpSpPr>
            <a:xfrm>
              <a:off x="4199681" y="4140114"/>
              <a:ext cx="2654428" cy="1900601"/>
              <a:chOff x="4199681" y="4140114"/>
              <a:chExt cx="2654428" cy="1900601"/>
            </a:xfrm>
          </p:grpSpPr>
          <p:sp>
            <p:nvSpPr>
              <p:cNvPr id="13" name="TextBox 12">
                <a:extLst>
                  <a:ext uri="{FF2B5EF4-FFF2-40B4-BE49-F238E27FC236}">
                    <a16:creationId xmlns:a16="http://schemas.microsoft.com/office/drawing/2014/main" id="{977F3C04-7D63-F2BA-D6C8-834170607CD0}"/>
                  </a:ext>
                </a:extLst>
              </p:cNvPr>
              <p:cNvSpPr txBox="1">
                <a:spLocks/>
              </p:cNvSpPr>
              <p:nvPr/>
            </p:nvSpPr>
            <p:spPr>
              <a:xfrm>
                <a:off x="4205246" y="4898987"/>
                <a:ext cx="2643299" cy="1141728"/>
              </a:xfrm>
              <a:prstGeom prst="roundRect">
                <a:avLst/>
              </a:prstGeom>
              <a:solidFill>
                <a:schemeClr val="bg1">
                  <a:lumMod val="95000"/>
                </a:schemeClr>
              </a:solidFill>
              <a:ln w="38100">
                <a:solidFill>
                  <a:srgbClr val="02478E"/>
                </a:solidFill>
              </a:ln>
              <a:effectLst>
                <a:outerShdw blurRad="63500" sx="102000" sy="102000" algn="ctr" rotWithShape="0">
                  <a:prstClr val="black">
                    <a:alpha val="40000"/>
                  </a:prstClr>
                </a:outerShdw>
              </a:effectLst>
            </p:spPr>
            <p:txBody>
              <a:bodyPr wrap="square" rtlCol="0" anchor="ctr">
                <a:noAutofit/>
              </a:bodyPr>
              <a:lstStyle/>
              <a:p>
                <a:pPr algn="ctr"/>
                <a:r>
                  <a:rPr lang="en-US" sz="1400" dirty="0">
                    <a:solidFill>
                      <a:srgbClr val="02478E"/>
                    </a:solidFill>
                  </a:rPr>
                  <a:t>Internal and external experts form diverse backgrounds willing to support healthcare innovations (management, technical)</a:t>
                </a:r>
              </a:p>
            </p:txBody>
          </p:sp>
          <p:grpSp>
            <p:nvGrpSpPr>
              <p:cNvPr id="14" name="Group 13">
                <a:extLst>
                  <a:ext uri="{FF2B5EF4-FFF2-40B4-BE49-F238E27FC236}">
                    <a16:creationId xmlns:a16="http://schemas.microsoft.com/office/drawing/2014/main" id="{BC39F7BF-5516-F81D-FB93-100D34166143}"/>
                  </a:ext>
                </a:extLst>
              </p:cNvPr>
              <p:cNvGrpSpPr/>
              <p:nvPr/>
            </p:nvGrpSpPr>
            <p:grpSpPr>
              <a:xfrm>
                <a:off x="4199681" y="4140114"/>
                <a:ext cx="2654428" cy="758952"/>
                <a:chOff x="4199681" y="4140114"/>
                <a:chExt cx="2654428" cy="758952"/>
              </a:xfrm>
            </p:grpSpPr>
            <p:sp>
              <p:nvSpPr>
                <p:cNvPr id="15" name="TextBox 14">
                  <a:extLst>
                    <a:ext uri="{FF2B5EF4-FFF2-40B4-BE49-F238E27FC236}">
                      <a16:creationId xmlns:a16="http://schemas.microsoft.com/office/drawing/2014/main" id="{B3D8C485-18A9-9FB9-AB8F-5315E6359DCD}"/>
                    </a:ext>
                  </a:extLst>
                </p:cNvPr>
                <p:cNvSpPr txBox="1"/>
                <p:nvPr/>
              </p:nvSpPr>
              <p:spPr>
                <a:xfrm>
                  <a:off x="4958633" y="4319535"/>
                  <a:ext cx="1895476" cy="400110"/>
                </a:xfrm>
                <a:prstGeom prst="rect">
                  <a:avLst/>
                </a:prstGeom>
                <a:noFill/>
                <a:effectLst>
                  <a:outerShdw blurRad="63500" sx="102000" sy="102000" algn="ctr" rotWithShape="0">
                    <a:prstClr val="black">
                      <a:alpha val="40000"/>
                    </a:prstClr>
                  </a:outerShdw>
                </a:effectLst>
              </p:spPr>
              <p:txBody>
                <a:bodyPr wrap="square" rtlCol="0" anchor="ctr">
                  <a:spAutoFit/>
                </a:bodyPr>
                <a:lstStyle/>
                <a:p>
                  <a:r>
                    <a:rPr lang="en-US" sz="2000" b="1" dirty="0">
                      <a:solidFill>
                        <a:srgbClr val="02478E"/>
                      </a:solidFill>
                    </a:rPr>
                    <a:t>Pool of mentors</a:t>
                  </a:r>
                </a:p>
              </p:txBody>
            </p:sp>
            <p:pic>
              <p:nvPicPr>
                <p:cNvPr id="16" name="Picture 8" descr="Mentor Icon PNG Images, Vectors Free Download - Pngtree">
                  <a:extLst>
                    <a:ext uri="{FF2B5EF4-FFF2-40B4-BE49-F238E27FC236}">
                      <a16:creationId xmlns:a16="http://schemas.microsoft.com/office/drawing/2014/main" id="{4090920E-0B40-80FB-FD69-A6FB8EEFBA5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9681" y="4140114"/>
                  <a:ext cx="758952" cy="758952"/>
                </a:xfrm>
                <a:prstGeom prst="rect">
                  <a:avLst/>
                </a:prstGeom>
                <a:noFill/>
                <a:extLst>
                  <a:ext uri="{909E8E84-426E-40DD-AFC4-6F175D3DCCD1}">
                    <a14:hiddenFill xmlns:a14="http://schemas.microsoft.com/office/drawing/2010/main">
                      <a:solidFill>
                        <a:srgbClr val="FFFFFF"/>
                      </a:solidFill>
                    </a14:hiddenFill>
                  </a:ext>
                </a:extLst>
              </p:spPr>
            </p:pic>
          </p:grpSp>
        </p:grpSp>
      </p:grpSp>
    </p:spTree>
    <p:extLst>
      <p:ext uri="{BB962C8B-B14F-4D97-AF65-F5344CB8AC3E}">
        <p14:creationId xmlns:p14="http://schemas.microsoft.com/office/powerpoint/2010/main" val="3718988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CDC63-DFF8-8740-7D55-2459C4EE9487}"/>
              </a:ext>
            </a:extLst>
          </p:cNvPr>
          <p:cNvSpPr>
            <a:spLocks noGrp="1"/>
          </p:cNvSpPr>
          <p:nvPr>
            <p:ph type="title"/>
          </p:nvPr>
        </p:nvSpPr>
        <p:spPr>
          <a:xfrm>
            <a:off x="540000" y="365125"/>
            <a:ext cx="10503138" cy="701675"/>
          </a:xfrm>
        </p:spPr>
        <p:txBody>
          <a:bodyPr>
            <a:noAutofit/>
          </a:bodyPr>
          <a:lstStyle/>
          <a:p>
            <a:r>
              <a:rPr lang="en-US" sz="2800" b="1" dirty="0">
                <a:solidFill>
                  <a:srgbClr val="02478E"/>
                </a:solidFill>
              </a:rPr>
              <a:t>Empowering innovators with training, clinical exposure and collaborative support for developing impactful healthcare solutions</a:t>
            </a:r>
            <a:endParaRPr lang="en-US" dirty="0"/>
          </a:p>
        </p:txBody>
      </p:sp>
      <p:sp>
        <p:nvSpPr>
          <p:cNvPr id="3" name="Slide Number Placeholder 2">
            <a:extLst>
              <a:ext uri="{FF2B5EF4-FFF2-40B4-BE49-F238E27FC236}">
                <a16:creationId xmlns:a16="http://schemas.microsoft.com/office/drawing/2014/main" id="{A697C2E2-CD73-9AE8-39FA-E2264D571D11}"/>
              </a:ext>
            </a:extLst>
          </p:cNvPr>
          <p:cNvSpPr>
            <a:spLocks noGrp="1"/>
          </p:cNvSpPr>
          <p:nvPr>
            <p:ph type="sldNum" sz="quarter" idx="11"/>
          </p:nvPr>
        </p:nvSpPr>
        <p:spPr/>
        <p:txBody>
          <a:bodyPr/>
          <a:lstStyle/>
          <a:p>
            <a:fld id="{7760E944-92EF-4F50-939A-662FA230D41F}" type="slidenum">
              <a:rPr lang="en-US" smtClean="0"/>
              <a:t>12</a:t>
            </a:fld>
            <a:endParaRPr lang="en-US"/>
          </a:p>
        </p:txBody>
      </p:sp>
      <p:grpSp>
        <p:nvGrpSpPr>
          <p:cNvPr id="5" name="Group 4">
            <a:extLst>
              <a:ext uri="{FF2B5EF4-FFF2-40B4-BE49-F238E27FC236}">
                <a16:creationId xmlns:a16="http://schemas.microsoft.com/office/drawing/2014/main" id="{E4128933-225C-87C0-D90D-99A68DD79C42}"/>
              </a:ext>
            </a:extLst>
          </p:cNvPr>
          <p:cNvGrpSpPr>
            <a:grpSpLocks noChangeAspect="1"/>
          </p:cNvGrpSpPr>
          <p:nvPr/>
        </p:nvGrpSpPr>
        <p:grpSpPr>
          <a:xfrm>
            <a:off x="656936" y="1707128"/>
            <a:ext cx="10893120" cy="7352278"/>
            <a:chOff x="656936" y="1707128"/>
            <a:chExt cx="10893120" cy="7352278"/>
          </a:xfrm>
          <a:effectLst/>
        </p:grpSpPr>
        <p:sp>
          <p:nvSpPr>
            <p:cNvPr id="6" name="Block Arc 5">
              <a:extLst>
                <a:ext uri="{FF2B5EF4-FFF2-40B4-BE49-F238E27FC236}">
                  <a16:creationId xmlns:a16="http://schemas.microsoft.com/office/drawing/2014/main" id="{DA3A6B89-79FE-C44C-8CA6-3E29776CE38F}"/>
                </a:ext>
              </a:extLst>
            </p:cNvPr>
            <p:cNvSpPr/>
            <p:nvPr/>
          </p:nvSpPr>
          <p:spPr>
            <a:xfrm>
              <a:off x="3365595" y="2521489"/>
              <a:ext cx="5460811" cy="6537917"/>
            </a:xfrm>
            <a:prstGeom prst="blockArc">
              <a:avLst>
                <a:gd name="adj1" fmla="val 11096585"/>
                <a:gd name="adj2" fmla="val 21337880"/>
                <a:gd name="adj3" fmla="val 0"/>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155">
              <a:extLst>
                <a:ext uri="{FF2B5EF4-FFF2-40B4-BE49-F238E27FC236}">
                  <a16:creationId xmlns:a16="http://schemas.microsoft.com/office/drawing/2014/main" id="{2EC700AF-0139-ED75-1DE6-85E127641D86}"/>
                </a:ext>
              </a:extLst>
            </p:cNvPr>
            <p:cNvSpPr txBox="1"/>
            <p:nvPr/>
          </p:nvSpPr>
          <p:spPr bwMode="gray">
            <a:xfrm>
              <a:off x="8330184" y="3311840"/>
              <a:ext cx="1665985" cy="276999"/>
            </a:xfrm>
            <a:prstGeom prst="rect">
              <a:avLst/>
            </a:prstGeom>
            <a:noFill/>
          </p:spPr>
          <p:txBody>
            <a:bodyPr wrap="square" lIns="0" tIns="0" rIns="0" bIns="0" rtlCol="0">
              <a:spAutoFit/>
            </a:bodyPr>
            <a:lstStyle>
              <a:defPPr>
                <a:defRPr lang="de-DE"/>
              </a:defPPr>
              <a:lvl1pPr algn="r">
                <a:lnSpc>
                  <a:spcPct val="110000"/>
                </a:lnSpc>
                <a:spcBef>
                  <a:spcPts val="0"/>
                </a:spcBef>
                <a:defRPr sz="1400" i="1">
                  <a:latin typeface="Calibri" panose="020F0502020204030204" pitchFamily="34" charset="0"/>
                </a:defRPr>
              </a:lvl1pPr>
            </a:lstStyle>
            <a:p>
              <a:pPr algn="l">
                <a:lnSpc>
                  <a:spcPct val="100000"/>
                </a:lnSpc>
                <a:defRPr/>
              </a:pPr>
              <a:r>
                <a:rPr kumimoji="0" lang="en-US" sz="1800" b="1" i="0" u="none" strike="noStrike" kern="0" cap="none" spc="0" normalizeH="0" baseline="0" noProof="0" dirty="0">
                  <a:ln>
                    <a:noFill/>
                  </a:ln>
                  <a:solidFill>
                    <a:srgbClr val="02478E"/>
                  </a:solidFill>
                  <a:effectLst/>
                  <a:uLnTx/>
                  <a:uFillTx/>
                  <a:latin typeface="Calibri"/>
                  <a:ea typeface="+mn-ea"/>
                  <a:cs typeface="+mn-cs"/>
                </a:rPr>
                <a:t>Clinical Emersion</a:t>
              </a:r>
            </a:p>
          </p:txBody>
        </p:sp>
        <p:sp>
          <p:nvSpPr>
            <p:cNvPr id="8" name="Oval 139">
              <a:extLst>
                <a:ext uri="{FF2B5EF4-FFF2-40B4-BE49-F238E27FC236}">
                  <a16:creationId xmlns:a16="http://schemas.microsoft.com/office/drawing/2014/main" id="{EE7E2EED-2636-49A8-DD8D-15985F0A64C2}"/>
                </a:ext>
              </a:extLst>
            </p:cNvPr>
            <p:cNvSpPr/>
            <p:nvPr>
              <p:custDataLst>
                <p:tags r:id="rId1"/>
              </p:custDataLst>
            </p:nvPr>
          </p:nvSpPr>
          <p:spPr bwMode="gray">
            <a:xfrm>
              <a:off x="8062874" y="3556262"/>
              <a:ext cx="188206" cy="188206"/>
            </a:xfrm>
            <a:prstGeom prst="ellipse">
              <a:avLst/>
            </a:prstGeom>
            <a:solidFill>
              <a:srgbClr val="024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2478E"/>
                </a:solidFill>
                <a:effectLst/>
                <a:uLnTx/>
                <a:uFillTx/>
                <a:latin typeface="Calibri"/>
                <a:ea typeface="+mn-ea"/>
                <a:cs typeface="+mn-cs"/>
              </a:endParaRPr>
            </a:p>
          </p:txBody>
        </p:sp>
        <p:sp>
          <p:nvSpPr>
            <p:cNvPr id="9" name="Oval 13">
              <a:extLst>
                <a:ext uri="{FF2B5EF4-FFF2-40B4-BE49-F238E27FC236}">
                  <a16:creationId xmlns:a16="http://schemas.microsoft.com/office/drawing/2014/main" id="{E05B64FF-6779-BFB7-DEEC-AB21BC4B3693}"/>
                </a:ext>
              </a:extLst>
            </p:cNvPr>
            <p:cNvSpPr/>
            <p:nvPr>
              <p:custDataLst>
                <p:tags r:id="rId2"/>
              </p:custDataLst>
            </p:nvPr>
          </p:nvSpPr>
          <p:spPr bwMode="gray">
            <a:xfrm>
              <a:off x="3400136" y="4757295"/>
              <a:ext cx="188206" cy="188206"/>
            </a:xfrm>
            <a:prstGeom prst="ellipse">
              <a:avLst/>
            </a:prstGeom>
            <a:solidFill>
              <a:srgbClr val="024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2478E"/>
                </a:solidFill>
                <a:effectLst/>
                <a:uLnTx/>
                <a:uFillTx/>
                <a:latin typeface="Calibri"/>
                <a:ea typeface="+mn-ea"/>
                <a:cs typeface="+mn-cs"/>
              </a:endParaRPr>
            </a:p>
          </p:txBody>
        </p:sp>
        <p:sp>
          <p:nvSpPr>
            <p:cNvPr id="10" name="TextBox 157">
              <a:extLst>
                <a:ext uri="{FF2B5EF4-FFF2-40B4-BE49-F238E27FC236}">
                  <a16:creationId xmlns:a16="http://schemas.microsoft.com/office/drawing/2014/main" id="{FA1A9855-249F-B2B3-0979-94270B291D5C}"/>
                </a:ext>
              </a:extLst>
            </p:cNvPr>
            <p:cNvSpPr txBox="1"/>
            <p:nvPr/>
          </p:nvSpPr>
          <p:spPr bwMode="gray">
            <a:xfrm>
              <a:off x="1412880" y="4574399"/>
              <a:ext cx="1987256" cy="553998"/>
            </a:xfrm>
            <a:prstGeom prst="rect">
              <a:avLst/>
            </a:prstGeom>
            <a:noFill/>
          </p:spPr>
          <p:txBody>
            <a:bodyPr wrap="square" lIns="0" tIns="0" rIns="0" bIns="0" rtlCol="0">
              <a:spAutoFit/>
            </a:bodyPr>
            <a:lstStyle>
              <a:defPPr>
                <a:defRPr lang="de-DE"/>
              </a:defPPr>
              <a:lvl1pPr algn="r">
                <a:lnSpc>
                  <a:spcPct val="110000"/>
                </a:lnSpc>
                <a:spcBef>
                  <a:spcPts val="0"/>
                </a:spcBef>
                <a:defRPr sz="1400" i="1">
                  <a:latin typeface="Calibri" panose="020F0502020204030204" pitchFamily="34" charset="0"/>
                </a:defRPr>
              </a:lvl1pPr>
            </a:lstStyle>
            <a:p>
              <a:pPr algn="l">
                <a:lnSpc>
                  <a:spcPct val="100000"/>
                </a:lnSpc>
                <a:defRPr/>
              </a:pPr>
              <a:r>
                <a:rPr kumimoji="0" lang="en-US" sz="1800" b="1" i="0" u="none" strike="noStrike" kern="0" cap="none" spc="0" normalizeH="0" baseline="0" noProof="0" dirty="0">
                  <a:ln>
                    <a:noFill/>
                  </a:ln>
                  <a:solidFill>
                    <a:srgbClr val="02478E"/>
                  </a:solidFill>
                  <a:effectLst/>
                  <a:uLnTx/>
                  <a:uFillTx/>
                  <a:latin typeface="Calibri"/>
                  <a:ea typeface="+mn-ea"/>
                  <a:cs typeface="+mn-cs"/>
                </a:rPr>
                <a:t>Innovation Tools and Methodologies</a:t>
              </a:r>
            </a:p>
          </p:txBody>
        </p:sp>
        <p:sp>
          <p:nvSpPr>
            <p:cNvPr id="11" name="Oval 138">
              <a:extLst>
                <a:ext uri="{FF2B5EF4-FFF2-40B4-BE49-F238E27FC236}">
                  <a16:creationId xmlns:a16="http://schemas.microsoft.com/office/drawing/2014/main" id="{B2439786-CAFD-F148-7CB2-B3234E68284B}"/>
                </a:ext>
              </a:extLst>
            </p:cNvPr>
            <p:cNvSpPr>
              <a:spLocks/>
            </p:cNvSpPr>
            <p:nvPr>
              <p:custDataLst>
                <p:tags r:id="rId3"/>
              </p:custDataLst>
            </p:nvPr>
          </p:nvSpPr>
          <p:spPr bwMode="gray">
            <a:xfrm>
              <a:off x="5364880" y="2538125"/>
              <a:ext cx="188206" cy="188206"/>
            </a:xfrm>
            <a:prstGeom prst="ellipse">
              <a:avLst/>
            </a:prstGeom>
            <a:solidFill>
              <a:srgbClr val="024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2478E"/>
                </a:solidFill>
                <a:effectLst/>
                <a:uLnTx/>
                <a:uFillTx/>
                <a:latin typeface="Calibri"/>
                <a:ea typeface="+mn-ea"/>
                <a:cs typeface="+mn-cs"/>
              </a:endParaRPr>
            </a:p>
          </p:txBody>
        </p:sp>
        <p:sp>
          <p:nvSpPr>
            <p:cNvPr id="12" name="TextBox 163">
              <a:extLst>
                <a:ext uri="{FF2B5EF4-FFF2-40B4-BE49-F238E27FC236}">
                  <a16:creationId xmlns:a16="http://schemas.microsoft.com/office/drawing/2014/main" id="{7ED4B062-3A0D-E289-A132-0B1204C4D6C4}"/>
                </a:ext>
              </a:extLst>
            </p:cNvPr>
            <p:cNvSpPr txBox="1"/>
            <p:nvPr/>
          </p:nvSpPr>
          <p:spPr bwMode="gray">
            <a:xfrm>
              <a:off x="3341578" y="1707129"/>
              <a:ext cx="2159149" cy="830997"/>
            </a:xfrm>
            <a:prstGeom prst="rect">
              <a:avLst/>
            </a:prstGeom>
            <a:noFill/>
          </p:spPr>
          <p:txBody>
            <a:bodyPr wrap="square" lIns="0" tIns="0" rIns="0" bIns="0" rtlCol="0">
              <a:spAutoFit/>
            </a:bodyPr>
            <a:lstStyle>
              <a:defPPr>
                <a:defRPr lang="de-DE"/>
              </a:defPPr>
              <a:lvl1pPr algn="r">
                <a:lnSpc>
                  <a:spcPct val="110000"/>
                </a:lnSpc>
                <a:spcBef>
                  <a:spcPts val="0"/>
                </a:spcBef>
                <a:defRPr sz="1400" i="1">
                  <a:latin typeface="Calibri" panose="020F0502020204030204" pitchFamily="34" charset="0"/>
                </a:defRPr>
              </a:lvl1pPr>
            </a:lstStyle>
            <a:p>
              <a:pPr algn="l">
                <a:lnSpc>
                  <a:spcPct val="100000"/>
                </a:lnSpc>
                <a:defRPr/>
              </a:pPr>
              <a:r>
                <a:rPr kumimoji="0" lang="en-US" sz="1800" b="1" i="0" u="none" strike="noStrike" kern="0" cap="none" spc="0" normalizeH="0" baseline="0" noProof="0" dirty="0">
                  <a:ln>
                    <a:noFill/>
                  </a:ln>
                  <a:solidFill>
                    <a:srgbClr val="02478E"/>
                  </a:solidFill>
                  <a:effectLst/>
                  <a:uLnTx/>
                  <a:uFillTx/>
                  <a:latin typeface="Calibri"/>
                  <a:ea typeface="+mn-ea"/>
                  <a:cs typeface="+mn-cs"/>
                </a:rPr>
                <a:t>Mentorship from experts: workshop and training sessions</a:t>
              </a:r>
            </a:p>
          </p:txBody>
        </p:sp>
        <p:sp>
          <p:nvSpPr>
            <p:cNvPr id="13" name="Oval 139">
              <a:extLst>
                <a:ext uri="{FF2B5EF4-FFF2-40B4-BE49-F238E27FC236}">
                  <a16:creationId xmlns:a16="http://schemas.microsoft.com/office/drawing/2014/main" id="{ED5C0E38-E7A5-43CF-0E3F-48CB14F18170}"/>
                </a:ext>
              </a:extLst>
            </p:cNvPr>
            <p:cNvSpPr/>
            <p:nvPr>
              <p:custDataLst>
                <p:tags r:id="rId4"/>
              </p:custDataLst>
            </p:nvPr>
          </p:nvSpPr>
          <p:spPr bwMode="gray">
            <a:xfrm>
              <a:off x="8588396" y="4757295"/>
              <a:ext cx="218460" cy="188206"/>
            </a:xfrm>
            <a:prstGeom prst="ellipse">
              <a:avLst/>
            </a:prstGeom>
            <a:solidFill>
              <a:srgbClr val="024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2478E"/>
                </a:solidFill>
                <a:effectLst/>
                <a:uLnTx/>
                <a:uFillTx/>
                <a:latin typeface="Calibri"/>
                <a:ea typeface="+mn-ea"/>
                <a:cs typeface="+mn-cs"/>
              </a:endParaRPr>
            </a:p>
          </p:txBody>
        </p:sp>
        <p:sp>
          <p:nvSpPr>
            <p:cNvPr id="14" name="TextBox 161">
              <a:extLst>
                <a:ext uri="{FF2B5EF4-FFF2-40B4-BE49-F238E27FC236}">
                  <a16:creationId xmlns:a16="http://schemas.microsoft.com/office/drawing/2014/main" id="{92D249D7-9E72-1A0D-1696-53212AAFE4DC}"/>
                </a:ext>
              </a:extLst>
            </p:cNvPr>
            <p:cNvSpPr txBox="1"/>
            <p:nvPr/>
          </p:nvSpPr>
          <p:spPr bwMode="gray">
            <a:xfrm>
              <a:off x="8860946" y="4574399"/>
              <a:ext cx="1782670" cy="553998"/>
            </a:xfrm>
            <a:prstGeom prst="rect">
              <a:avLst/>
            </a:prstGeom>
            <a:noFill/>
          </p:spPr>
          <p:txBody>
            <a:bodyPr wrap="square" lIns="0" tIns="0" rIns="0" bIns="0" rtlCol="0">
              <a:spAutoFit/>
            </a:bodyPr>
            <a:lstStyle>
              <a:defPPr>
                <a:defRPr lang="de-DE"/>
              </a:defPPr>
              <a:lvl1pPr algn="r">
                <a:lnSpc>
                  <a:spcPct val="110000"/>
                </a:lnSpc>
                <a:spcBef>
                  <a:spcPts val="0"/>
                </a:spcBef>
                <a:defRPr sz="1400" i="1">
                  <a:latin typeface="Calibri" panose="020F0502020204030204" pitchFamily="34" charset="0"/>
                </a:defRPr>
              </a:lvl1pPr>
            </a:lstStyle>
            <a:p>
              <a:pPr algn="l">
                <a:lnSpc>
                  <a:spcPct val="100000"/>
                </a:lnSpc>
                <a:defRPr/>
              </a:pPr>
              <a:r>
                <a:rPr kumimoji="0" lang="en-US" sz="1800" b="1" i="0" u="none" strike="noStrike" kern="0" cap="none" spc="0" normalizeH="0" baseline="0" noProof="0" dirty="0">
                  <a:ln>
                    <a:noFill/>
                  </a:ln>
                  <a:solidFill>
                    <a:srgbClr val="02478E"/>
                  </a:solidFill>
                  <a:effectLst/>
                  <a:uLnTx/>
                  <a:uFillTx/>
                  <a:latin typeface="Calibri"/>
                  <a:ea typeface="+mn-ea"/>
                  <a:cs typeface="+mn-cs"/>
                </a:rPr>
                <a:t>Funding Guidance and Support</a:t>
              </a:r>
            </a:p>
          </p:txBody>
        </p:sp>
        <p:sp>
          <p:nvSpPr>
            <p:cNvPr id="15" name="Oval 140">
              <a:extLst>
                <a:ext uri="{FF2B5EF4-FFF2-40B4-BE49-F238E27FC236}">
                  <a16:creationId xmlns:a16="http://schemas.microsoft.com/office/drawing/2014/main" id="{46B2B187-590A-1E65-E1DB-5BF7BDDF5359}"/>
                </a:ext>
              </a:extLst>
            </p:cNvPr>
            <p:cNvSpPr/>
            <p:nvPr>
              <p:custDataLst>
                <p:tags r:id="rId5"/>
              </p:custDataLst>
            </p:nvPr>
          </p:nvSpPr>
          <p:spPr bwMode="gray">
            <a:xfrm>
              <a:off x="3926313" y="3556262"/>
              <a:ext cx="188206" cy="188206"/>
            </a:xfrm>
            <a:prstGeom prst="ellipse">
              <a:avLst/>
            </a:prstGeom>
            <a:solidFill>
              <a:srgbClr val="024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2478E"/>
                </a:solidFill>
                <a:effectLst/>
                <a:uLnTx/>
                <a:uFillTx/>
                <a:latin typeface="Calibri"/>
                <a:ea typeface="+mn-ea"/>
                <a:cs typeface="+mn-cs"/>
              </a:endParaRPr>
            </a:p>
          </p:txBody>
        </p:sp>
        <p:sp>
          <p:nvSpPr>
            <p:cNvPr id="16" name="TextBox 159">
              <a:extLst>
                <a:ext uri="{FF2B5EF4-FFF2-40B4-BE49-F238E27FC236}">
                  <a16:creationId xmlns:a16="http://schemas.microsoft.com/office/drawing/2014/main" id="{1660A9DF-5606-75CB-045F-463FA1ECD37A}"/>
                </a:ext>
              </a:extLst>
            </p:cNvPr>
            <p:cNvSpPr txBox="1">
              <a:spLocks/>
            </p:cNvSpPr>
            <p:nvPr/>
          </p:nvSpPr>
          <p:spPr bwMode="gray">
            <a:xfrm>
              <a:off x="1226180" y="3311841"/>
              <a:ext cx="2743200" cy="276999"/>
            </a:xfrm>
            <a:prstGeom prst="rect">
              <a:avLst/>
            </a:prstGeom>
            <a:noFill/>
          </p:spPr>
          <p:txBody>
            <a:bodyPr wrap="square" lIns="0" tIns="0" rIns="0" bIns="0" rtlCol="0">
              <a:spAutoFit/>
            </a:bodyPr>
            <a:lstStyle>
              <a:defPPr>
                <a:defRPr lang="de-DE"/>
              </a:defPPr>
              <a:lvl1pPr algn="r">
                <a:lnSpc>
                  <a:spcPct val="110000"/>
                </a:lnSpc>
                <a:spcBef>
                  <a:spcPts val="0"/>
                </a:spcBef>
                <a:defRPr sz="1400" i="1">
                  <a:latin typeface="Calibri" panose="020F0502020204030204" pitchFamily="34" charset="0"/>
                </a:defRPr>
              </a:lvl1pPr>
            </a:lstStyle>
            <a:p>
              <a:pPr algn="ctr">
                <a:lnSpc>
                  <a:spcPct val="100000"/>
                </a:lnSpc>
                <a:defRPr/>
              </a:pPr>
              <a:r>
                <a:rPr kumimoji="0" lang="en-US" sz="1800" b="1" i="0" u="none" strike="noStrike" kern="0" cap="none" spc="0" normalizeH="0" baseline="0" noProof="0" dirty="0">
                  <a:ln>
                    <a:noFill/>
                  </a:ln>
                  <a:solidFill>
                    <a:srgbClr val="02478E"/>
                  </a:solidFill>
                  <a:effectLst/>
                  <a:uLnTx/>
                  <a:uFillTx/>
                  <a:latin typeface="Calibri"/>
                  <a:ea typeface="+mn-ea"/>
                  <a:cs typeface="+mn-cs"/>
                </a:rPr>
                <a:t>POC Development Support</a:t>
              </a:r>
            </a:p>
          </p:txBody>
        </p:sp>
        <p:sp>
          <p:nvSpPr>
            <p:cNvPr id="17" name="Oval 141">
              <a:extLst>
                <a:ext uri="{FF2B5EF4-FFF2-40B4-BE49-F238E27FC236}">
                  <a16:creationId xmlns:a16="http://schemas.microsoft.com/office/drawing/2014/main" id="{C4DDE7B5-FA67-F866-AA22-86261F3F29CC}"/>
                </a:ext>
              </a:extLst>
            </p:cNvPr>
            <p:cNvSpPr/>
            <p:nvPr>
              <p:custDataLst>
                <p:tags r:id="rId6"/>
              </p:custDataLst>
            </p:nvPr>
          </p:nvSpPr>
          <p:spPr bwMode="gray">
            <a:xfrm>
              <a:off x="6691274" y="2538125"/>
              <a:ext cx="188206" cy="188206"/>
            </a:xfrm>
            <a:prstGeom prst="ellipse">
              <a:avLst/>
            </a:prstGeom>
            <a:solidFill>
              <a:srgbClr val="024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dirty="0">
                <a:ln>
                  <a:noFill/>
                </a:ln>
                <a:solidFill>
                  <a:srgbClr val="02478E"/>
                </a:solidFill>
                <a:effectLst/>
                <a:uLnTx/>
                <a:uFillTx/>
                <a:latin typeface="Calibri"/>
                <a:ea typeface="+mn-ea"/>
                <a:cs typeface="+mn-cs"/>
              </a:endParaRPr>
            </a:p>
          </p:txBody>
        </p:sp>
        <p:sp>
          <p:nvSpPr>
            <p:cNvPr id="18" name="TextBox 161">
              <a:extLst>
                <a:ext uri="{FF2B5EF4-FFF2-40B4-BE49-F238E27FC236}">
                  <a16:creationId xmlns:a16="http://schemas.microsoft.com/office/drawing/2014/main" id="{093558A1-6582-8D5D-985F-061BAB106D0F}"/>
                </a:ext>
              </a:extLst>
            </p:cNvPr>
            <p:cNvSpPr txBox="1"/>
            <p:nvPr/>
          </p:nvSpPr>
          <p:spPr bwMode="gray">
            <a:xfrm>
              <a:off x="6879480" y="1707128"/>
              <a:ext cx="2743200" cy="830997"/>
            </a:xfrm>
            <a:prstGeom prst="rect">
              <a:avLst/>
            </a:prstGeom>
            <a:noFill/>
          </p:spPr>
          <p:txBody>
            <a:bodyPr wrap="square" lIns="0" tIns="0" rIns="0" bIns="0" rtlCol="0">
              <a:spAutoFit/>
            </a:bodyPr>
            <a:lstStyle>
              <a:defPPr>
                <a:defRPr lang="de-DE"/>
              </a:defPPr>
              <a:lvl1pPr algn="r">
                <a:lnSpc>
                  <a:spcPct val="110000"/>
                </a:lnSpc>
                <a:spcBef>
                  <a:spcPts val="0"/>
                </a:spcBef>
                <a:defRPr sz="1400" i="1">
                  <a:latin typeface="Calibri" panose="020F0502020204030204" pitchFamily="34" charset="0"/>
                </a:defRPr>
              </a:lvl1pPr>
            </a:lstStyle>
            <a:p>
              <a:pPr algn="l">
                <a:lnSpc>
                  <a:spcPct val="100000"/>
                </a:lnSpc>
                <a:defRPr/>
              </a:pPr>
              <a:r>
                <a:rPr kumimoji="0" lang="en-US" sz="1800" b="1" i="0" u="none" strike="noStrike" kern="0" cap="none" spc="0" normalizeH="0" baseline="0" noProof="0" dirty="0">
                  <a:ln>
                    <a:noFill/>
                  </a:ln>
                  <a:solidFill>
                    <a:srgbClr val="02478E"/>
                  </a:solidFill>
                  <a:effectLst/>
                  <a:uLnTx/>
                  <a:uFillTx/>
                  <a:latin typeface="Calibri"/>
                  <a:ea typeface="+mn-ea"/>
                  <a:cs typeface="+mn-cs"/>
                </a:rPr>
                <a:t>Networking opportunities with healthcare professionals and investors</a:t>
              </a:r>
            </a:p>
          </p:txBody>
        </p:sp>
        <p:cxnSp>
          <p:nvCxnSpPr>
            <p:cNvPr id="19" name="Straight Connector 18">
              <a:extLst>
                <a:ext uri="{FF2B5EF4-FFF2-40B4-BE49-F238E27FC236}">
                  <a16:creationId xmlns:a16="http://schemas.microsoft.com/office/drawing/2014/main" id="{1ECB6FE2-D7C2-AAD6-A633-73C9BC9A48C1}"/>
                </a:ext>
              </a:extLst>
            </p:cNvPr>
            <p:cNvCxnSpPr>
              <a:cxnSpLocks/>
            </p:cNvCxnSpPr>
            <p:nvPr/>
          </p:nvCxnSpPr>
          <p:spPr>
            <a:xfrm flipH="1">
              <a:off x="1183113" y="3650365"/>
              <a:ext cx="2743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2AD1076-D607-A609-2F6B-DD2C1DD06AF0}"/>
                </a:ext>
              </a:extLst>
            </p:cNvPr>
            <p:cNvCxnSpPr>
              <a:cxnSpLocks/>
            </p:cNvCxnSpPr>
            <p:nvPr/>
          </p:nvCxnSpPr>
          <p:spPr>
            <a:xfrm flipH="1">
              <a:off x="656936" y="5128397"/>
              <a:ext cx="2743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2C3EB5A-C03D-ECA5-4A9E-9FE8BE393710}"/>
                </a:ext>
              </a:extLst>
            </p:cNvPr>
            <p:cNvCxnSpPr>
              <a:cxnSpLocks/>
            </p:cNvCxnSpPr>
            <p:nvPr/>
          </p:nvCxnSpPr>
          <p:spPr>
            <a:xfrm flipH="1">
              <a:off x="2621680" y="2620408"/>
              <a:ext cx="2743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9434680-7A2B-FE14-3ACA-A1E1EAFEB573}"/>
                </a:ext>
              </a:extLst>
            </p:cNvPr>
            <p:cNvCxnSpPr>
              <a:cxnSpLocks/>
            </p:cNvCxnSpPr>
            <p:nvPr/>
          </p:nvCxnSpPr>
          <p:spPr>
            <a:xfrm flipH="1">
              <a:off x="6879481" y="2632228"/>
              <a:ext cx="2743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5BBE812-8DA6-0AE3-F4B4-B0BA53A87FDA}"/>
                </a:ext>
              </a:extLst>
            </p:cNvPr>
            <p:cNvCxnSpPr>
              <a:cxnSpLocks/>
            </p:cNvCxnSpPr>
            <p:nvPr/>
          </p:nvCxnSpPr>
          <p:spPr>
            <a:xfrm flipH="1">
              <a:off x="8251080" y="3650363"/>
              <a:ext cx="2743200"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CAED464-C36B-EF8A-7848-A709DD23958D}"/>
                </a:ext>
              </a:extLst>
            </p:cNvPr>
            <p:cNvCxnSpPr/>
            <p:nvPr/>
          </p:nvCxnSpPr>
          <p:spPr>
            <a:xfrm flipH="1">
              <a:off x="8806856" y="5149736"/>
              <a:ext cx="2743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5" name="Picture 2" descr="21+ Thousand What Expect Icon Royalty-Free Images, Stock Photos &amp; Pictures  | Shutterstock">
              <a:extLst>
                <a:ext uri="{FF2B5EF4-FFF2-40B4-BE49-F238E27FC236}">
                  <a16:creationId xmlns:a16="http://schemas.microsoft.com/office/drawing/2014/main" id="{DB18D4A4-EBC5-5D29-96BD-EE213508D99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7500" t="17256" r="18732" b="23014"/>
            <a:stretch/>
          </p:blipFill>
          <p:spPr bwMode="auto">
            <a:xfrm>
              <a:off x="5198813" y="3434881"/>
              <a:ext cx="1794376" cy="113951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6" descr="Innovation - Free construction and tools icons">
              <a:extLst>
                <a:ext uri="{FF2B5EF4-FFF2-40B4-BE49-F238E27FC236}">
                  <a16:creationId xmlns:a16="http://schemas.microsoft.com/office/drawing/2014/main" id="{07A7DD4A-A12D-335B-6B16-52A76DB6D3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5680" y="4622798"/>
              <a:ext cx="4572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Proof of concept - Free education icons">
              <a:extLst>
                <a:ext uri="{FF2B5EF4-FFF2-40B4-BE49-F238E27FC236}">
                  <a16:creationId xmlns:a16="http://schemas.microsoft.com/office/drawing/2014/main" id="{75E9114A-E106-1E73-3C7D-7BCEEC01A81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8980" y="3144766"/>
              <a:ext cx="4572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0" descr="Mentoring - Free business and finance icons">
              <a:extLst>
                <a:ext uri="{FF2B5EF4-FFF2-40B4-BE49-F238E27FC236}">
                  <a16:creationId xmlns:a16="http://schemas.microsoft.com/office/drawing/2014/main" id="{AD827325-A1CB-2F7A-CE8B-F26CB7BEFA4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25070" y="1894027"/>
              <a:ext cx="4572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2" descr="Networking free icons designed by Becris">
              <a:extLst>
                <a:ext uri="{FF2B5EF4-FFF2-40B4-BE49-F238E27FC236}">
                  <a16:creationId xmlns:a16="http://schemas.microsoft.com/office/drawing/2014/main" id="{9D2AEA47-1FCC-D47B-A6E0-0EFD8CCF61F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493140" y="1894026"/>
              <a:ext cx="4572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4" descr="Test - Free healthcare and medical icons">
              <a:extLst>
                <a:ext uri="{FF2B5EF4-FFF2-40B4-BE49-F238E27FC236}">
                  <a16:creationId xmlns:a16="http://schemas.microsoft.com/office/drawing/2014/main" id="{B7E0DBF2-4A2C-585C-EA9C-94708C1F64E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15219" y="3158294"/>
              <a:ext cx="4572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6" descr="Funding Generic Outline Color icon | Freepik">
              <a:extLst>
                <a:ext uri="{FF2B5EF4-FFF2-40B4-BE49-F238E27FC236}">
                  <a16:creationId xmlns:a16="http://schemas.microsoft.com/office/drawing/2014/main" id="{FF76AE8A-EC51-B812-3127-71691420A019}"/>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43617" y="4622798"/>
              <a:ext cx="457200" cy="4572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54729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E90B2D3-4965-46E8-E828-6E6838660D45}"/>
              </a:ext>
            </a:extLst>
          </p:cNvPr>
          <p:cNvSpPr txBox="1"/>
          <p:nvPr>
            <p:custDataLst>
              <p:tags r:id="rId1"/>
            </p:custDataLst>
          </p:nvPr>
        </p:nvSpPr>
        <p:spPr>
          <a:xfrm>
            <a:off x="664313" y="422270"/>
            <a:ext cx="10346587" cy="1132157"/>
          </a:xfrm>
          <a:prstGeom prst="rect">
            <a:avLst/>
          </a:prstGeom>
          <a:noFill/>
        </p:spPr>
        <p:txBody>
          <a:bodyPr wrap="square" anchor="t">
            <a:noAutofit/>
          </a:bodyPr>
          <a:lstStyle/>
          <a:p>
            <a:r>
              <a:rPr lang="en-US" sz="2800" b="1" dirty="0">
                <a:solidFill>
                  <a:srgbClr val="02478E"/>
                </a:solidFill>
              </a:rPr>
              <a:t>Empowering innovators with training, clinical exposure and collaborative support for developing impactful healthcare solutions</a:t>
            </a:r>
          </a:p>
        </p:txBody>
      </p:sp>
      <p:sp>
        <p:nvSpPr>
          <p:cNvPr id="37" name="Rectangle 36">
            <a:extLst>
              <a:ext uri="{FF2B5EF4-FFF2-40B4-BE49-F238E27FC236}">
                <a16:creationId xmlns:a16="http://schemas.microsoft.com/office/drawing/2014/main" id="{7784AE92-099C-ACED-F395-82880CB57564}"/>
              </a:ext>
            </a:extLst>
          </p:cNvPr>
          <p:cNvSpPr/>
          <p:nvPr>
            <p:custDataLst>
              <p:tags r:id="rId2"/>
            </p:custDataLst>
          </p:nvPr>
        </p:nvSpPr>
        <p:spPr>
          <a:xfrm>
            <a:off x="0" y="1599634"/>
            <a:ext cx="12192000" cy="4564917"/>
          </a:xfrm>
          <a:prstGeom prst="rect">
            <a:avLst/>
          </a:prstGeom>
          <a:solidFill>
            <a:srgbClr val="0247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4" name="Group 33">
            <a:extLst>
              <a:ext uri="{FF2B5EF4-FFF2-40B4-BE49-F238E27FC236}">
                <a16:creationId xmlns:a16="http://schemas.microsoft.com/office/drawing/2014/main" id="{AA4F6C9A-F3B0-8CC9-0204-2F8BC5ADA688}"/>
              </a:ext>
            </a:extLst>
          </p:cNvPr>
          <p:cNvGrpSpPr>
            <a:grpSpLocks noChangeAspect="1"/>
          </p:cNvGrpSpPr>
          <p:nvPr/>
        </p:nvGrpSpPr>
        <p:grpSpPr>
          <a:xfrm>
            <a:off x="1422726" y="1660905"/>
            <a:ext cx="9734771" cy="4036828"/>
            <a:chOff x="1386821" y="1014240"/>
            <a:chExt cx="7568768" cy="3318336"/>
          </a:xfrm>
        </p:grpSpPr>
        <p:grpSp>
          <p:nvGrpSpPr>
            <p:cNvPr id="13" name="Group 12">
              <a:extLst>
                <a:ext uri="{FF2B5EF4-FFF2-40B4-BE49-F238E27FC236}">
                  <a16:creationId xmlns:a16="http://schemas.microsoft.com/office/drawing/2014/main" id="{946DE20A-D4F6-A5BA-C1DF-210D0B4B73EA}"/>
                </a:ext>
              </a:extLst>
            </p:cNvPr>
            <p:cNvGrpSpPr>
              <a:grpSpLocks noChangeAspect="1"/>
            </p:cNvGrpSpPr>
            <p:nvPr/>
          </p:nvGrpSpPr>
          <p:grpSpPr>
            <a:xfrm>
              <a:off x="1482600" y="1014240"/>
              <a:ext cx="1804341" cy="934215"/>
              <a:chOff x="5389884" y="2591035"/>
              <a:chExt cx="1804341" cy="934215"/>
            </a:xfrm>
            <a:solidFill>
              <a:srgbClr val="EFB435"/>
            </a:solidFill>
          </p:grpSpPr>
          <p:sp>
            <p:nvSpPr>
              <p:cNvPr id="14" name="TextBox 13">
                <a:extLst>
                  <a:ext uri="{FF2B5EF4-FFF2-40B4-BE49-F238E27FC236}">
                    <a16:creationId xmlns:a16="http://schemas.microsoft.com/office/drawing/2014/main" id="{D7C61D35-7612-0032-2EA8-33EC03868A1E}"/>
                  </a:ext>
                </a:extLst>
              </p:cNvPr>
              <p:cNvSpPr txBox="1"/>
              <p:nvPr>
                <p:custDataLst>
                  <p:tags r:id="rId9"/>
                </p:custDataLst>
              </p:nvPr>
            </p:nvSpPr>
            <p:spPr>
              <a:xfrm>
                <a:off x="5389884" y="2993956"/>
                <a:ext cx="1804341" cy="531294"/>
              </a:xfrm>
              <a:prstGeom prst="rect">
                <a:avLst/>
              </a:prstGeom>
              <a:noFill/>
            </p:spPr>
            <p:txBody>
              <a:bodyPr wrap="square" rtlCol="0">
                <a:spAutoFit/>
              </a:bodyPr>
              <a:lstStyle/>
              <a:p>
                <a:r>
                  <a:rPr lang="en-US" b="1" dirty="0">
                    <a:solidFill>
                      <a:schemeClr val="bg1"/>
                    </a:solidFill>
                  </a:rPr>
                  <a:t>Innovation Tools and Methodologies</a:t>
                </a:r>
              </a:p>
            </p:txBody>
          </p:sp>
          <p:sp>
            <p:nvSpPr>
              <p:cNvPr id="15" name="Freeform 49">
                <a:extLst>
                  <a:ext uri="{FF2B5EF4-FFF2-40B4-BE49-F238E27FC236}">
                    <a16:creationId xmlns:a16="http://schemas.microsoft.com/office/drawing/2014/main" id="{3651B4FD-40DA-FAF1-B683-63B37EBCF594}"/>
                  </a:ext>
                </a:extLst>
              </p:cNvPr>
              <p:cNvSpPr>
                <a:spLocks noChangeAspect="1" noEditPoints="1"/>
              </p:cNvSpPr>
              <p:nvPr>
                <p:custDataLst>
                  <p:tags r:id="rId10"/>
                </p:custDataLst>
              </p:nvPr>
            </p:nvSpPr>
            <p:spPr bwMode="auto">
              <a:xfrm>
                <a:off x="5977396" y="2591035"/>
                <a:ext cx="322326" cy="365760"/>
              </a:xfrm>
              <a:custGeom>
                <a:avLst/>
                <a:gdLst>
                  <a:gd name="T0" fmla="*/ 278 w 367"/>
                  <a:gd name="T1" fmla="*/ 77 h 416"/>
                  <a:gd name="T2" fmla="*/ 284 w 367"/>
                  <a:gd name="T3" fmla="*/ 91 h 416"/>
                  <a:gd name="T4" fmla="*/ 313 w 367"/>
                  <a:gd name="T5" fmla="*/ 65 h 416"/>
                  <a:gd name="T6" fmla="*/ 302 w 367"/>
                  <a:gd name="T7" fmla="*/ 53 h 416"/>
                  <a:gd name="T8" fmla="*/ 54 w 367"/>
                  <a:gd name="T9" fmla="*/ 301 h 416"/>
                  <a:gd name="T10" fmla="*/ 60 w 367"/>
                  <a:gd name="T11" fmla="*/ 315 h 416"/>
                  <a:gd name="T12" fmla="*/ 89 w 367"/>
                  <a:gd name="T13" fmla="*/ 289 h 416"/>
                  <a:gd name="T14" fmla="*/ 78 w 367"/>
                  <a:gd name="T15" fmla="*/ 277 h 416"/>
                  <a:gd name="T16" fmla="*/ 278 w 367"/>
                  <a:gd name="T17" fmla="*/ 277 h 416"/>
                  <a:gd name="T18" fmla="*/ 302 w 367"/>
                  <a:gd name="T19" fmla="*/ 313 h 416"/>
                  <a:gd name="T20" fmla="*/ 313 w 367"/>
                  <a:gd name="T21" fmla="*/ 313 h 416"/>
                  <a:gd name="T22" fmla="*/ 290 w 367"/>
                  <a:gd name="T23" fmla="*/ 277 h 416"/>
                  <a:gd name="T24" fmla="*/ 83 w 367"/>
                  <a:gd name="T25" fmla="*/ 91 h 416"/>
                  <a:gd name="T26" fmla="*/ 89 w 367"/>
                  <a:gd name="T27" fmla="*/ 77 h 416"/>
                  <a:gd name="T28" fmla="*/ 54 w 367"/>
                  <a:gd name="T29" fmla="*/ 53 h 416"/>
                  <a:gd name="T30" fmla="*/ 78 w 367"/>
                  <a:gd name="T31" fmla="*/ 89 h 416"/>
                  <a:gd name="T32" fmla="*/ 325 w 367"/>
                  <a:gd name="T33" fmla="*/ 175 h 416"/>
                  <a:gd name="T34" fmla="*/ 325 w 367"/>
                  <a:gd name="T35" fmla="*/ 191 h 416"/>
                  <a:gd name="T36" fmla="*/ 367 w 367"/>
                  <a:gd name="T37" fmla="*/ 183 h 416"/>
                  <a:gd name="T38" fmla="*/ 42 w 367"/>
                  <a:gd name="T39" fmla="*/ 175 h 416"/>
                  <a:gd name="T40" fmla="*/ 0 w 367"/>
                  <a:gd name="T41" fmla="*/ 183 h 416"/>
                  <a:gd name="T42" fmla="*/ 42 w 367"/>
                  <a:gd name="T43" fmla="*/ 191 h 416"/>
                  <a:gd name="T44" fmla="*/ 42 w 367"/>
                  <a:gd name="T45" fmla="*/ 175 h 416"/>
                  <a:gd name="T46" fmla="*/ 84 w 367"/>
                  <a:gd name="T47" fmla="*/ 183 h 416"/>
                  <a:gd name="T48" fmla="*/ 134 w 367"/>
                  <a:gd name="T49" fmla="*/ 287 h 416"/>
                  <a:gd name="T50" fmla="*/ 150 w 367"/>
                  <a:gd name="T51" fmla="*/ 316 h 416"/>
                  <a:gd name="T52" fmla="*/ 234 w 367"/>
                  <a:gd name="T53" fmla="*/ 300 h 416"/>
                  <a:gd name="T54" fmla="*/ 246 w 367"/>
                  <a:gd name="T55" fmla="*/ 261 h 416"/>
                  <a:gd name="T56" fmla="*/ 184 w 367"/>
                  <a:gd name="T57" fmla="*/ 83 h 416"/>
                  <a:gd name="T58" fmla="*/ 192 w 367"/>
                  <a:gd name="T59" fmla="*/ 41 h 416"/>
                  <a:gd name="T60" fmla="*/ 184 w 367"/>
                  <a:gd name="T61" fmla="*/ 0 h 416"/>
                  <a:gd name="T62" fmla="*/ 175 w 367"/>
                  <a:gd name="T63" fmla="*/ 41 h 416"/>
                  <a:gd name="T64" fmla="*/ 192 w 367"/>
                  <a:gd name="T65" fmla="*/ 400 h 416"/>
                  <a:gd name="T66" fmla="*/ 167 w 367"/>
                  <a:gd name="T67" fmla="*/ 408 h 416"/>
                  <a:gd name="T68" fmla="*/ 192 w 367"/>
                  <a:gd name="T69" fmla="*/ 416 h 416"/>
                  <a:gd name="T70" fmla="*/ 192 w 367"/>
                  <a:gd name="T71" fmla="*/ 400 h 416"/>
                  <a:gd name="T72" fmla="*/ 150 w 367"/>
                  <a:gd name="T73" fmla="*/ 366 h 416"/>
                  <a:gd name="T74" fmla="*/ 150 w 367"/>
                  <a:gd name="T75" fmla="*/ 383 h 416"/>
                  <a:gd name="T76" fmla="*/ 225 w 367"/>
                  <a:gd name="T77" fmla="*/ 375 h 416"/>
                  <a:gd name="T78" fmla="*/ 225 w 367"/>
                  <a:gd name="T79" fmla="*/ 341 h 416"/>
                  <a:gd name="T80" fmla="*/ 150 w 367"/>
                  <a:gd name="T81" fmla="*/ 350 h 416"/>
                  <a:gd name="T82" fmla="*/ 150 w 367"/>
                  <a:gd name="T83" fmla="*/ 333 h 416"/>
                  <a:gd name="T84" fmla="*/ 225 w 367"/>
                  <a:gd name="T85" fmla="*/ 341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67" h="416">
                    <a:moveTo>
                      <a:pt x="302" y="53"/>
                    </a:moveTo>
                    <a:lnTo>
                      <a:pt x="278" y="77"/>
                    </a:lnTo>
                    <a:cubicBezTo>
                      <a:pt x="275" y="80"/>
                      <a:pt x="275" y="85"/>
                      <a:pt x="278" y="89"/>
                    </a:cubicBezTo>
                    <a:cubicBezTo>
                      <a:pt x="280" y="90"/>
                      <a:pt x="282" y="91"/>
                      <a:pt x="284" y="91"/>
                    </a:cubicBezTo>
                    <a:cubicBezTo>
                      <a:pt x="286" y="91"/>
                      <a:pt x="288" y="90"/>
                      <a:pt x="290" y="89"/>
                    </a:cubicBezTo>
                    <a:lnTo>
                      <a:pt x="313" y="65"/>
                    </a:lnTo>
                    <a:cubicBezTo>
                      <a:pt x="317" y="62"/>
                      <a:pt x="317" y="57"/>
                      <a:pt x="313" y="53"/>
                    </a:cubicBezTo>
                    <a:cubicBezTo>
                      <a:pt x="310" y="50"/>
                      <a:pt x="305" y="50"/>
                      <a:pt x="302" y="53"/>
                    </a:cubicBezTo>
                    <a:close/>
                    <a:moveTo>
                      <a:pt x="78" y="277"/>
                    </a:moveTo>
                    <a:lnTo>
                      <a:pt x="54" y="301"/>
                    </a:lnTo>
                    <a:cubicBezTo>
                      <a:pt x="51" y="304"/>
                      <a:pt x="51" y="309"/>
                      <a:pt x="54" y="313"/>
                    </a:cubicBezTo>
                    <a:cubicBezTo>
                      <a:pt x="56" y="314"/>
                      <a:pt x="58" y="315"/>
                      <a:pt x="60" y="315"/>
                    </a:cubicBezTo>
                    <a:cubicBezTo>
                      <a:pt x="62" y="315"/>
                      <a:pt x="64" y="314"/>
                      <a:pt x="66" y="313"/>
                    </a:cubicBezTo>
                    <a:lnTo>
                      <a:pt x="89" y="289"/>
                    </a:lnTo>
                    <a:cubicBezTo>
                      <a:pt x="93" y="286"/>
                      <a:pt x="93" y="281"/>
                      <a:pt x="89" y="277"/>
                    </a:cubicBezTo>
                    <a:cubicBezTo>
                      <a:pt x="86" y="274"/>
                      <a:pt x="81" y="274"/>
                      <a:pt x="78" y="277"/>
                    </a:cubicBezTo>
                    <a:moveTo>
                      <a:pt x="290" y="277"/>
                    </a:moveTo>
                    <a:cubicBezTo>
                      <a:pt x="286" y="274"/>
                      <a:pt x="281" y="274"/>
                      <a:pt x="278" y="277"/>
                    </a:cubicBezTo>
                    <a:cubicBezTo>
                      <a:pt x="275" y="281"/>
                      <a:pt x="275" y="286"/>
                      <a:pt x="278" y="289"/>
                    </a:cubicBezTo>
                    <a:lnTo>
                      <a:pt x="302" y="313"/>
                    </a:lnTo>
                    <a:cubicBezTo>
                      <a:pt x="303" y="314"/>
                      <a:pt x="305" y="315"/>
                      <a:pt x="307" y="315"/>
                    </a:cubicBezTo>
                    <a:cubicBezTo>
                      <a:pt x="310" y="315"/>
                      <a:pt x="312" y="314"/>
                      <a:pt x="313" y="313"/>
                    </a:cubicBezTo>
                    <a:cubicBezTo>
                      <a:pt x="317" y="309"/>
                      <a:pt x="317" y="304"/>
                      <a:pt x="313" y="301"/>
                    </a:cubicBezTo>
                    <a:lnTo>
                      <a:pt x="290" y="277"/>
                    </a:lnTo>
                    <a:close/>
                    <a:moveTo>
                      <a:pt x="78" y="89"/>
                    </a:moveTo>
                    <a:cubicBezTo>
                      <a:pt x="79" y="90"/>
                      <a:pt x="81" y="91"/>
                      <a:pt x="83" y="91"/>
                    </a:cubicBezTo>
                    <a:cubicBezTo>
                      <a:pt x="86" y="91"/>
                      <a:pt x="88" y="90"/>
                      <a:pt x="89" y="89"/>
                    </a:cubicBezTo>
                    <a:cubicBezTo>
                      <a:pt x="93" y="85"/>
                      <a:pt x="93" y="80"/>
                      <a:pt x="89" y="77"/>
                    </a:cubicBezTo>
                    <a:lnTo>
                      <a:pt x="66" y="53"/>
                    </a:lnTo>
                    <a:cubicBezTo>
                      <a:pt x="63" y="50"/>
                      <a:pt x="57" y="50"/>
                      <a:pt x="54" y="53"/>
                    </a:cubicBezTo>
                    <a:cubicBezTo>
                      <a:pt x="51" y="57"/>
                      <a:pt x="51" y="62"/>
                      <a:pt x="54" y="65"/>
                    </a:cubicBezTo>
                    <a:lnTo>
                      <a:pt x="78" y="89"/>
                    </a:lnTo>
                    <a:close/>
                    <a:moveTo>
                      <a:pt x="359" y="175"/>
                    </a:moveTo>
                    <a:lnTo>
                      <a:pt x="325" y="175"/>
                    </a:lnTo>
                    <a:cubicBezTo>
                      <a:pt x="321" y="175"/>
                      <a:pt x="317" y="178"/>
                      <a:pt x="317" y="183"/>
                    </a:cubicBezTo>
                    <a:cubicBezTo>
                      <a:pt x="317" y="188"/>
                      <a:pt x="321" y="191"/>
                      <a:pt x="325" y="191"/>
                    </a:cubicBezTo>
                    <a:lnTo>
                      <a:pt x="359" y="191"/>
                    </a:lnTo>
                    <a:cubicBezTo>
                      <a:pt x="363" y="191"/>
                      <a:pt x="367" y="188"/>
                      <a:pt x="367" y="183"/>
                    </a:cubicBezTo>
                    <a:cubicBezTo>
                      <a:pt x="367" y="178"/>
                      <a:pt x="363" y="175"/>
                      <a:pt x="359" y="175"/>
                    </a:cubicBezTo>
                    <a:close/>
                    <a:moveTo>
                      <a:pt x="42" y="175"/>
                    </a:moveTo>
                    <a:lnTo>
                      <a:pt x="9" y="175"/>
                    </a:lnTo>
                    <a:cubicBezTo>
                      <a:pt x="4" y="175"/>
                      <a:pt x="0" y="178"/>
                      <a:pt x="0" y="183"/>
                    </a:cubicBezTo>
                    <a:cubicBezTo>
                      <a:pt x="0" y="188"/>
                      <a:pt x="4" y="191"/>
                      <a:pt x="9" y="191"/>
                    </a:cubicBezTo>
                    <a:lnTo>
                      <a:pt x="42" y="191"/>
                    </a:lnTo>
                    <a:cubicBezTo>
                      <a:pt x="47" y="191"/>
                      <a:pt x="50" y="188"/>
                      <a:pt x="50" y="183"/>
                    </a:cubicBezTo>
                    <a:cubicBezTo>
                      <a:pt x="50" y="178"/>
                      <a:pt x="47" y="175"/>
                      <a:pt x="42" y="175"/>
                    </a:cubicBezTo>
                    <a:moveTo>
                      <a:pt x="184" y="83"/>
                    </a:moveTo>
                    <a:cubicBezTo>
                      <a:pt x="128" y="83"/>
                      <a:pt x="84" y="128"/>
                      <a:pt x="84" y="183"/>
                    </a:cubicBezTo>
                    <a:cubicBezTo>
                      <a:pt x="84" y="215"/>
                      <a:pt x="98" y="243"/>
                      <a:pt x="121" y="261"/>
                    </a:cubicBezTo>
                    <a:cubicBezTo>
                      <a:pt x="131" y="269"/>
                      <a:pt x="134" y="275"/>
                      <a:pt x="134" y="287"/>
                    </a:cubicBezTo>
                    <a:lnTo>
                      <a:pt x="134" y="300"/>
                    </a:lnTo>
                    <a:cubicBezTo>
                      <a:pt x="134" y="309"/>
                      <a:pt x="141" y="316"/>
                      <a:pt x="150" y="316"/>
                    </a:cubicBezTo>
                    <a:lnTo>
                      <a:pt x="217" y="316"/>
                    </a:lnTo>
                    <a:cubicBezTo>
                      <a:pt x="226" y="316"/>
                      <a:pt x="234" y="309"/>
                      <a:pt x="234" y="300"/>
                    </a:cubicBezTo>
                    <a:lnTo>
                      <a:pt x="234" y="287"/>
                    </a:lnTo>
                    <a:cubicBezTo>
                      <a:pt x="234" y="275"/>
                      <a:pt x="237" y="269"/>
                      <a:pt x="246" y="261"/>
                    </a:cubicBezTo>
                    <a:cubicBezTo>
                      <a:pt x="269" y="243"/>
                      <a:pt x="284" y="215"/>
                      <a:pt x="284" y="183"/>
                    </a:cubicBezTo>
                    <a:cubicBezTo>
                      <a:pt x="284" y="128"/>
                      <a:pt x="239" y="83"/>
                      <a:pt x="184" y="83"/>
                    </a:cubicBezTo>
                    <a:close/>
                    <a:moveTo>
                      <a:pt x="184" y="50"/>
                    </a:moveTo>
                    <a:cubicBezTo>
                      <a:pt x="188" y="50"/>
                      <a:pt x="192" y="46"/>
                      <a:pt x="192" y="41"/>
                    </a:cubicBezTo>
                    <a:lnTo>
                      <a:pt x="192" y="8"/>
                    </a:lnTo>
                    <a:cubicBezTo>
                      <a:pt x="192" y="3"/>
                      <a:pt x="188" y="0"/>
                      <a:pt x="184" y="0"/>
                    </a:cubicBezTo>
                    <a:cubicBezTo>
                      <a:pt x="179" y="0"/>
                      <a:pt x="175" y="3"/>
                      <a:pt x="175" y="8"/>
                    </a:cubicBezTo>
                    <a:lnTo>
                      <a:pt x="175" y="41"/>
                    </a:lnTo>
                    <a:cubicBezTo>
                      <a:pt x="175" y="46"/>
                      <a:pt x="179" y="50"/>
                      <a:pt x="184" y="50"/>
                    </a:cubicBezTo>
                    <a:close/>
                    <a:moveTo>
                      <a:pt x="192" y="400"/>
                    </a:moveTo>
                    <a:lnTo>
                      <a:pt x="175" y="400"/>
                    </a:lnTo>
                    <a:cubicBezTo>
                      <a:pt x="171" y="400"/>
                      <a:pt x="167" y="403"/>
                      <a:pt x="167" y="408"/>
                    </a:cubicBezTo>
                    <a:cubicBezTo>
                      <a:pt x="167" y="413"/>
                      <a:pt x="171" y="416"/>
                      <a:pt x="175" y="416"/>
                    </a:cubicBezTo>
                    <a:lnTo>
                      <a:pt x="192" y="416"/>
                    </a:lnTo>
                    <a:cubicBezTo>
                      <a:pt x="197" y="416"/>
                      <a:pt x="200" y="413"/>
                      <a:pt x="200" y="408"/>
                    </a:cubicBezTo>
                    <a:cubicBezTo>
                      <a:pt x="200" y="403"/>
                      <a:pt x="197" y="400"/>
                      <a:pt x="192" y="400"/>
                    </a:cubicBezTo>
                    <a:close/>
                    <a:moveTo>
                      <a:pt x="217" y="366"/>
                    </a:moveTo>
                    <a:lnTo>
                      <a:pt x="150" y="366"/>
                    </a:lnTo>
                    <a:cubicBezTo>
                      <a:pt x="146" y="366"/>
                      <a:pt x="142" y="370"/>
                      <a:pt x="142" y="375"/>
                    </a:cubicBezTo>
                    <a:cubicBezTo>
                      <a:pt x="142" y="379"/>
                      <a:pt x="146" y="383"/>
                      <a:pt x="150" y="383"/>
                    </a:cubicBezTo>
                    <a:lnTo>
                      <a:pt x="217" y="383"/>
                    </a:lnTo>
                    <a:cubicBezTo>
                      <a:pt x="222" y="383"/>
                      <a:pt x="225" y="379"/>
                      <a:pt x="225" y="375"/>
                    </a:cubicBezTo>
                    <a:cubicBezTo>
                      <a:pt x="225" y="370"/>
                      <a:pt x="222" y="366"/>
                      <a:pt x="217" y="366"/>
                    </a:cubicBezTo>
                    <a:close/>
                    <a:moveTo>
                      <a:pt x="225" y="341"/>
                    </a:moveTo>
                    <a:cubicBezTo>
                      <a:pt x="225" y="346"/>
                      <a:pt x="222" y="350"/>
                      <a:pt x="217" y="350"/>
                    </a:cubicBezTo>
                    <a:lnTo>
                      <a:pt x="150" y="350"/>
                    </a:lnTo>
                    <a:cubicBezTo>
                      <a:pt x="146" y="350"/>
                      <a:pt x="142" y="346"/>
                      <a:pt x="142" y="341"/>
                    </a:cubicBezTo>
                    <a:cubicBezTo>
                      <a:pt x="142" y="337"/>
                      <a:pt x="146" y="333"/>
                      <a:pt x="150" y="333"/>
                    </a:cubicBezTo>
                    <a:lnTo>
                      <a:pt x="217" y="333"/>
                    </a:lnTo>
                    <a:cubicBezTo>
                      <a:pt x="222" y="333"/>
                      <a:pt x="225" y="337"/>
                      <a:pt x="225" y="341"/>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grpSp>
          <p:nvGrpSpPr>
            <p:cNvPr id="16" name="Group 15">
              <a:extLst>
                <a:ext uri="{FF2B5EF4-FFF2-40B4-BE49-F238E27FC236}">
                  <a16:creationId xmlns:a16="http://schemas.microsoft.com/office/drawing/2014/main" id="{6E3539E8-0E89-22A7-294E-FA769B6ED491}"/>
                </a:ext>
              </a:extLst>
            </p:cNvPr>
            <p:cNvGrpSpPr>
              <a:grpSpLocks noChangeAspect="1"/>
            </p:cNvGrpSpPr>
            <p:nvPr/>
          </p:nvGrpSpPr>
          <p:grpSpPr>
            <a:xfrm>
              <a:off x="4148516" y="1029378"/>
              <a:ext cx="1804340" cy="669357"/>
              <a:chOff x="8055800" y="2607258"/>
              <a:chExt cx="1804340" cy="669357"/>
            </a:xfrm>
            <a:solidFill>
              <a:srgbClr val="EFB435"/>
            </a:solidFill>
          </p:grpSpPr>
          <p:pic>
            <p:nvPicPr>
              <p:cNvPr id="17" name="Graphic 16" descr="Hospital with solid fill">
                <a:extLst>
                  <a:ext uri="{FF2B5EF4-FFF2-40B4-BE49-F238E27FC236}">
                    <a16:creationId xmlns:a16="http://schemas.microsoft.com/office/drawing/2014/main" id="{13072639-C1CF-5094-6F25-8069F981DF8B}"/>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8592210" y="2607258"/>
                <a:ext cx="365760" cy="365760"/>
              </a:xfrm>
              <a:prstGeom prst="rect">
                <a:avLst/>
              </a:prstGeom>
            </p:spPr>
          </p:pic>
          <p:sp>
            <p:nvSpPr>
              <p:cNvPr id="18" name="TextBox 17">
                <a:extLst>
                  <a:ext uri="{FF2B5EF4-FFF2-40B4-BE49-F238E27FC236}">
                    <a16:creationId xmlns:a16="http://schemas.microsoft.com/office/drawing/2014/main" id="{1104DFBE-476D-33EA-A45D-DC2A147F3348}"/>
                  </a:ext>
                </a:extLst>
              </p:cNvPr>
              <p:cNvSpPr txBox="1"/>
              <p:nvPr>
                <p:custDataLst>
                  <p:tags r:id="rId8"/>
                </p:custDataLst>
              </p:nvPr>
            </p:nvSpPr>
            <p:spPr>
              <a:xfrm>
                <a:off x="8055800" y="2973018"/>
                <a:ext cx="1804340" cy="303597"/>
              </a:xfrm>
              <a:prstGeom prst="rect">
                <a:avLst/>
              </a:prstGeom>
              <a:noFill/>
            </p:spPr>
            <p:txBody>
              <a:bodyPr wrap="square">
                <a:spAutoFit/>
              </a:bodyPr>
              <a:lstStyle/>
              <a:p>
                <a:r>
                  <a:rPr lang="en-US" b="1" dirty="0">
                    <a:solidFill>
                      <a:schemeClr val="bg1"/>
                    </a:solidFill>
                  </a:rPr>
                  <a:t>Clinical Emersion</a:t>
                </a:r>
              </a:p>
            </p:txBody>
          </p:sp>
        </p:grpSp>
        <p:grpSp>
          <p:nvGrpSpPr>
            <p:cNvPr id="19" name="Group 18">
              <a:extLst>
                <a:ext uri="{FF2B5EF4-FFF2-40B4-BE49-F238E27FC236}">
                  <a16:creationId xmlns:a16="http://schemas.microsoft.com/office/drawing/2014/main" id="{CA5131BF-B88E-9166-6B1A-B50DDB41DBB9}"/>
                </a:ext>
              </a:extLst>
            </p:cNvPr>
            <p:cNvGrpSpPr>
              <a:grpSpLocks noChangeAspect="1"/>
            </p:cNvGrpSpPr>
            <p:nvPr/>
          </p:nvGrpSpPr>
          <p:grpSpPr>
            <a:xfrm>
              <a:off x="1928214" y="3237052"/>
              <a:ext cx="7027375" cy="1095524"/>
              <a:chOff x="5835499" y="4758872"/>
              <a:chExt cx="7027375" cy="1095524"/>
            </a:xfrm>
            <a:solidFill>
              <a:srgbClr val="EFB435"/>
            </a:solidFill>
          </p:grpSpPr>
          <p:sp>
            <p:nvSpPr>
              <p:cNvPr id="20" name="TextBox 19">
                <a:extLst>
                  <a:ext uri="{FF2B5EF4-FFF2-40B4-BE49-F238E27FC236}">
                    <a16:creationId xmlns:a16="http://schemas.microsoft.com/office/drawing/2014/main" id="{D2633306-25CD-D538-FDA6-D95D4AA3D0BA}"/>
                  </a:ext>
                </a:extLst>
              </p:cNvPr>
              <p:cNvSpPr txBox="1"/>
              <p:nvPr>
                <p:custDataLst>
                  <p:tags r:id="rId6"/>
                </p:custDataLst>
              </p:nvPr>
            </p:nvSpPr>
            <p:spPr>
              <a:xfrm>
                <a:off x="10721716" y="5095405"/>
                <a:ext cx="2141158" cy="758991"/>
              </a:xfrm>
              <a:prstGeom prst="rect">
                <a:avLst/>
              </a:prstGeom>
              <a:noFill/>
            </p:spPr>
            <p:txBody>
              <a:bodyPr wrap="square">
                <a:spAutoFit/>
              </a:bodyPr>
              <a:lstStyle/>
              <a:p>
                <a:r>
                  <a:rPr lang="en-US" b="1" dirty="0">
                    <a:solidFill>
                      <a:schemeClr val="bg1"/>
                    </a:solidFill>
                  </a:rPr>
                  <a:t>Networking opportunities with healthcare professionals and investors</a:t>
                </a:r>
              </a:p>
            </p:txBody>
          </p:sp>
          <p:sp>
            <p:nvSpPr>
              <p:cNvPr id="21" name="Graphic 57" descr="Connections with solid fill">
                <a:extLst>
                  <a:ext uri="{FF2B5EF4-FFF2-40B4-BE49-F238E27FC236}">
                    <a16:creationId xmlns:a16="http://schemas.microsoft.com/office/drawing/2014/main" id="{F2BF21EF-072A-8735-608D-53308ABEEA5F}"/>
                  </a:ext>
                </a:extLst>
              </p:cNvPr>
              <p:cNvSpPr/>
              <p:nvPr>
                <p:custDataLst>
                  <p:tags r:id="rId7"/>
                </p:custDataLst>
              </p:nvPr>
            </p:nvSpPr>
            <p:spPr>
              <a:xfrm>
                <a:off x="5835499" y="4758872"/>
                <a:ext cx="365760" cy="365760"/>
              </a:xfrm>
              <a:custGeom>
                <a:avLst/>
                <a:gdLst>
                  <a:gd name="connsiteX0" fmla="*/ 301998 w 335196"/>
                  <a:gd name="connsiteY0" fmla="*/ 119067 h 304109"/>
                  <a:gd name="connsiteX1" fmla="*/ 298468 w 335196"/>
                  <a:gd name="connsiteY1" fmla="*/ 119067 h 304109"/>
                  <a:gd name="connsiteX2" fmla="*/ 288271 w 335196"/>
                  <a:gd name="connsiteY2" fmla="*/ 91612 h 304109"/>
                  <a:gd name="connsiteX3" fmla="*/ 307097 w 335196"/>
                  <a:gd name="connsiteY3" fmla="*/ 24937 h 304109"/>
                  <a:gd name="connsiteX4" fmla="*/ 240422 w 335196"/>
                  <a:gd name="connsiteY4" fmla="*/ 6112 h 304109"/>
                  <a:gd name="connsiteX5" fmla="*/ 217282 w 335196"/>
                  <a:gd name="connsiteY5" fmla="*/ 35919 h 304109"/>
                  <a:gd name="connsiteX6" fmla="*/ 180807 w 335196"/>
                  <a:gd name="connsiteY6" fmla="*/ 31997 h 304109"/>
                  <a:gd name="connsiteX7" fmla="*/ 144724 w 335196"/>
                  <a:gd name="connsiteY7" fmla="*/ 5327 h 304109"/>
                  <a:gd name="connsiteX8" fmla="*/ 117662 w 335196"/>
                  <a:gd name="connsiteY8" fmla="*/ 36704 h 304109"/>
                  <a:gd name="connsiteX9" fmla="*/ 121976 w 335196"/>
                  <a:gd name="connsiteY9" fmla="*/ 52784 h 304109"/>
                  <a:gd name="connsiteX10" fmla="*/ 78049 w 335196"/>
                  <a:gd name="connsiteY10" fmla="*/ 95927 h 304109"/>
                  <a:gd name="connsiteX11" fmla="*/ 49026 w 335196"/>
                  <a:gd name="connsiteY11" fmla="*/ 86121 h 304109"/>
                  <a:gd name="connsiteX12" fmla="*/ 0 w 335196"/>
                  <a:gd name="connsiteY12" fmla="*/ 135147 h 304109"/>
                  <a:gd name="connsiteX13" fmla="*/ 49026 w 335196"/>
                  <a:gd name="connsiteY13" fmla="*/ 184173 h 304109"/>
                  <a:gd name="connsiteX14" fmla="*/ 58831 w 335196"/>
                  <a:gd name="connsiteY14" fmla="*/ 243004 h 304109"/>
                  <a:gd name="connsiteX15" fmla="*/ 42358 w 335196"/>
                  <a:gd name="connsiteY15" fmla="*/ 284970 h 304109"/>
                  <a:gd name="connsiteX16" fmla="*/ 84324 w 335196"/>
                  <a:gd name="connsiteY16" fmla="*/ 301442 h 304109"/>
                  <a:gd name="connsiteX17" fmla="*/ 102366 w 335196"/>
                  <a:gd name="connsiteY17" fmla="*/ 263006 h 304109"/>
                  <a:gd name="connsiteX18" fmla="*/ 136880 w 335196"/>
                  <a:gd name="connsiteY18" fmla="*/ 244965 h 304109"/>
                  <a:gd name="connsiteX19" fmla="*/ 222773 w 335196"/>
                  <a:gd name="connsiteY19" fmla="*/ 249279 h 304109"/>
                  <a:gd name="connsiteX20" fmla="*/ 242775 w 335196"/>
                  <a:gd name="connsiteY20" fmla="*/ 204567 h 304109"/>
                  <a:gd name="connsiteX21" fmla="*/ 241206 w 335196"/>
                  <a:gd name="connsiteY21" fmla="*/ 191232 h 304109"/>
                  <a:gd name="connsiteX22" fmla="*/ 279250 w 335196"/>
                  <a:gd name="connsiteY22" fmla="*/ 171622 h 304109"/>
                  <a:gd name="connsiteX23" fmla="*/ 324354 w 335196"/>
                  <a:gd name="connsiteY23" fmla="*/ 174368 h 304109"/>
                  <a:gd name="connsiteX24" fmla="*/ 327099 w 335196"/>
                  <a:gd name="connsiteY24" fmla="*/ 129264 h 304109"/>
                  <a:gd name="connsiteX25" fmla="*/ 301998 w 335196"/>
                  <a:gd name="connsiteY25" fmla="*/ 119067 h 304109"/>
                  <a:gd name="connsiteX26" fmla="*/ 301998 w 335196"/>
                  <a:gd name="connsiteY26" fmla="*/ 119067 h 304109"/>
                  <a:gd name="connsiteX27" fmla="*/ 301998 w 335196"/>
                  <a:gd name="connsiteY27" fmla="*/ 130833 h 304109"/>
                  <a:gd name="connsiteX28" fmla="*/ 311019 w 335196"/>
                  <a:gd name="connsiteY28" fmla="*/ 139854 h 304109"/>
                  <a:gd name="connsiteX29" fmla="*/ 301998 w 335196"/>
                  <a:gd name="connsiteY29" fmla="*/ 148874 h 304109"/>
                  <a:gd name="connsiteX30" fmla="*/ 292977 w 335196"/>
                  <a:gd name="connsiteY30" fmla="*/ 139854 h 304109"/>
                  <a:gd name="connsiteX31" fmla="*/ 292977 w 335196"/>
                  <a:gd name="connsiteY31" fmla="*/ 139854 h 304109"/>
                  <a:gd name="connsiteX32" fmla="*/ 301998 w 335196"/>
                  <a:gd name="connsiteY32" fmla="*/ 130833 h 304109"/>
                  <a:gd name="connsiteX33" fmla="*/ 301998 w 335196"/>
                  <a:gd name="connsiteY33" fmla="*/ 130833 h 304109"/>
                  <a:gd name="connsiteX34" fmla="*/ 264346 w 335196"/>
                  <a:gd name="connsiteY34" fmla="*/ 19054 h 304109"/>
                  <a:gd name="connsiteX35" fmla="*/ 278074 w 335196"/>
                  <a:gd name="connsiteY35" fmla="*/ 32782 h 304109"/>
                  <a:gd name="connsiteX36" fmla="*/ 264346 w 335196"/>
                  <a:gd name="connsiteY36" fmla="*/ 46509 h 304109"/>
                  <a:gd name="connsiteX37" fmla="*/ 250619 w 335196"/>
                  <a:gd name="connsiteY37" fmla="*/ 32782 h 304109"/>
                  <a:gd name="connsiteX38" fmla="*/ 250619 w 335196"/>
                  <a:gd name="connsiteY38" fmla="*/ 32782 h 304109"/>
                  <a:gd name="connsiteX39" fmla="*/ 264346 w 335196"/>
                  <a:gd name="connsiteY39" fmla="*/ 19054 h 304109"/>
                  <a:gd name="connsiteX40" fmla="*/ 236500 w 335196"/>
                  <a:gd name="connsiteY40" fmla="*/ 63766 h 304109"/>
                  <a:gd name="connsiteX41" fmla="*/ 239245 w 335196"/>
                  <a:gd name="connsiteY41" fmla="*/ 58275 h 304109"/>
                  <a:gd name="connsiteX42" fmla="*/ 252580 w 335196"/>
                  <a:gd name="connsiteY42" fmla="*/ 52000 h 304109"/>
                  <a:gd name="connsiteX43" fmla="*/ 263954 w 335196"/>
                  <a:gd name="connsiteY43" fmla="*/ 50431 h 304109"/>
                  <a:gd name="connsiteX44" fmla="*/ 275328 w 335196"/>
                  <a:gd name="connsiteY44" fmla="*/ 52000 h 304109"/>
                  <a:gd name="connsiteX45" fmla="*/ 288663 w 335196"/>
                  <a:gd name="connsiteY45" fmla="*/ 58667 h 304109"/>
                  <a:gd name="connsiteX46" fmla="*/ 291408 w 335196"/>
                  <a:gd name="connsiteY46" fmla="*/ 64158 h 304109"/>
                  <a:gd name="connsiteX47" fmla="*/ 291408 w 335196"/>
                  <a:gd name="connsiteY47" fmla="*/ 74748 h 304109"/>
                  <a:gd name="connsiteX48" fmla="*/ 236500 w 335196"/>
                  <a:gd name="connsiteY48" fmla="*/ 74748 h 304109"/>
                  <a:gd name="connsiteX49" fmla="*/ 236500 w 335196"/>
                  <a:gd name="connsiteY49" fmla="*/ 63766 h 304109"/>
                  <a:gd name="connsiteX50" fmla="*/ 149038 w 335196"/>
                  <a:gd name="connsiteY50" fmla="*/ 16701 h 304109"/>
                  <a:gd name="connsiteX51" fmla="*/ 158059 w 335196"/>
                  <a:gd name="connsiteY51" fmla="*/ 25722 h 304109"/>
                  <a:gd name="connsiteX52" fmla="*/ 149038 w 335196"/>
                  <a:gd name="connsiteY52" fmla="*/ 34743 h 304109"/>
                  <a:gd name="connsiteX53" fmla="*/ 140017 w 335196"/>
                  <a:gd name="connsiteY53" fmla="*/ 25722 h 304109"/>
                  <a:gd name="connsiteX54" fmla="*/ 140017 w 335196"/>
                  <a:gd name="connsiteY54" fmla="*/ 25722 h 304109"/>
                  <a:gd name="connsiteX55" fmla="*/ 149038 w 335196"/>
                  <a:gd name="connsiteY55" fmla="*/ 16701 h 304109"/>
                  <a:gd name="connsiteX56" fmla="*/ 149038 w 335196"/>
                  <a:gd name="connsiteY56" fmla="*/ 16701 h 304109"/>
                  <a:gd name="connsiteX57" fmla="*/ 130604 w 335196"/>
                  <a:gd name="connsiteY57" fmla="*/ 46117 h 304109"/>
                  <a:gd name="connsiteX58" fmla="*/ 132565 w 335196"/>
                  <a:gd name="connsiteY58" fmla="*/ 42587 h 304109"/>
                  <a:gd name="connsiteX59" fmla="*/ 141586 w 335196"/>
                  <a:gd name="connsiteY59" fmla="*/ 38665 h 304109"/>
                  <a:gd name="connsiteX60" fmla="*/ 149038 w 335196"/>
                  <a:gd name="connsiteY60" fmla="*/ 37488 h 304109"/>
                  <a:gd name="connsiteX61" fmla="*/ 156490 w 335196"/>
                  <a:gd name="connsiteY61" fmla="*/ 38665 h 304109"/>
                  <a:gd name="connsiteX62" fmla="*/ 165118 w 335196"/>
                  <a:gd name="connsiteY62" fmla="*/ 42979 h 304109"/>
                  <a:gd name="connsiteX63" fmla="*/ 167079 w 335196"/>
                  <a:gd name="connsiteY63" fmla="*/ 46509 h 304109"/>
                  <a:gd name="connsiteX64" fmla="*/ 167079 w 335196"/>
                  <a:gd name="connsiteY64" fmla="*/ 53568 h 304109"/>
                  <a:gd name="connsiteX65" fmla="*/ 130997 w 335196"/>
                  <a:gd name="connsiteY65" fmla="*/ 53568 h 304109"/>
                  <a:gd name="connsiteX66" fmla="*/ 130997 w 335196"/>
                  <a:gd name="connsiteY66" fmla="*/ 46117 h 304109"/>
                  <a:gd name="connsiteX67" fmla="*/ 48241 w 335196"/>
                  <a:gd name="connsiteY67" fmla="*/ 105340 h 304109"/>
                  <a:gd name="connsiteX68" fmla="*/ 61968 w 335196"/>
                  <a:gd name="connsiteY68" fmla="*/ 119067 h 304109"/>
                  <a:gd name="connsiteX69" fmla="*/ 48241 w 335196"/>
                  <a:gd name="connsiteY69" fmla="*/ 132794 h 304109"/>
                  <a:gd name="connsiteX70" fmla="*/ 34514 w 335196"/>
                  <a:gd name="connsiteY70" fmla="*/ 119067 h 304109"/>
                  <a:gd name="connsiteX71" fmla="*/ 34514 w 335196"/>
                  <a:gd name="connsiteY71" fmla="*/ 119067 h 304109"/>
                  <a:gd name="connsiteX72" fmla="*/ 48241 w 335196"/>
                  <a:gd name="connsiteY72" fmla="*/ 105340 h 304109"/>
                  <a:gd name="connsiteX73" fmla="*/ 48241 w 335196"/>
                  <a:gd name="connsiteY73" fmla="*/ 105340 h 304109"/>
                  <a:gd name="connsiteX74" fmla="*/ 20787 w 335196"/>
                  <a:gd name="connsiteY74" fmla="*/ 160640 h 304109"/>
                  <a:gd name="connsiteX75" fmla="*/ 20787 w 335196"/>
                  <a:gd name="connsiteY75" fmla="*/ 150051 h 304109"/>
                  <a:gd name="connsiteX76" fmla="*/ 23532 w 335196"/>
                  <a:gd name="connsiteY76" fmla="*/ 144560 h 304109"/>
                  <a:gd name="connsiteX77" fmla="*/ 36867 w 335196"/>
                  <a:gd name="connsiteY77" fmla="*/ 138285 h 304109"/>
                  <a:gd name="connsiteX78" fmla="*/ 48241 w 335196"/>
                  <a:gd name="connsiteY78" fmla="*/ 136716 h 304109"/>
                  <a:gd name="connsiteX79" fmla="*/ 59615 w 335196"/>
                  <a:gd name="connsiteY79" fmla="*/ 138285 h 304109"/>
                  <a:gd name="connsiteX80" fmla="*/ 72950 w 335196"/>
                  <a:gd name="connsiteY80" fmla="*/ 144952 h 304109"/>
                  <a:gd name="connsiteX81" fmla="*/ 75696 w 335196"/>
                  <a:gd name="connsiteY81" fmla="*/ 150443 h 304109"/>
                  <a:gd name="connsiteX82" fmla="*/ 75696 w 335196"/>
                  <a:gd name="connsiteY82" fmla="*/ 161033 h 304109"/>
                  <a:gd name="connsiteX83" fmla="*/ 20787 w 335196"/>
                  <a:gd name="connsiteY83" fmla="*/ 160640 h 304109"/>
                  <a:gd name="connsiteX84" fmla="*/ 88638 w 335196"/>
                  <a:gd name="connsiteY84" fmla="*/ 288499 h 304109"/>
                  <a:gd name="connsiteX85" fmla="*/ 52163 w 335196"/>
                  <a:gd name="connsiteY85" fmla="*/ 288499 h 304109"/>
                  <a:gd name="connsiteX86" fmla="*/ 52163 w 335196"/>
                  <a:gd name="connsiteY86" fmla="*/ 281440 h 304109"/>
                  <a:gd name="connsiteX87" fmla="*/ 54124 w 335196"/>
                  <a:gd name="connsiteY87" fmla="*/ 277910 h 304109"/>
                  <a:gd name="connsiteX88" fmla="*/ 63145 w 335196"/>
                  <a:gd name="connsiteY88" fmla="*/ 273596 h 304109"/>
                  <a:gd name="connsiteX89" fmla="*/ 70597 w 335196"/>
                  <a:gd name="connsiteY89" fmla="*/ 272419 h 304109"/>
                  <a:gd name="connsiteX90" fmla="*/ 78049 w 335196"/>
                  <a:gd name="connsiteY90" fmla="*/ 273596 h 304109"/>
                  <a:gd name="connsiteX91" fmla="*/ 86677 w 335196"/>
                  <a:gd name="connsiteY91" fmla="*/ 277910 h 304109"/>
                  <a:gd name="connsiteX92" fmla="*/ 88638 w 335196"/>
                  <a:gd name="connsiteY92" fmla="*/ 281440 h 304109"/>
                  <a:gd name="connsiteX93" fmla="*/ 88638 w 335196"/>
                  <a:gd name="connsiteY93" fmla="*/ 288499 h 304109"/>
                  <a:gd name="connsiteX94" fmla="*/ 61184 w 335196"/>
                  <a:gd name="connsiteY94" fmla="*/ 261045 h 304109"/>
                  <a:gd name="connsiteX95" fmla="*/ 70205 w 335196"/>
                  <a:gd name="connsiteY95" fmla="*/ 252024 h 304109"/>
                  <a:gd name="connsiteX96" fmla="*/ 79225 w 335196"/>
                  <a:gd name="connsiteY96" fmla="*/ 261045 h 304109"/>
                  <a:gd name="connsiteX97" fmla="*/ 70205 w 335196"/>
                  <a:gd name="connsiteY97" fmla="*/ 270066 h 304109"/>
                  <a:gd name="connsiteX98" fmla="*/ 61184 w 335196"/>
                  <a:gd name="connsiteY98" fmla="*/ 261045 h 304109"/>
                  <a:gd name="connsiteX99" fmla="*/ 61184 w 335196"/>
                  <a:gd name="connsiteY99" fmla="*/ 261045 h 304109"/>
                  <a:gd name="connsiteX100" fmla="*/ 92560 w 335196"/>
                  <a:gd name="connsiteY100" fmla="*/ 250063 h 304109"/>
                  <a:gd name="connsiteX101" fmla="*/ 73342 w 335196"/>
                  <a:gd name="connsiteY101" fmla="*/ 241043 h 304109"/>
                  <a:gd name="connsiteX102" fmla="*/ 63537 w 335196"/>
                  <a:gd name="connsiteY102" fmla="*/ 182212 h 304109"/>
                  <a:gd name="connsiteX103" fmla="*/ 87070 w 335196"/>
                  <a:gd name="connsiteY103" fmla="*/ 165347 h 304109"/>
                  <a:gd name="connsiteX104" fmla="*/ 123545 w 335196"/>
                  <a:gd name="connsiteY104" fmla="*/ 184565 h 304109"/>
                  <a:gd name="connsiteX105" fmla="*/ 126682 w 335196"/>
                  <a:gd name="connsiteY105" fmla="*/ 232806 h 304109"/>
                  <a:gd name="connsiteX106" fmla="*/ 92560 w 335196"/>
                  <a:gd name="connsiteY106" fmla="*/ 250063 h 304109"/>
                  <a:gd name="connsiteX107" fmla="*/ 130997 w 335196"/>
                  <a:gd name="connsiteY107" fmla="*/ 170053 h 304109"/>
                  <a:gd name="connsiteX108" fmla="*/ 94914 w 335196"/>
                  <a:gd name="connsiteY108" fmla="*/ 151228 h 304109"/>
                  <a:gd name="connsiteX109" fmla="*/ 97267 w 335196"/>
                  <a:gd name="connsiteY109" fmla="*/ 135539 h 304109"/>
                  <a:gd name="connsiteX110" fmla="*/ 88246 w 335196"/>
                  <a:gd name="connsiteY110" fmla="*/ 107301 h 304109"/>
                  <a:gd name="connsiteX111" fmla="*/ 132173 w 335196"/>
                  <a:gd name="connsiteY111" fmla="*/ 64550 h 304109"/>
                  <a:gd name="connsiteX112" fmla="*/ 175708 w 335196"/>
                  <a:gd name="connsiteY112" fmla="*/ 54353 h 304109"/>
                  <a:gd name="connsiteX113" fmla="*/ 178453 w 335196"/>
                  <a:gd name="connsiteY113" fmla="*/ 48470 h 304109"/>
                  <a:gd name="connsiteX114" fmla="*/ 214928 w 335196"/>
                  <a:gd name="connsiteY114" fmla="*/ 52392 h 304109"/>
                  <a:gd name="connsiteX115" fmla="*/ 234147 w 335196"/>
                  <a:gd name="connsiteY115" fmla="*/ 88475 h 304109"/>
                  <a:gd name="connsiteX116" fmla="*/ 201986 w 335196"/>
                  <a:gd name="connsiteY116" fmla="*/ 148482 h 304109"/>
                  <a:gd name="connsiteX117" fmla="*/ 130997 w 335196"/>
                  <a:gd name="connsiteY117" fmla="*/ 170053 h 304109"/>
                  <a:gd name="connsiteX118" fmla="*/ 130997 w 335196"/>
                  <a:gd name="connsiteY118" fmla="*/ 170053 h 304109"/>
                  <a:gd name="connsiteX119" fmla="*/ 197671 w 335196"/>
                  <a:gd name="connsiteY119" fmla="*/ 184565 h 304109"/>
                  <a:gd name="connsiteX120" fmla="*/ 180414 w 335196"/>
                  <a:gd name="connsiteY120" fmla="*/ 201430 h 304109"/>
                  <a:gd name="connsiteX121" fmla="*/ 163550 w 335196"/>
                  <a:gd name="connsiteY121" fmla="*/ 184565 h 304109"/>
                  <a:gd name="connsiteX122" fmla="*/ 180414 w 335196"/>
                  <a:gd name="connsiteY122" fmla="*/ 167700 h 304109"/>
                  <a:gd name="connsiteX123" fmla="*/ 180807 w 335196"/>
                  <a:gd name="connsiteY123" fmla="*/ 167700 h 304109"/>
                  <a:gd name="connsiteX124" fmla="*/ 197671 w 335196"/>
                  <a:gd name="connsiteY124" fmla="*/ 184565 h 304109"/>
                  <a:gd name="connsiteX125" fmla="*/ 197671 w 335196"/>
                  <a:gd name="connsiteY125" fmla="*/ 184565 h 304109"/>
                  <a:gd name="connsiteX126" fmla="*/ 214536 w 335196"/>
                  <a:gd name="connsiteY126" fmla="*/ 235944 h 304109"/>
                  <a:gd name="connsiteX127" fmla="*/ 146685 w 335196"/>
                  <a:gd name="connsiteY127" fmla="*/ 235944 h 304109"/>
                  <a:gd name="connsiteX128" fmla="*/ 146685 w 335196"/>
                  <a:gd name="connsiteY128" fmla="*/ 223001 h 304109"/>
                  <a:gd name="connsiteX129" fmla="*/ 150215 w 335196"/>
                  <a:gd name="connsiteY129" fmla="*/ 216334 h 304109"/>
                  <a:gd name="connsiteX130" fmla="*/ 166687 w 335196"/>
                  <a:gd name="connsiteY130" fmla="*/ 208097 h 304109"/>
                  <a:gd name="connsiteX131" fmla="*/ 180807 w 335196"/>
                  <a:gd name="connsiteY131" fmla="*/ 206136 h 304109"/>
                  <a:gd name="connsiteX132" fmla="*/ 194926 w 335196"/>
                  <a:gd name="connsiteY132" fmla="*/ 208097 h 304109"/>
                  <a:gd name="connsiteX133" fmla="*/ 211399 w 335196"/>
                  <a:gd name="connsiteY133" fmla="*/ 216334 h 304109"/>
                  <a:gd name="connsiteX134" fmla="*/ 214928 w 335196"/>
                  <a:gd name="connsiteY134" fmla="*/ 223001 h 304109"/>
                  <a:gd name="connsiteX135" fmla="*/ 214536 w 335196"/>
                  <a:gd name="connsiteY135" fmla="*/ 235944 h 304109"/>
                  <a:gd name="connsiteX136" fmla="*/ 270229 w 335196"/>
                  <a:gd name="connsiteY136" fmla="*/ 151228 h 304109"/>
                  <a:gd name="connsiteX137" fmla="*/ 271406 w 335196"/>
                  <a:gd name="connsiteY137" fmla="*/ 158287 h 304109"/>
                  <a:gd name="connsiteX138" fmla="*/ 235323 w 335196"/>
                  <a:gd name="connsiteY138" fmla="*/ 177113 h 304109"/>
                  <a:gd name="connsiteX139" fmla="*/ 216497 w 335196"/>
                  <a:gd name="connsiteY139" fmla="*/ 155934 h 304109"/>
                  <a:gd name="connsiteX140" fmla="*/ 248658 w 335196"/>
                  <a:gd name="connsiteY140" fmla="*/ 95927 h 304109"/>
                  <a:gd name="connsiteX141" fmla="*/ 264739 w 335196"/>
                  <a:gd name="connsiteY141" fmla="*/ 98672 h 304109"/>
                  <a:gd name="connsiteX142" fmla="*/ 274151 w 335196"/>
                  <a:gd name="connsiteY142" fmla="*/ 97888 h 304109"/>
                  <a:gd name="connsiteX143" fmla="*/ 284349 w 335196"/>
                  <a:gd name="connsiteY143" fmla="*/ 125342 h 304109"/>
                  <a:gd name="connsiteX144" fmla="*/ 270229 w 335196"/>
                  <a:gd name="connsiteY144" fmla="*/ 151228 h 304109"/>
                  <a:gd name="connsiteX145" fmla="*/ 320039 w 335196"/>
                  <a:gd name="connsiteY145" fmla="*/ 166916 h 304109"/>
                  <a:gd name="connsiteX146" fmla="*/ 283564 w 335196"/>
                  <a:gd name="connsiteY146" fmla="*/ 166916 h 304109"/>
                  <a:gd name="connsiteX147" fmla="*/ 283564 w 335196"/>
                  <a:gd name="connsiteY147" fmla="*/ 159856 h 304109"/>
                  <a:gd name="connsiteX148" fmla="*/ 285525 w 335196"/>
                  <a:gd name="connsiteY148" fmla="*/ 156326 h 304109"/>
                  <a:gd name="connsiteX149" fmla="*/ 294546 w 335196"/>
                  <a:gd name="connsiteY149" fmla="*/ 152012 h 304109"/>
                  <a:gd name="connsiteX150" fmla="*/ 301998 w 335196"/>
                  <a:gd name="connsiteY150" fmla="*/ 150835 h 304109"/>
                  <a:gd name="connsiteX151" fmla="*/ 309450 w 335196"/>
                  <a:gd name="connsiteY151" fmla="*/ 152012 h 304109"/>
                  <a:gd name="connsiteX152" fmla="*/ 318078 w 335196"/>
                  <a:gd name="connsiteY152" fmla="*/ 156326 h 304109"/>
                  <a:gd name="connsiteX153" fmla="*/ 320039 w 335196"/>
                  <a:gd name="connsiteY153" fmla="*/ 159856 h 304109"/>
                  <a:gd name="connsiteX154" fmla="*/ 320039 w 335196"/>
                  <a:gd name="connsiteY154" fmla="*/ 166916 h 304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335196" h="304109">
                    <a:moveTo>
                      <a:pt x="301998" y="119067"/>
                    </a:moveTo>
                    <a:cubicBezTo>
                      <a:pt x="300821" y="119067"/>
                      <a:pt x="299645" y="119067"/>
                      <a:pt x="298468" y="119067"/>
                    </a:cubicBezTo>
                    <a:lnTo>
                      <a:pt x="288271" y="91612"/>
                    </a:lnTo>
                    <a:cubicBezTo>
                      <a:pt x="311803" y="78277"/>
                      <a:pt x="320039" y="48470"/>
                      <a:pt x="307097" y="24937"/>
                    </a:cubicBezTo>
                    <a:cubicBezTo>
                      <a:pt x="293762" y="1405"/>
                      <a:pt x="263954" y="-6831"/>
                      <a:pt x="240422" y="6112"/>
                    </a:cubicBezTo>
                    <a:cubicBezTo>
                      <a:pt x="229048" y="12387"/>
                      <a:pt x="220419" y="23369"/>
                      <a:pt x="217282" y="35919"/>
                    </a:cubicBezTo>
                    <a:lnTo>
                      <a:pt x="180807" y="31997"/>
                    </a:lnTo>
                    <a:cubicBezTo>
                      <a:pt x="178061" y="14740"/>
                      <a:pt x="161981" y="2582"/>
                      <a:pt x="144724" y="5327"/>
                    </a:cubicBezTo>
                    <a:cubicBezTo>
                      <a:pt x="129036" y="7680"/>
                      <a:pt x="117662" y="21015"/>
                      <a:pt x="117662" y="36704"/>
                    </a:cubicBezTo>
                    <a:cubicBezTo>
                      <a:pt x="117662" y="42195"/>
                      <a:pt x="119230" y="47685"/>
                      <a:pt x="121976" y="52784"/>
                    </a:cubicBezTo>
                    <a:lnTo>
                      <a:pt x="78049" y="95927"/>
                    </a:lnTo>
                    <a:cubicBezTo>
                      <a:pt x="69813" y="89651"/>
                      <a:pt x="59615" y="86121"/>
                      <a:pt x="49026" y="86121"/>
                    </a:cubicBezTo>
                    <a:cubicBezTo>
                      <a:pt x="21963" y="86121"/>
                      <a:pt x="0" y="108085"/>
                      <a:pt x="0" y="135147"/>
                    </a:cubicBezTo>
                    <a:cubicBezTo>
                      <a:pt x="0" y="162209"/>
                      <a:pt x="21963" y="184173"/>
                      <a:pt x="49026" y="184173"/>
                    </a:cubicBezTo>
                    <a:lnTo>
                      <a:pt x="58831" y="243004"/>
                    </a:lnTo>
                    <a:cubicBezTo>
                      <a:pt x="42750" y="250063"/>
                      <a:pt x="35298" y="268889"/>
                      <a:pt x="42358" y="284970"/>
                    </a:cubicBezTo>
                    <a:cubicBezTo>
                      <a:pt x="49418" y="301050"/>
                      <a:pt x="68244" y="308502"/>
                      <a:pt x="84324" y="301442"/>
                    </a:cubicBezTo>
                    <a:cubicBezTo>
                      <a:pt x="99228" y="295167"/>
                      <a:pt x="106680" y="278694"/>
                      <a:pt x="102366" y="263006"/>
                    </a:cubicBezTo>
                    <a:lnTo>
                      <a:pt x="136880" y="244965"/>
                    </a:lnTo>
                    <a:cubicBezTo>
                      <a:pt x="159235" y="269674"/>
                      <a:pt x="197671" y="271635"/>
                      <a:pt x="222773" y="249279"/>
                    </a:cubicBezTo>
                    <a:cubicBezTo>
                      <a:pt x="235323" y="237905"/>
                      <a:pt x="242775" y="221432"/>
                      <a:pt x="242775" y="204567"/>
                    </a:cubicBezTo>
                    <a:cubicBezTo>
                      <a:pt x="242775" y="200253"/>
                      <a:pt x="242383" y="195547"/>
                      <a:pt x="241206" y="191232"/>
                    </a:cubicBezTo>
                    <a:lnTo>
                      <a:pt x="279250" y="171622"/>
                    </a:lnTo>
                    <a:cubicBezTo>
                      <a:pt x="291016" y="184957"/>
                      <a:pt x="311019" y="186134"/>
                      <a:pt x="324354" y="174368"/>
                    </a:cubicBezTo>
                    <a:cubicBezTo>
                      <a:pt x="337689" y="162602"/>
                      <a:pt x="338865" y="142599"/>
                      <a:pt x="327099" y="129264"/>
                    </a:cubicBezTo>
                    <a:cubicBezTo>
                      <a:pt x="319647" y="122989"/>
                      <a:pt x="311019" y="119067"/>
                      <a:pt x="301998" y="119067"/>
                    </a:cubicBezTo>
                    <a:lnTo>
                      <a:pt x="301998" y="119067"/>
                    </a:lnTo>
                    <a:close/>
                    <a:moveTo>
                      <a:pt x="301998" y="130833"/>
                    </a:moveTo>
                    <a:cubicBezTo>
                      <a:pt x="307097" y="130833"/>
                      <a:pt x="311019" y="134755"/>
                      <a:pt x="311019" y="139854"/>
                    </a:cubicBezTo>
                    <a:cubicBezTo>
                      <a:pt x="311019" y="144952"/>
                      <a:pt x="307097" y="148874"/>
                      <a:pt x="301998" y="148874"/>
                    </a:cubicBezTo>
                    <a:cubicBezTo>
                      <a:pt x="296899" y="148874"/>
                      <a:pt x="292977" y="144952"/>
                      <a:pt x="292977" y="139854"/>
                    </a:cubicBezTo>
                    <a:cubicBezTo>
                      <a:pt x="292977" y="139854"/>
                      <a:pt x="292977" y="139854"/>
                      <a:pt x="292977" y="139854"/>
                    </a:cubicBezTo>
                    <a:cubicBezTo>
                      <a:pt x="292977" y="134755"/>
                      <a:pt x="296899" y="130833"/>
                      <a:pt x="301998" y="130833"/>
                    </a:cubicBezTo>
                    <a:lnTo>
                      <a:pt x="301998" y="130833"/>
                    </a:lnTo>
                    <a:close/>
                    <a:moveTo>
                      <a:pt x="264346" y="19054"/>
                    </a:moveTo>
                    <a:cubicBezTo>
                      <a:pt x="271798" y="19054"/>
                      <a:pt x="278074" y="25330"/>
                      <a:pt x="278074" y="32782"/>
                    </a:cubicBezTo>
                    <a:cubicBezTo>
                      <a:pt x="278074" y="40233"/>
                      <a:pt x="271798" y="46509"/>
                      <a:pt x="264346" y="46509"/>
                    </a:cubicBezTo>
                    <a:cubicBezTo>
                      <a:pt x="256894" y="46509"/>
                      <a:pt x="250619" y="40233"/>
                      <a:pt x="250619" y="32782"/>
                    </a:cubicBezTo>
                    <a:cubicBezTo>
                      <a:pt x="250619" y="32782"/>
                      <a:pt x="250619" y="32782"/>
                      <a:pt x="250619" y="32782"/>
                    </a:cubicBezTo>
                    <a:cubicBezTo>
                      <a:pt x="250619" y="25330"/>
                      <a:pt x="256502" y="19054"/>
                      <a:pt x="264346" y="19054"/>
                    </a:cubicBezTo>
                    <a:close/>
                    <a:moveTo>
                      <a:pt x="236500" y="63766"/>
                    </a:moveTo>
                    <a:cubicBezTo>
                      <a:pt x="236500" y="61805"/>
                      <a:pt x="237676" y="59452"/>
                      <a:pt x="239245" y="58275"/>
                    </a:cubicBezTo>
                    <a:cubicBezTo>
                      <a:pt x="243167" y="55529"/>
                      <a:pt x="247874" y="53176"/>
                      <a:pt x="252580" y="52000"/>
                    </a:cubicBezTo>
                    <a:cubicBezTo>
                      <a:pt x="256110" y="50823"/>
                      <a:pt x="260032" y="50431"/>
                      <a:pt x="263954" y="50431"/>
                    </a:cubicBezTo>
                    <a:cubicBezTo>
                      <a:pt x="267876" y="50431"/>
                      <a:pt x="271798" y="51215"/>
                      <a:pt x="275328" y="52000"/>
                    </a:cubicBezTo>
                    <a:cubicBezTo>
                      <a:pt x="280035" y="53176"/>
                      <a:pt x="284741" y="55529"/>
                      <a:pt x="288663" y="58667"/>
                    </a:cubicBezTo>
                    <a:cubicBezTo>
                      <a:pt x="290232" y="59844"/>
                      <a:pt x="291408" y="62197"/>
                      <a:pt x="291408" y="64158"/>
                    </a:cubicBezTo>
                    <a:lnTo>
                      <a:pt x="291408" y="74748"/>
                    </a:lnTo>
                    <a:lnTo>
                      <a:pt x="236500" y="74748"/>
                    </a:lnTo>
                    <a:lnTo>
                      <a:pt x="236500" y="63766"/>
                    </a:lnTo>
                    <a:close/>
                    <a:moveTo>
                      <a:pt x="149038" y="16701"/>
                    </a:moveTo>
                    <a:cubicBezTo>
                      <a:pt x="154137" y="16701"/>
                      <a:pt x="158059" y="20623"/>
                      <a:pt x="158059" y="25722"/>
                    </a:cubicBezTo>
                    <a:cubicBezTo>
                      <a:pt x="158059" y="30821"/>
                      <a:pt x="154137" y="34743"/>
                      <a:pt x="149038" y="34743"/>
                    </a:cubicBezTo>
                    <a:cubicBezTo>
                      <a:pt x="143939" y="34743"/>
                      <a:pt x="140017" y="30821"/>
                      <a:pt x="140017" y="25722"/>
                    </a:cubicBezTo>
                    <a:cubicBezTo>
                      <a:pt x="140017" y="25722"/>
                      <a:pt x="140017" y="25722"/>
                      <a:pt x="140017" y="25722"/>
                    </a:cubicBezTo>
                    <a:cubicBezTo>
                      <a:pt x="140017" y="21015"/>
                      <a:pt x="143939" y="16701"/>
                      <a:pt x="149038" y="16701"/>
                    </a:cubicBezTo>
                    <a:lnTo>
                      <a:pt x="149038" y="16701"/>
                    </a:lnTo>
                    <a:close/>
                    <a:moveTo>
                      <a:pt x="130604" y="46117"/>
                    </a:moveTo>
                    <a:cubicBezTo>
                      <a:pt x="130604" y="44548"/>
                      <a:pt x="131389" y="43371"/>
                      <a:pt x="132565" y="42587"/>
                    </a:cubicBezTo>
                    <a:cubicBezTo>
                      <a:pt x="135311" y="40626"/>
                      <a:pt x="138448" y="39449"/>
                      <a:pt x="141586" y="38665"/>
                    </a:cubicBezTo>
                    <a:cubicBezTo>
                      <a:pt x="143939" y="37880"/>
                      <a:pt x="146685" y="37488"/>
                      <a:pt x="149038" y="37488"/>
                    </a:cubicBezTo>
                    <a:cubicBezTo>
                      <a:pt x="151391" y="37488"/>
                      <a:pt x="154137" y="37880"/>
                      <a:pt x="156490" y="38665"/>
                    </a:cubicBezTo>
                    <a:cubicBezTo>
                      <a:pt x="159628" y="39449"/>
                      <a:pt x="162373" y="41018"/>
                      <a:pt x="165118" y="42979"/>
                    </a:cubicBezTo>
                    <a:cubicBezTo>
                      <a:pt x="166295" y="43763"/>
                      <a:pt x="167079" y="45332"/>
                      <a:pt x="167079" y="46509"/>
                    </a:cubicBezTo>
                    <a:lnTo>
                      <a:pt x="167079" y="53568"/>
                    </a:lnTo>
                    <a:lnTo>
                      <a:pt x="130997" y="53568"/>
                    </a:lnTo>
                    <a:lnTo>
                      <a:pt x="130997" y="46117"/>
                    </a:lnTo>
                    <a:close/>
                    <a:moveTo>
                      <a:pt x="48241" y="105340"/>
                    </a:moveTo>
                    <a:cubicBezTo>
                      <a:pt x="55693" y="105340"/>
                      <a:pt x="61968" y="111615"/>
                      <a:pt x="61968" y="119067"/>
                    </a:cubicBezTo>
                    <a:cubicBezTo>
                      <a:pt x="61968" y="126519"/>
                      <a:pt x="55693" y="132794"/>
                      <a:pt x="48241" y="132794"/>
                    </a:cubicBezTo>
                    <a:cubicBezTo>
                      <a:pt x="40789" y="132794"/>
                      <a:pt x="34514" y="126519"/>
                      <a:pt x="34514" y="119067"/>
                    </a:cubicBezTo>
                    <a:cubicBezTo>
                      <a:pt x="34514" y="119067"/>
                      <a:pt x="34514" y="119067"/>
                      <a:pt x="34514" y="119067"/>
                    </a:cubicBezTo>
                    <a:cubicBezTo>
                      <a:pt x="34906" y="111615"/>
                      <a:pt x="40789" y="105340"/>
                      <a:pt x="48241" y="105340"/>
                    </a:cubicBezTo>
                    <a:lnTo>
                      <a:pt x="48241" y="105340"/>
                    </a:lnTo>
                    <a:close/>
                    <a:moveTo>
                      <a:pt x="20787" y="160640"/>
                    </a:moveTo>
                    <a:lnTo>
                      <a:pt x="20787" y="150051"/>
                    </a:lnTo>
                    <a:cubicBezTo>
                      <a:pt x="20787" y="148090"/>
                      <a:pt x="21963" y="145737"/>
                      <a:pt x="23532" y="144560"/>
                    </a:cubicBezTo>
                    <a:cubicBezTo>
                      <a:pt x="27454" y="141815"/>
                      <a:pt x="32161" y="139461"/>
                      <a:pt x="36867" y="138285"/>
                    </a:cubicBezTo>
                    <a:cubicBezTo>
                      <a:pt x="40397" y="137108"/>
                      <a:pt x="44319" y="136716"/>
                      <a:pt x="48241" y="136716"/>
                    </a:cubicBezTo>
                    <a:cubicBezTo>
                      <a:pt x="52163" y="136716"/>
                      <a:pt x="56085" y="137500"/>
                      <a:pt x="59615" y="138285"/>
                    </a:cubicBezTo>
                    <a:cubicBezTo>
                      <a:pt x="64322" y="139461"/>
                      <a:pt x="69028" y="141815"/>
                      <a:pt x="72950" y="144952"/>
                    </a:cubicBezTo>
                    <a:cubicBezTo>
                      <a:pt x="74519" y="146129"/>
                      <a:pt x="75696" y="148482"/>
                      <a:pt x="75696" y="150443"/>
                    </a:cubicBezTo>
                    <a:lnTo>
                      <a:pt x="75696" y="161033"/>
                    </a:lnTo>
                    <a:lnTo>
                      <a:pt x="20787" y="160640"/>
                    </a:lnTo>
                    <a:close/>
                    <a:moveTo>
                      <a:pt x="88638" y="288499"/>
                    </a:moveTo>
                    <a:lnTo>
                      <a:pt x="52163" y="288499"/>
                    </a:lnTo>
                    <a:lnTo>
                      <a:pt x="52163" y="281440"/>
                    </a:lnTo>
                    <a:cubicBezTo>
                      <a:pt x="52163" y="279871"/>
                      <a:pt x="52948" y="278694"/>
                      <a:pt x="54124" y="277910"/>
                    </a:cubicBezTo>
                    <a:cubicBezTo>
                      <a:pt x="56870" y="275949"/>
                      <a:pt x="60007" y="274380"/>
                      <a:pt x="63145" y="273596"/>
                    </a:cubicBezTo>
                    <a:cubicBezTo>
                      <a:pt x="65498" y="272811"/>
                      <a:pt x="68244" y="272419"/>
                      <a:pt x="70597" y="272419"/>
                    </a:cubicBezTo>
                    <a:cubicBezTo>
                      <a:pt x="72950" y="272419"/>
                      <a:pt x="75696" y="272811"/>
                      <a:pt x="78049" y="273596"/>
                    </a:cubicBezTo>
                    <a:cubicBezTo>
                      <a:pt x="81186" y="274380"/>
                      <a:pt x="83932" y="275949"/>
                      <a:pt x="86677" y="277910"/>
                    </a:cubicBezTo>
                    <a:cubicBezTo>
                      <a:pt x="87854" y="278694"/>
                      <a:pt x="88638" y="280263"/>
                      <a:pt x="88638" y="281440"/>
                    </a:cubicBezTo>
                    <a:lnTo>
                      <a:pt x="88638" y="288499"/>
                    </a:lnTo>
                    <a:close/>
                    <a:moveTo>
                      <a:pt x="61184" y="261045"/>
                    </a:moveTo>
                    <a:cubicBezTo>
                      <a:pt x="61184" y="255946"/>
                      <a:pt x="65106" y="252024"/>
                      <a:pt x="70205" y="252024"/>
                    </a:cubicBezTo>
                    <a:cubicBezTo>
                      <a:pt x="75303" y="252024"/>
                      <a:pt x="79225" y="255946"/>
                      <a:pt x="79225" y="261045"/>
                    </a:cubicBezTo>
                    <a:cubicBezTo>
                      <a:pt x="79225" y="266144"/>
                      <a:pt x="75303" y="270066"/>
                      <a:pt x="70205" y="270066"/>
                    </a:cubicBezTo>
                    <a:cubicBezTo>
                      <a:pt x="65498" y="270458"/>
                      <a:pt x="61576" y="266144"/>
                      <a:pt x="61184" y="261045"/>
                    </a:cubicBezTo>
                    <a:lnTo>
                      <a:pt x="61184" y="261045"/>
                    </a:lnTo>
                    <a:close/>
                    <a:moveTo>
                      <a:pt x="92560" y="250063"/>
                    </a:moveTo>
                    <a:cubicBezTo>
                      <a:pt x="87462" y="244965"/>
                      <a:pt x="80402" y="241827"/>
                      <a:pt x="73342" y="241043"/>
                    </a:cubicBezTo>
                    <a:lnTo>
                      <a:pt x="63537" y="182212"/>
                    </a:lnTo>
                    <a:cubicBezTo>
                      <a:pt x="72950" y="179074"/>
                      <a:pt x="81186" y="173191"/>
                      <a:pt x="87070" y="165347"/>
                    </a:cubicBezTo>
                    <a:lnTo>
                      <a:pt x="123545" y="184565"/>
                    </a:lnTo>
                    <a:cubicBezTo>
                      <a:pt x="117662" y="200253"/>
                      <a:pt x="118838" y="217902"/>
                      <a:pt x="126682" y="232806"/>
                    </a:cubicBezTo>
                    <a:lnTo>
                      <a:pt x="92560" y="250063"/>
                    </a:lnTo>
                    <a:close/>
                    <a:moveTo>
                      <a:pt x="130997" y="170053"/>
                    </a:moveTo>
                    <a:lnTo>
                      <a:pt x="94914" y="151228"/>
                    </a:lnTo>
                    <a:cubicBezTo>
                      <a:pt x="96482" y="146129"/>
                      <a:pt x="97267" y="141030"/>
                      <a:pt x="97267" y="135539"/>
                    </a:cubicBezTo>
                    <a:cubicBezTo>
                      <a:pt x="97267" y="125342"/>
                      <a:pt x="94129" y="115537"/>
                      <a:pt x="88246" y="107301"/>
                    </a:cubicBezTo>
                    <a:lnTo>
                      <a:pt x="132173" y="64550"/>
                    </a:lnTo>
                    <a:cubicBezTo>
                      <a:pt x="147077" y="73571"/>
                      <a:pt x="166687" y="69257"/>
                      <a:pt x="175708" y="54353"/>
                    </a:cubicBezTo>
                    <a:cubicBezTo>
                      <a:pt x="176885" y="52392"/>
                      <a:pt x="177669" y="50431"/>
                      <a:pt x="178453" y="48470"/>
                    </a:cubicBezTo>
                    <a:lnTo>
                      <a:pt x="214928" y="52392"/>
                    </a:lnTo>
                    <a:cubicBezTo>
                      <a:pt x="215713" y="66511"/>
                      <a:pt x="222773" y="79846"/>
                      <a:pt x="234147" y="88475"/>
                    </a:cubicBezTo>
                    <a:lnTo>
                      <a:pt x="201986" y="148482"/>
                    </a:lnTo>
                    <a:cubicBezTo>
                      <a:pt x="176492" y="138285"/>
                      <a:pt x="147077" y="147306"/>
                      <a:pt x="130997" y="170053"/>
                    </a:cubicBezTo>
                    <a:lnTo>
                      <a:pt x="130997" y="170053"/>
                    </a:lnTo>
                    <a:close/>
                    <a:moveTo>
                      <a:pt x="197671" y="184565"/>
                    </a:moveTo>
                    <a:cubicBezTo>
                      <a:pt x="197671" y="193978"/>
                      <a:pt x="189827" y="201430"/>
                      <a:pt x="180414" y="201430"/>
                    </a:cubicBezTo>
                    <a:cubicBezTo>
                      <a:pt x="171001" y="201430"/>
                      <a:pt x="163550" y="193978"/>
                      <a:pt x="163550" y="184565"/>
                    </a:cubicBezTo>
                    <a:cubicBezTo>
                      <a:pt x="163550" y="175152"/>
                      <a:pt x="171001" y="167700"/>
                      <a:pt x="180414" y="167700"/>
                    </a:cubicBezTo>
                    <a:cubicBezTo>
                      <a:pt x="180414" y="167700"/>
                      <a:pt x="180414" y="167700"/>
                      <a:pt x="180807" y="167700"/>
                    </a:cubicBezTo>
                    <a:cubicBezTo>
                      <a:pt x="190220" y="167700"/>
                      <a:pt x="197671" y="175152"/>
                      <a:pt x="197671" y="184565"/>
                    </a:cubicBezTo>
                    <a:lnTo>
                      <a:pt x="197671" y="184565"/>
                    </a:lnTo>
                    <a:close/>
                    <a:moveTo>
                      <a:pt x="214536" y="235944"/>
                    </a:moveTo>
                    <a:lnTo>
                      <a:pt x="146685" y="235944"/>
                    </a:lnTo>
                    <a:lnTo>
                      <a:pt x="146685" y="223001"/>
                    </a:lnTo>
                    <a:cubicBezTo>
                      <a:pt x="146685" y="220256"/>
                      <a:pt x="147861" y="217902"/>
                      <a:pt x="150215" y="216334"/>
                    </a:cubicBezTo>
                    <a:cubicBezTo>
                      <a:pt x="155313" y="212804"/>
                      <a:pt x="160804" y="210058"/>
                      <a:pt x="166687" y="208097"/>
                    </a:cubicBezTo>
                    <a:cubicBezTo>
                      <a:pt x="171394" y="206921"/>
                      <a:pt x="176100" y="206136"/>
                      <a:pt x="180807" y="206136"/>
                    </a:cubicBezTo>
                    <a:cubicBezTo>
                      <a:pt x="185513" y="206136"/>
                      <a:pt x="190220" y="206921"/>
                      <a:pt x="194926" y="208097"/>
                    </a:cubicBezTo>
                    <a:cubicBezTo>
                      <a:pt x="200809" y="209666"/>
                      <a:pt x="206692" y="212412"/>
                      <a:pt x="211399" y="216334"/>
                    </a:cubicBezTo>
                    <a:cubicBezTo>
                      <a:pt x="213360" y="217902"/>
                      <a:pt x="214928" y="220648"/>
                      <a:pt x="214928" y="223001"/>
                    </a:cubicBezTo>
                    <a:lnTo>
                      <a:pt x="214536" y="235944"/>
                    </a:lnTo>
                    <a:close/>
                    <a:moveTo>
                      <a:pt x="270229" y="151228"/>
                    </a:moveTo>
                    <a:cubicBezTo>
                      <a:pt x="270229" y="153581"/>
                      <a:pt x="270622" y="155934"/>
                      <a:pt x="271406" y="158287"/>
                    </a:cubicBezTo>
                    <a:lnTo>
                      <a:pt x="235323" y="177113"/>
                    </a:lnTo>
                    <a:cubicBezTo>
                      <a:pt x="231009" y="168485"/>
                      <a:pt x="224341" y="161425"/>
                      <a:pt x="216497" y="155934"/>
                    </a:cubicBezTo>
                    <a:lnTo>
                      <a:pt x="248658" y="95927"/>
                    </a:lnTo>
                    <a:cubicBezTo>
                      <a:pt x="253757" y="97888"/>
                      <a:pt x="259248" y="98672"/>
                      <a:pt x="264739" y="98672"/>
                    </a:cubicBezTo>
                    <a:cubicBezTo>
                      <a:pt x="267876" y="98672"/>
                      <a:pt x="271014" y="98280"/>
                      <a:pt x="274151" y="97888"/>
                    </a:cubicBezTo>
                    <a:lnTo>
                      <a:pt x="284349" y="125342"/>
                    </a:lnTo>
                    <a:cubicBezTo>
                      <a:pt x="274936" y="130833"/>
                      <a:pt x="269837" y="140638"/>
                      <a:pt x="270229" y="151228"/>
                    </a:cubicBezTo>
                    <a:close/>
                    <a:moveTo>
                      <a:pt x="320039" y="166916"/>
                    </a:moveTo>
                    <a:lnTo>
                      <a:pt x="283564" y="166916"/>
                    </a:lnTo>
                    <a:lnTo>
                      <a:pt x="283564" y="159856"/>
                    </a:lnTo>
                    <a:cubicBezTo>
                      <a:pt x="283564" y="158287"/>
                      <a:pt x="284349" y="157111"/>
                      <a:pt x="285525" y="156326"/>
                    </a:cubicBezTo>
                    <a:cubicBezTo>
                      <a:pt x="288271" y="154365"/>
                      <a:pt x="291408" y="152796"/>
                      <a:pt x="294546" y="152012"/>
                    </a:cubicBezTo>
                    <a:cubicBezTo>
                      <a:pt x="296899" y="151228"/>
                      <a:pt x="299645" y="150835"/>
                      <a:pt x="301998" y="150835"/>
                    </a:cubicBezTo>
                    <a:cubicBezTo>
                      <a:pt x="304351" y="150835"/>
                      <a:pt x="307097" y="151228"/>
                      <a:pt x="309450" y="152012"/>
                    </a:cubicBezTo>
                    <a:cubicBezTo>
                      <a:pt x="312588" y="152796"/>
                      <a:pt x="315333" y="154365"/>
                      <a:pt x="318078" y="156326"/>
                    </a:cubicBezTo>
                    <a:cubicBezTo>
                      <a:pt x="319255" y="157111"/>
                      <a:pt x="320039" y="158679"/>
                      <a:pt x="320039" y="159856"/>
                    </a:cubicBezTo>
                    <a:lnTo>
                      <a:pt x="320039" y="166916"/>
                    </a:lnTo>
                    <a:close/>
                  </a:path>
                </a:pathLst>
              </a:custGeom>
              <a:solidFill>
                <a:schemeClr val="bg1"/>
              </a:solidFill>
              <a:ln w="3870" cap="flat">
                <a:noFill/>
                <a:prstDash val="solid"/>
                <a:miter/>
              </a:ln>
            </p:spPr>
            <p:txBody>
              <a:bodyPr rtlCol="0" anchor="ctr"/>
              <a:lstStyle/>
              <a:p>
                <a:endParaRPr lang="en-US">
                  <a:solidFill>
                    <a:schemeClr val="bg1"/>
                  </a:solidFill>
                </a:endParaRPr>
              </a:p>
            </p:txBody>
          </p:sp>
        </p:grpSp>
        <p:grpSp>
          <p:nvGrpSpPr>
            <p:cNvPr id="22" name="Group 21">
              <a:extLst>
                <a:ext uri="{FF2B5EF4-FFF2-40B4-BE49-F238E27FC236}">
                  <a16:creationId xmlns:a16="http://schemas.microsoft.com/office/drawing/2014/main" id="{22589695-579B-9CB5-CAD8-4CD19BE3E63B}"/>
                </a:ext>
              </a:extLst>
            </p:cNvPr>
            <p:cNvGrpSpPr>
              <a:grpSpLocks noChangeAspect="1"/>
            </p:cNvGrpSpPr>
            <p:nvPr/>
          </p:nvGrpSpPr>
          <p:grpSpPr>
            <a:xfrm>
              <a:off x="4133291" y="3207825"/>
              <a:ext cx="1773985" cy="1124751"/>
              <a:chOff x="8008887" y="4759264"/>
              <a:chExt cx="1773985" cy="1124751"/>
            </a:xfrm>
            <a:solidFill>
              <a:srgbClr val="EFB435"/>
            </a:solidFill>
          </p:grpSpPr>
          <p:sp>
            <p:nvSpPr>
              <p:cNvPr id="23" name="TextBox 22">
                <a:extLst>
                  <a:ext uri="{FF2B5EF4-FFF2-40B4-BE49-F238E27FC236}">
                    <a16:creationId xmlns:a16="http://schemas.microsoft.com/office/drawing/2014/main" id="{6B4E880C-33CF-E80E-65D5-6B0C383281AE}"/>
                  </a:ext>
                </a:extLst>
              </p:cNvPr>
              <p:cNvSpPr txBox="1"/>
              <p:nvPr>
                <p:custDataLst>
                  <p:tags r:id="rId5"/>
                </p:custDataLst>
              </p:nvPr>
            </p:nvSpPr>
            <p:spPr>
              <a:xfrm>
                <a:off x="8008887" y="5125024"/>
                <a:ext cx="1773985" cy="758991"/>
              </a:xfrm>
              <a:prstGeom prst="rect">
                <a:avLst/>
              </a:prstGeom>
              <a:noFill/>
            </p:spPr>
            <p:txBody>
              <a:bodyPr wrap="square">
                <a:spAutoFit/>
              </a:bodyPr>
              <a:lstStyle/>
              <a:p>
                <a:r>
                  <a:rPr lang="en-US" b="1" dirty="0">
                    <a:solidFill>
                      <a:schemeClr val="bg1"/>
                    </a:solidFill>
                  </a:rPr>
                  <a:t>Mentorship from experts: workshop and training sessions</a:t>
                </a:r>
              </a:p>
            </p:txBody>
          </p:sp>
          <p:pic>
            <p:nvPicPr>
              <p:cNvPr id="24" name="Graphic 23" descr="Classroom with solid fill">
                <a:extLst>
                  <a:ext uri="{FF2B5EF4-FFF2-40B4-BE49-F238E27FC236}">
                    <a16:creationId xmlns:a16="http://schemas.microsoft.com/office/drawing/2014/main" id="{49A71451-B351-13FB-B9AF-1AF752FF96F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529195" y="4759264"/>
                <a:ext cx="365760" cy="365760"/>
              </a:xfrm>
              <a:prstGeom prst="rect">
                <a:avLst/>
              </a:prstGeom>
            </p:spPr>
          </p:pic>
        </p:grpSp>
        <p:grpSp>
          <p:nvGrpSpPr>
            <p:cNvPr id="25" name="Group 24">
              <a:extLst>
                <a:ext uri="{FF2B5EF4-FFF2-40B4-BE49-F238E27FC236}">
                  <a16:creationId xmlns:a16="http://schemas.microsoft.com/office/drawing/2014/main" id="{E915E14C-714B-D438-D1D1-5C35DDAA1B4D}"/>
                </a:ext>
              </a:extLst>
            </p:cNvPr>
            <p:cNvGrpSpPr>
              <a:grpSpLocks noChangeAspect="1"/>
            </p:cNvGrpSpPr>
            <p:nvPr/>
          </p:nvGrpSpPr>
          <p:grpSpPr>
            <a:xfrm>
              <a:off x="1386821" y="3207825"/>
              <a:ext cx="6498188" cy="910791"/>
              <a:chOff x="5294106" y="4784620"/>
              <a:chExt cx="6498188" cy="910791"/>
            </a:xfrm>
            <a:solidFill>
              <a:srgbClr val="EFB435"/>
            </a:solidFill>
          </p:grpSpPr>
          <p:sp>
            <p:nvSpPr>
              <p:cNvPr id="26" name="TextBox 25">
                <a:extLst>
                  <a:ext uri="{FF2B5EF4-FFF2-40B4-BE49-F238E27FC236}">
                    <a16:creationId xmlns:a16="http://schemas.microsoft.com/office/drawing/2014/main" id="{FE4E774F-E0D1-B5C4-56CE-E057C2637545}"/>
                  </a:ext>
                </a:extLst>
              </p:cNvPr>
              <p:cNvSpPr txBox="1"/>
              <p:nvPr>
                <p:custDataLst>
                  <p:tags r:id="rId4"/>
                </p:custDataLst>
              </p:nvPr>
            </p:nvSpPr>
            <p:spPr>
              <a:xfrm>
                <a:off x="5294106" y="5164117"/>
                <a:ext cx="1565467" cy="531294"/>
              </a:xfrm>
              <a:prstGeom prst="rect">
                <a:avLst/>
              </a:prstGeom>
              <a:noFill/>
            </p:spPr>
            <p:txBody>
              <a:bodyPr wrap="square">
                <a:spAutoFit/>
              </a:bodyPr>
              <a:lstStyle/>
              <a:p>
                <a:r>
                  <a:rPr lang="en-US" b="1" dirty="0">
                    <a:solidFill>
                      <a:schemeClr val="bg1"/>
                    </a:solidFill>
                  </a:rPr>
                  <a:t>Funding Guidance and Support</a:t>
                </a:r>
              </a:p>
            </p:txBody>
          </p:sp>
          <p:pic>
            <p:nvPicPr>
              <p:cNvPr id="27" name="Graphic 26" descr="Money with solid fill">
                <a:extLst>
                  <a:ext uri="{FF2B5EF4-FFF2-40B4-BE49-F238E27FC236}">
                    <a16:creationId xmlns:a16="http://schemas.microsoft.com/office/drawing/2014/main" id="{D0C8721B-DB03-3470-9DB4-43A87262038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1426534" y="4784620"/>
                <a:ext cx="365760" cy="365760"/>
              </a:xfrm>
              <a:prstGeom prst="rect">
                <a:avLst/>
              </a:prstGeom>
            </p:spPr>
          </p:pic>
        </p:grpSp>
        <p:grpSp>
          <p:nvGrpSpPr>
            <p:cNvPr id="28" name="Group 27">
              <a:extLst>
                <a:ext uri="{FF2B5EF4-FFF2-40B4-BE49-F238E27FC236}">
                  <a16:creationId xmlns:a16="http://schemas.microsoft.com/office/drawing/2014/main" id="{145F3168-4ADB-DD36-A8F4-AEB391C4CE13}"/>
                </a:ext>
              </a:extLst>
            </p:cNvPr>
            <p:cNvGrpSpPr>
              <a:grpSpLocks noChangeAspect="1"/>
            </p:cNvGrpSpPr>
            <p:nvPr/>
          </p:nvGrpSpPr>
          <p:grpSpPr>
            <a:xfrm>
              <a:off x="6814431" y="1061040"/>
              <a:ext cx="1297057" cy="1124751"/>
              <a:chOff x="10721716" y="2571065"/>
              <a:chExt cx="1297057" cy="1124751"/>
            </a:xfrm>
            <a:solidFill>
              <a:srgbClr val="EFB435"/>
            </a:solidFill>
          </p:grpSpPr>
          <p:sp>
            <p:nvSpPr>
              <p:cNvPr id="29" name="TextBox 28">
                <a:extLst>
                  <a:ext uri="{FF2B5EF4-FFF2-40B4-BE49-F238E27FC236}">
                    <a16:creationId xmlns:a16="http://schemas.microsoft.com/office/drawing/2014/main" id="{9840B6F3-D709-D130-72E8-29636F593FBB}"/>
                  </a:ext>
                </a:extLst>
              </p:cNvPr>
              <p:cNvSpPr txBox="1"/>
              <p:nvPr>
                <p:custDataLst>
                  <p:tags r:id="rId3"/>
                </p:custDataLst>
              </p:nvPr>
            </p:nvSpPr>
            <p:spPr>
              <a:xfrm>
                <a:off x="10721716" y="2936825"/>
                <a:ext cx="1297057" cy="758991"/>
              </a:xfrm>
              <a:prstGeom prst="rect">
                <a:avLst/>
              </a:prstGeom>
              <a:noFill/>
            </p:spPr>
            <p:txBody>
              <a:bodyPr wrap="square">
                <a:spAutoFit/>
              </a:bodyPr>
              <a:lstStyle/>
              <a:p>
                <a:r>
                  <a:rPr lang="en-US" b="1" dirty="0">
                    <a:solidFill>
                      <a:schemeClr val="bg1"/>
                    </a:solidFill>
                  </a:rPr>
                  <a:t>POC Development Support</a:t>
                </a:r>
              </a:p>
            </p:txBody>
          </p:sp>
          <p:pic>
            <p:nvPicPr>
              <p:cNvPr id="30" name="Graphic 29" descr="Search Inventory with solid fill">
                <a:extLst>
                  <a:ext uri="{FF2B5EF4-FFF2-40B4-BE49-F238E27FC236}">
                    <a16:creationId xmlns:a16="http://schemas.microsoft.com/office/drawing/2014/main" id="{FEC76A97-872D-704F-8AEF-FADE4D737C44}"/>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1153523" y="2571065"/>
                <a:ext cx="365760" cy="365760"/>
              </a:xfrm>
              <a:prstGeom prst="rect">
                <a:avLst/>
              </a:prstGeom>
            </p:spPr>
          </p:pic>
        </p:grpSp>
      </p:grpSp>
    </p:spTree>
    <p:extLst>
      <p:ext uri="{BB962C8B-B14F-4D97-AF65-F5344CB8AC3E}">
        <p14:creationId xmlns:p14="http://schemas.microsoft.com/office/powerpoint/2010/main" val="2914365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5400B-9E96-6562-CB6C-1FEE2005FE6A}"/>
              </a:ext>
            </a:extLst>
          </p:cNvPr>
          <p:cNvSpPr>
            <a:spLocks noGrp="1"/>
          </p:cNvSpPr>
          <p:nvPr>
            <p:ph type="title"/>
          </p:nvPr>
        </p:nvSpPr>
        <p:spPr>
          <a:xfrm>
            <a:off x="540000" y="365125"/>
            <a:ext cx="10150225" cy="701675"/>
          </a:xfrm>
        </p:spPr>
        <p:txBody>
          <a:bodyPr>
            <a:noAutofit/>
          </a:bodyPr>
          <a:lstStyle/>
          <a:p>
            <a:r>
              <a:rPr lang="en-US" sz="2800" b="1" dirty="0">
                <a:solidFill>
                  <a:srgbClr val="02478E"/>
                </a:solidFill>
              </a:rPr>
              <a:t>Empowering innovators with training, clinical exposure and collaborative support for developing impactful healthcare solutions</a:t>
            </a:r>
            <a:endParaRPr lang="en-US" dirty="0"/>
          </a:p>
        </p:txBody>
      </p:sp>
      <p:sp>
        <p:nvSpPr>
          <p:cNvPr id="3" name="Slide Number Placeholder 2">
            <a:extLst>
              <a:ext uri="{FF2B5EF4-FFF2-40B4-BE49-F238E27FC236}">
                <a16:creationId xmlns:a16="http://schemas.microsoft.com/office/drawing/2014/main" id="{A982759E-B89E-D850-4491-DFB86AF43C61}"/>
              </a:ext>
            </a:extLst>
          </p:cNvPr>
          <p:cNvSpPr>
            <a:spLocks noGrp="1"/>
          </p:cNvSpPr>
          <p:nvPr>
            <p:ph type="sldNum" sz="quarter" idx="11"/>
          </p:nvPr>
        </p:nvSpPr>
        <p:spPr/>
        <p:txBody>
          <a:bodyPr/>
          <a:lstStyle/>
          <a:p>
            <a:fld id="{7760E944-92EF-4F50-939A-662FA230D41F}" type="slidenum">
              <a:rPr lang="en-US" smtClean="0"/>
              <a:t>14</a:t>
            </a:fld>
            <a:endParaRPr lang="en-US"/>
          </a:p>
        </p:txBody>
      </p:sp>
      <p:sp>
        <p:nvSpPr>
          <p:cNvPr id="4" name="Footer Placeholder 3">
            <a:extLst>
              <a:ext uri="{FF2B5EF4-FFF2-40B4-BE49-F238E27FC236}">
                <a16:creationId xmlns:a16="http://schemas.microsoft.com/office/drawing/2014/main" id="{63ACE165-8A07-E38B-A4FF-C412E33A98A1}"/>
              </a:ext>
            </a:extLst>
          </p:cNvPr>
          <p:cNvSpPr>
            <a:spLocks noGrp="1"/>
          </p:cNvSpPr>
          <p:nvPr>
            <p:ph type="ftr" sz="quarter" idx="12"/>
          </p:nvPr>
        </p:nvSpPr>
        <p:spPr/>
        <p:txBody>
          <a:bodyPr/>
          <a:lstStyle/>
          <a:p>
            <a:endParaRPr lang="en-US"/>
          </a:p>
        </p:txBody>
      </p:sp>
      <p:sp>
        <p:nvSpPr>
          <p:cNvPr id="5" name="TextBox 24">
            <a:extLst>
              <a:ext uri="{FF2B5EF4-FFF2-40B4-BE49-F238E27FC236}">
                <a16:creationId xmlns:a16="http://schemas.microsoft.com/office/drawing/2014/main" id="{CC08AA6C-CEC4-A07C-57D2-40FF1A767044}"/>
              </a:ext>
            </a:extLst>
          </p:cNvPr>
          <p:cNvSpPr txBox="1"/>
          <p:nvPr/>
        </p:nvSpPr>
        <p:spPr bwMode="gray">
          <a:xfrm>
            <a:off x="8054975" y="1951330"/>
            <a:ext cx="2633663" cy="553998"/>
          </a:xfrm>
          <a:prstGeom prst="rect">
            <a:avLst/>
          </a:prstGeom>
          <a:noFill/>
        </p:spPr>
        <p:txBody>
          <a:bodyPr wrap="square" lIns="0" tIns="0" rIns="0" bIns="0" rtlCol="0" anchor="t" anchorCtr="0">
            <a:spAutoFit/>
          </a:bodyPr>
          <a:lstStyle/>
          <a:p>
            <a:pPr>
              <a:spcAft>
                <a:spcPts val="300"/>
              </a:spcAft>
            </a:pPr>
            <a:r>
              <a:rPr lang="en-US" b="1" dirty="0"/>
              <a:t>Funding Guidance and Support</a:t>
            </a:r>
          </a:p>
        </p:txBody>
      </p:sp>
      <p:sp>
        <p:nvSpPr>
          <p:cNvPr id="6" name="TextBox 30">
            <a:extLst>
              <a:ext uri="{FF2B5EF4-FFF2-40B4-BE49-F238E27FC236}">
                <a16:creationId xmlns:a16="http://schemas.microsoft.com/office/drawing/2014/main" id="{09FC1235-35A1-8058-E6C9-CE2479379D88}"/>
              </a:ext>
            </a:extLst>
          </p:cNvPr>
          <p:cNvSpPr txBox="1"/>
          <p:nvPr/>
        </p:nvSpPr>
        <p:spPr bwMode="gray">
          <a:xfrm>
            <a:off x="8054975" y="3260595"/>
            <a:ext cx="2633663" cy="830997"/>
          </a:xfrm>
          <a:prstGeom prst="rect">
            <a:avLst/>
          </a:prstGeom>
          <a:noFill/>
        </p:spPr>
        <p:txBody>
          <a:bodyPr wrap="square" lIns="0" tIns="0" rIns="0" bIns="0" rtlCol="0" anchor="t" anchorCtr="0">
            <a:spAutoFit/>
          </a:bodyPr>
          <a:lstStyle/>
          <a:p>
            <a:pPr>
              <a:spcAft>
                <a:spcPts val="300"/>
              </a:spcAft>
            </a:pPr>
            <a:r>
              <a:rPr lang="en-US" b="1" dirty="0"/>
              <a:t>Mentorship from experts: workshop and training sessions</a:t>
            </a:r>
          </a:p>
        </p:txBody>
      </p:sp>
      <p:sp>
        <p:nvSpPr>
          <p:cNvPr id="7" name="TextBox 111">
            <a:extLst>
              <a:ext uri="{FF2B5EF4-FFF2-40B4-BE49-F238E27FC236}">
                <a16:creationId xmlns:a16="http://schemas.microsoft.com/office/drawing/2014/main" id="{8FAB3EFD-37AA-99BF-F363-9251E97917E2}"/>
              </a:ext>
            </a:extLst>
          </p:cNvPr>
          <p:cNvSpPr txBox="1"/>
          <p:nvPr/>
        </p:nvSpPr>
        <p:spPr bwMode="gray">
          <a:xfrm>
            <a:off x="8054975" y="4708361"/>
            <a:ext cx="2633663" cy="830997"/>
          </a:xfrm>
          <a:prstGeom prst="rect">
            <a:avLst/>
          </a:prstGeom>
          <a:noFill/>
        </p:spPr>
        <p:txBody>
          <a:bodyPr wrap="square" lIns="0" tIns="0" rIns="0" bIns="0" rtlCol="0" anchor="t" anchorCtr="0">
            <a:spAutoFit/>
          </a:bodyPr>
          <a:lstStyle/>
          <a:p>
            <a:pPr>
              <a:spcAft>
                <a:spcPts val="300"/>
              </a:spcAft>
            </a:pPr>
            <a:r>
              <a:rPr lang="en-US" b="1" dirty="0"/>
              <a:t>Networking opportunities with healthcare professionals and investors</a:t>
            </a:r>
          </a:p>
        </p:txBody>
      </p:sp>
      <p:sp>
        <p:nvSpPr>
          <p:cNvPr id="8" name="TextBox 118">
            <a:extLst>
              <a:ext uri="{FF2B5EF4-FFF2-40B4-BE49-F238E27FC236}">
                <a16:creationId xmlns:a16="http://schemas.microsoft.com/office/drawing/2014/main" id="{024345B1-CB59-F908-844F-5E111C075623}"/>
              </a:ext>
            </a:extLst>
          </p:cNvPr>
          <p:cNvSpPr txBox="1"/>
          <p:nvPr/>
        </p:nvSpPr>
        <p:spPr bwMode="gray">
          <a:xfrm>
            <a:off x="1481137" y="1951330"/>
            <a:ext cx="2633663" cy="553998"/>
          </a:xfrm>
          <a:prstGeom prst="rect">
            <a:avLst/>
          </a:prstGeom>
          <a:noFill/>
        </p:spPr>
        <p:txBody>
          <a:bodyPr wrap="square" lIns="0" tIns="0" rIns="0" bIns="0" rtlCol="0" anchor="t" anchorCtr="0">
            <a:spAutoFit/>
          </a:bodyPr>
          <a:lstStyle/>
          <a:p>
            <a:pPr>
              <a:spcAft>
                <a:spcPts val="300"/>
              </a:spcAft>
            </a:pPr>
            <a:r>
              <a:rPr lang="en-US" b="1" dirty="0"/>
              <a:t>Innovation Tools and Methodologies</a:t>
            </a:r>
          </a:p>
        </p:txBody>
      </p:sp>
      <p:sp>
        <p:nvSpPr>
          <p:cNvPr id="9" name="TextBox 119">
            <a:extLst>
              <a:ext uri="{FF2B5EF4-FFF2-40B4-BE49-F238E27FC236}">
                <a16:creationId xmlns:a16="http://schemas.microsoft.com/office/drawing/2014/main" id="{AD24125A-53DD-2AC0-8480-E1A65079ED60}"/>
              </a:ext>
            </a:extLst>
          </p:cNvPr>
          <p:cNvSpPr txBox="1"/>
          <p:nvPr/>
        </p:nvSpPr>
        <p:spPr bwMode="gray">
          <a:xfrm>
            <a:off x="1481137" y="3537595"/>
            <a:ext cx="2633663" cy="276999"/>
          </a:xfrm>
          <a:prstGeom prst="rect">
            <a:avLst/>
          </a:prstGeom>
          <a:noFill/>
        </p:spPr>
        <p:txBody>
          <a:bodyPr wrap="square" lIns="0" tIns="0" rIns="0" bIns="0" rtlCol="0" anchor="t" anchorCtr="0">
            <a:spAutoFit/>
          </a:bodyPr>
          <a:lstStyle/>
          <a:p>
            <a:pPr>
              <a:spcAft>
                <a:spcPts val="300"/>
              </a:spcAft>
            </a:pPr>
            <a:r>
              <a:rPr lang="en-US" b="1" dirty="0"/>
              <a:t>Clinical Emersion</a:t>
            </a:r>
          </a:p>
        </p:txBody>
      </p:sp>
      <p:sp>
        <p:nvSpPr>
          <p:cNvPr id="10" name="TextBox 120">
            <a:extLst>
              <a:ext uri="{FF2B5EF4-FFF2-40B4-BE49-F238E27FC236}">
                <a16:creationId xmlns:a16="http://schemas.microsoft.com/office/drawing/2014/main" id="{80ADF24B-9D72-EDF3-EDB9-BA3632075DB6}"/>
              </a:ext>
            </a:extLst>
          </p:cNvPr>
          <p:cNvSpPr txBox="1"/>
          <p:nvPr/>
        </p:nvSpPr>
        <p:spPr bwMode="gray">
          <a:xfrm>
            <a:off x="1481137" y="4985360"/>
            <a:ext cx="2633663" cy="276999"/>
          </a:xfrm>
          <a:prstGeom prst="rect">
            <a:avLst/>
          </a:prstGeom>
          <a:noFill/>
        </p:spPr>
        <p:txBody>
          <a:bodyPr wrap="square" lIns="0" tIns="0" rIns="0" bIns="0" rtlCol="0" anchor="t" anchorCtr="0">
            <a:spAutoFit/>
          </a:bodyPr>
          <a:lstStyle/>
          <a:p>
            <a:pPr>
              <a:spcAft>
                <a:spcPts val="300"/>
              </a:spcAft>
            </a:pPr>
            <a:r>
              <a:rPr lang="en-US" b="1" dirty="0"/>
              <a:t>POC Development Support</a:t>
            </a:r>
          </a:p>
        </p:txBody>
      </p:sp>
      <p:grpSp>
        <p:nvGrpSpPr>
          <p:cNvPr id="11" name="Group 153">
            <a:extLst>
              <a:ext uri="{FF2B5EF4-FFF2-40B4-BE49-F238E27FC236}">
                <a16:creationId xmlns:a16="http://schemas.microsoft.com/office/drawing/2014/main" id="{A257F694-BE6A-12FA-A4E5-39BE487DBFEB}"/>
              </a:ext>
            </a:extLst>
          </p:cNvPr>
          <p:cNvGrpSpPr/>
          <p:nvPr/>
        </p:nvGrpSpPr>
        <p:grpSpPr bwMode="gray">
          <a:xfrm>
            <a:off x="4391341" y="2302190"/>
            <a:ext cx="3381060" cy="3381056"/>
            <a:chOff x="3957778" y="1768616"/>
            <a:chExt cx="4276445" cy="4276442"/>
          </a:xfrm>
        </p:grpSpPr>
        <p:sp>
          <p:nvSpPr>
            <p:cNvPr id="12" name="Arc 5">
              <a:extLst>
                <a:ext uri="{FF2B5EF4-FFF2-40B4-BE49-F238E27FC236}">
                  <a16:creationId xmlns:a16="http://schemas.microsoft.com/office/drawing/2014/main" id="{8F8CBA27-AD31-7C3D-25D6-39191C2FAC17}"/>
                </a:ext>
              </a:extLst>
            </p:cNvPr>
            <p:cNvSpPr/>
            <p:nvPr/>
          </p:nvSpPr>
          <p:spPr bwMode="gray">
            <a:xfrm>
              <a:off x="3957778" y="1768616"/>
              <a:ext cx="4276445" cy="4276442"/>
            </a:xfrm>
            <a:prstGeom prst="arc">
              <a:avLst>
                <a:gd name="adj1" fmla="val 14413990"/>
                <a:gd name="adj2" fmla="val 18110226"/>
              </a:avLst>
            </a:prstGeom>
            <a:noFill/>
            <a:ln w="190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Arc 15">
              <a:extLst>
                <a:ext uri="{FF2B5EF4-FFF2-40B4-BE49-F238E27FC236}">
                  <a16:creationId xmlns:a16="http://schemas.microsoft.com/office/drawing/2014/main" id="{7368F3BC-FC80-3957-EB72-379FA1811B90}"/>
                </a:ext>
              </a:extLst>
            </p:cNvPr>
            <p:cNvSpPr/>
            <p:nvPr/>
          </p:nvSpPr>
          <p:spPr bwMode="gray">
            <a:xfrm>
              <a:off x="3957778" y="1768616"/>
              <a:ext cx="4276445" cy="4276442"/>
            </a:xfrm>
            <a:prstGeom prst="arc">
              <a:avLst>
                <a:gd name="adj1" fmla="val 18118069"/>
                <a:gd name="adj2" fmla="val 21596223"/>
              </a:avLst>
            </a:prstGeom>
            <a:noFill/>
            <a:ln w="190500">
              <a:solidFill>
                <a:srgbClr val="EFB4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Arc 16">
              <a:extLst>
                <a:ext uri="{FF2B5EF4-FFF2-40B4-BE49-F238E27FC236}">
                  <a16:creationId xmlns:a16="http://schemas.microsoft.com/office/drawing/2014/main" id="{51FE73A1-1BB7-8E6F-F878-5444E0CB6B6D}"/>
                </a:ext>
              </a:extLst>
            </p:cNvPr>
            <p:cNvSpPr/>
            <p:nvPr/>
          </p:nvSpPr>
          <p:spPr bwMode="gray">
            <a:xfrm>
              <a:off x="3957778" y="1768616"/>
              <a:ext cx="4276445" cy="4276442"/>
            </a:xfrm>
            <a:prstGeom prst="arc">
              <a:avLst>
                <a:gd name="adj1" fmla="val 7243190"/>
                <a:gd name="adj2" fmla="val 10805400"/>
              </a:avLst>
            </a:prstGeom>
            <a:noFill/>
            <a:ln w="190500">
              <a:solidFill>
                <a:srgbClr val="4C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Arc 17">
              <a:extLst>
                <a:ext uri="{FF2B5EF4-FFF2-40B4-BE49-F238E27FC236}">
                  <a16:creationId xmlns:a16="http://schemas.microsoft.com/office/drawing/2014/main" id="{6EDC32F6-676C-0433-4C06-C06263119CE6}"/>
                </a:ext>
              </a:extLst>
            </p:cNvPr>
            <p:cNvSpPr/>
            <p:nvPr/>
          </p:nvSpPr>
          <p:spPr bwMode="gray">
            <a:xfrm>
              <a:off x="3957778" y="1768616"/>
              <a:ext cx="4276445" cy="4276442"/>
            </a:xfrm>
            <a:prstGeom prst="arc">
              <a:avLst>
                <a:gd name="adj1" fmla="val 10805770"/>
                <a:gd name="adj2" fmla="val 14414734"/>
              </a:avLst>
            </a:prstGeom>
            <a:noFill/>
            <a:ln w="190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Arc 145">
              <a:extLst>
                <a:ext uri="{FF2B5EF4-FFF2-40B4-BE49-F238E27FC236}">
                  <a16:creationId xmlns:a16="http://schemas.microsoft.com/office/drawing/2014/main" id="{696546A7-8129-4890-4BAA-C9FFD7758BB6}"/>
                </a:ext>
              </a:extLst>
            </p:cNvPr>
            <p:cNvSpPr/>
            <p:nvPr/>
          </p:nvSpPr>
          <p:spPr bwMode="gray">
            <a:xfrm>
              <a:off x="3957778" y="1768616"/>
              <a:ext cx="4276445" cy="4276442"/>
            </a:xfrm>
            <a:prstGeom prst="arc">
              <a:avLst>
                <a:gd name="adj1" fmla="val 3363286"/>
                <a:gd name="adj2" fmla="val 7248584"/>
              </a:avLst>
            </a:prstGeom>
            <a:noFill/>
            <a:ln w="190500">
              <a:solidFill>
                <a:srgbClr val="4C46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c 146">
              <a:extLst>
                <a:ext uri="{FF2B5EF4-FFF2-40B4-BE49-F238E27FC236}">
                  <a16:creationId xmlns:a16="http://schemas.microsoft.com/office/drawing/2014/main" id="{511834B2-0378-6861-0BD5-230C77E4DCBF}"/>
                </a:ext>
              </a:extLst>
            </p:cNvPr>
            <p:cNvSpPr/>
            <p:nvPr/>
          </p:nvSpPr>
          <p:spPr bwMode="gray">
            <a:xfrm>
              <a:off x="3957778" y="1768616"/>
              <a:ext cx="4276445" cy="4276442"/>
            </a:xfrm>
            <a:prstGeom prst="arc">
              <a:avLst>
                <a:gd name="adj1" fmla="val 21599342"/>
                <a:gd name="adj2" fmla="val 3357614"/>
              </a:avLst>
            </a:prstGeom>
            <a:noFill/>
            <a:ln w="190500">
              <a:solidFill>
                <a:srgbClr val="EFB4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66">
            <a:extLst>
              <a:ext uri="{FF2B5EF4-FFF2-40B4-BE49-F238E27FC236}">
                <a16:creationId xmlns:a16="http://schemas.microsoft.com/office/drawing/2014/main" id="{876DF937-826A-02D6-3749-E15423624B92}"/>
              </a:ext>
            </a:extLst>
          </p:cNvPr>
          <p:cNvGrpSpPr/>
          <p:nvPr/>
        </p:nvGrpSpPr>
        <p:grpSpPr bwMode="gray">
          <a:xfrm>
            <a:off x="4767299" y="3238788"/>
            <a:ext cx="2461697" cy="1628674"/>
            <a:chOff x="4767299" y="3238788"/>
            <a:chExt cx="2461697" cy="1628674"/>
          </a:xfrm>
        </p:grpSpPr>
        <p:pic>
          <p:nvPicPr>
            <p:cNvPr id="19" name="Graphic 155">
              <a:extLst>
                <a:ext uri="{FF2B5EF4-FFF2-40B4-BE49-F238E27FC236}">
                  <a16:creationId xmlns:a16="http://schemas.microsoft.com/office/drawing/2014/main" id="{649CCDBA-C5D4-51E3-4C18-22565597ADDA}"/>
                </a:ext>
              </a:extLst>
            </p:cNvPr>
            <p:cNvPicPr>
              <a:picLocks noChangeAspect="1"/>
            </p:cNvPicPr>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5446674" y="3238788"/>
              <a:ext cx="1782322" cy="1628674"/>
            </a:xfrm>
            <a:prstGeom prst="rect">
              <a:avLst/>
            </a:prstGeom>
          </p:spPr>
        </p:pic>
        <p:grpSp>
          <p:nvGrpSpPr>
            <p:cNvPr id="20" name="Group 156">
              <a:extLst>
                <a:ext uri="{FF2B5EF4-FFF2-40B4-BE49-F238E27FC236}">
                  <a16:creationId xmlns:a16="http://schemas.microsoft.com/office/drawing/2014/main" id="{F3D5C18D-98C5-ADA5-255C-74DDDBFB2B39}"/>
                </a:ext>
              </a:extLst>
            </p:cNvPr>
            <p:cNvGrpSpPr/>
            <p:nvPr/>
          </p:nvGrpSpPr>
          <p:grpSpPr bwMode="gray">
            <a:xfrm>
              <a:off x="4991222" y="3740086"/>
              <a:ext cx="1848644" cy="1127376"/>
              <a:chOff x="1731161" y="1909286"/>
              <a:chExt cx="1688793" cy="1029893"/>
            </a:xfrm>
          </p:grpSpPr>
          <p:sp>
            <p:nvSpPr>
              <p:cNvPr id="27" name="Freeform 117">
                <a:extLst>
                  <a:ext uri="{FF2B5EF4-FFF2-40B4-BE49-F238E27FC236}">
                    <a16:creationId xmlns:a16="http://schemas.microsoft.com/office/drawing/2014/main" id="{383EED91-D995-C619-6378-56AFC6747FC2}"/>
                  </a:ext>
                </a:extLst>
              </p:cNvPr>
              <p:cNvSpPr>
                <a:spLocks/>
              </p:cNvSpPr>
              <p:nvPr/>
            </p:nvSpPr>
            <p:spPr bwMode="gray">
              <a:xfrm>
                <a:off x="1731161" y="1909286"/>
                <a:ext cx="1688793" cy="1029886"/>
              </a:xfrm>
              <a:custGeom>
                <a:avLst/>
                <a:gdLst>
                  <a:gd name="T0" fmla="*/ 109 w 305"/>
                  <a:gd name="T1" fmla="*/ 0 h 186"/>
                  <a:gd name="T2" fmla="*/ 105 w 305"/>
                  <a:gd name="T3" fmla="*/ 12 h 186"/>
                  <a:gd name="T4" fmla="*/ 94 w 305"/>
                  <a:gd name="T5" fmla="*/ 12 h 186"/>
                  <a:gd name="T6" fmla="*/ 94 w 305"/>
                  <a:gd name="T7" fmla="*/ 85 h 186"/>
                  <a:gd name="T8" fmla="*/ 35 w 305"/>
                  <a:gd name="T9" fmla="*/ 85 h 186"/>
                  <a:gd name="T10" fmla="*/ 35 w 305"/>
                  <a:gd name="T11" fmla="*/ 158 h 186"/>
                  <a:gd name="T12" fmla="*/ 47 w 305"/>
                  <a:gd name="T13" fmla="*/ 158 h 186"/>
                  <a:gd name="T14" fmla="*/ 47 w 305"/>
                  <a:gd name="T15" fmla="*/ 165 h 186"/>
                  <a:gd name="T16" fmla="*/ 0 w 305"/>
                  <a:gd name="T17" fmla="*/ 165 h 186"/>
                  <a:gd name="T18" fmla="*/ 0 w 305"/>
                  <a:gd name="T19" fmla="*/ 186 h 186"/>
                  <a:gd name="T20" fmla="*/ 305 w 305"/>
                  <a:gd name="T21" fmla="*/ 186 h 186"/>
                  <a:gd name="T22" fmla="*/ 305 w 305"/>
                  <a:gd name="T23" fmla="*/ 165 h 186"/>
                  <a:gd name="T24" fmla="*/ 282 w 305"/>
                  <a:gd name="T25" fmla="*/ 165 h 186"/>
                  <a:gd name="T26" fmla="*/ 282 w 305"/>
                  <a:gd name="T27" fmla="*/ 158 h 186"/>
                  <a:gd name="T28" fmla="*/ 282 w 305"/>
                  <a:gd name="T29" fmla="*/ 85 h 186"/>
                  <a:gd name="T30" fmla="*/ 153 w 305"/>
                  <a:gd name="T31" fmla="*/ 85 h 186"/>
                  <a:gd name="T32" fmla="*/ 153 w 305"/>
                  <a:gd name="T33" fmla="*/ 12 h 186"/>
                  <a:gd name="T34" fmla="*/ 141 w 305"/>
                  <a:gd name="T35" fmla="*/ 12 h 186"/>
                  <a:gd name="T36" fmla="*/ 138 w 305"/>
                  <a:gd name="T37" fmla="*/ 0 h 186"/>
                  <a:gd name="T38" fmla="*/ 109 w 305"/>
                  <a:gd name="T3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5" h="186">
                    <a:moveTo>
                      <a:pt x="109" y="0"/>
                    </a:moveTo>
                    <a:lnTo>
                      <a:pt x="105" y="12"/>
                    </a:lnTo>
                    <a:lnTo>
                      <a:pt x="94" y="12"/>
                    </a:lnTo>
                    <a:lnTo>
                      <a:pt x="94" y="85"/>
                    </a:lnTo>
                    <a:lnTo>
                      <a:pt x="35" y="85"/>
                    </a:lnTo>
                    <a:lnTo>
                      <a:pt x="35" y="158"/>
                    </a:lnTo>
                    <a:lnTo>
                      <a:pt x="47" y="158"/>
                    </a:lnTo>
                    <a:lnTo>
                      <a:pt x="47" y="165"/>
                    </a:lnTo>
                    <a:lnTo>
                      <a:pt x="0" y="165"/>
                    </a:lnTo>
                    <a:lnTo>
                      <a:pt x="0" y="186"/>
                    </a:lnTo>
                    <a:lnTo>
                      <a:pt x="305" y="186"/>
                    </a:lnTo>
                    <a:lnTo>
                      <a:pt x="305" y="165"/>
                    </a:lnTo>
                    <a:lnTo>
                      <a:pt x="282" y="165"/>
                    </a:lnTo>
                    <a:lnTo>
                      <a:pt x="282" y="158"/>
                    </a:lnTo>
                    <a:lnTo>
                      <a:pt x="282" y="85"/>
                    </a:lnTo>
                    <a:lnTo>
                      <a:pt x="153" y="85"/>
                    </a:lnTo>
                    <a:lnTo>
                      <a:pt x="153" y="12"/>
                    </a:lnTo>
                    <a:lnTo>
                      <a:pt x="141" y="12"/>
                    </a:lnTo>
                    <a:lnTo>
                      <a:pt x="138" y="0"/>
                    </a:lnTo>
                    <a:lnTo>
                      <a:pt x="109" y="0"/>
                    </a:lnTo>
                    <a:close/>
                  </a:path>
                </a:pathLst>
              </a:custGeom>
              <a:solidFill>
                <a:srgbClr val="80808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891" dirty="0"/>
              </a:p>
            </p:txBody>
          </p:sp>
          <p:sp>
            <p:nvSpPr>
              <p:cNvPr id="28" name="Freeform 118">
                <a:extLst>
                  <a:ext uri="{FF2B5EF4-FFF2-40B4-BE49-F238E27FC236}">
                    <a16:creationId xmlns:a16="http://schemas.microsoft.com/office/drawing/2014/main" id="{8A706304-4BC1-B376-0464-C3C73A533369}"/>
                  </a:ext>
                </a:extLst>
              </p:cNvPr>
              <p:cNvSpPr>
                <a:spLocks noEditPoints="1"/>
              </p:cNvSpPr>
              <p:nvPr/>
            </p:nvSpPr>
            <p:spPr bwMode="gray">
              <a:xfrm>
                <a:off x="1753306" y="1931441"/>
                <a:ext cx="1666645" cy="1007738"/>
              </a:xfrm>
              <a:custGeom>
                <a:avLst/>
                <a:gdLst>
                  <a:gd name="T0" fmla="*/ 1123 w 2925"/>
                  <a:gd name="T1" fmla="*/ 111 h 1768"/>
                  <a:gd name="T2" fmla="*/ 1178 w 2925"/>
                  <a:gd name="T3" fmla="*/ 0 h 1768"/>
                  <a:gd name="T4" fmla="*/ 2701 w 2925"/>
                  <a:gd name="T5" fmla="*/ 827 h 1768"/>
                  <a:gd name="T6" fmla="*/ 2233 w 2925"/>
                  <a:gd name="T7" fmla="*/ 827 h 1768"/>
                  <a:gd name="T8" fmla="*/ 394 w 2925"/>
                  <a:gd name="T9" fmla="*/ 827 h 1768"/>
                  <a:gd name="T10" fmla="*/ 1074 w 2925"/>
                  <a:gd name="T11" fmla="*/ 827 h 1768"/>
                  <a:gd name="T12" fmla="*/ 1181 w 2925"/>
                  <a:gd name="T13" fmla="*/ 875 h 1768"/>
                  <a:gd name="T14" fmla="*/ 2701 w 2925"/>
                  <a:gd name="T15" fmla="*/ 933 h 1768"/>
                  <a:gd name="T16" fmla="*/ 2233 w 2925"/>
                  <a:gd name="T17" fmla="*/ 933 h 1768"/>
                  <a:gd name="T18" fmla="*/ 394 w 2925"/>
                  <a:gd name="T19" fmla="*/ 933 h 1768"/>
                  <a:gd name="T20" fmla="*/ 1074 w 2925"/>
                  <a:gd name="T21" fmla="*/ 933 h 1768"/>
                  <a:gd name="T22" fmla="*/ 1181 w 2925"/>
                  <a:gd name="T23" fmla="*/ 980 h 1768"/>
                  <a:gd name="T24" fmla="*/ 2701 w 2925"/>
                  <a:gd name="T25" fmla="*/ 1038 h 1768"/>
                  <a:gd name="T26" fmla="*/ 2233 w 2925"/>
                  <a:gd name="T27" fmla="*/ 1038 h 1768"/>
                  <a:gd name="T28" fmla="*/ 394 w 2925"/>
                  <a:gd name="T29" fmla="*/ 1038 h 1768"/>
                  <a:gd name="T30" fmla="*/ 1074 w 2925"/>
                  <a:gd name="T31" fmla="*/ 1038 h 1768"/>
                  <a:gd name="T32" fmla="*/ 1181 w 2925"/>
                  <a:gd name="T33" fmla="*/ 1086 h 1768"/>
                  <a:gd name="T34" fmla="*/ 2701 w 2925"/>
                  <a:gd name="T35" fmla="*/ 1144 h 1768"/>
                  <a:gd name="T36" fmla="*/ 2233 w 2925"/>
                  <a:gd name="T37" fmla="*/ 1144 h 1768"/>
                  <a:gd name="T38" fmla="*/ 394 w 2925"/>
                  <a:gd name="T39" fmla="*/ 1144 h 1768"/>
                  <a:gd name="T40" fmla="*/ 1074 w 2925"/>
                  <a:gd name="T41" fmla="*/ 1144 h 1768"/>
                  <a:gd name="T42" fmla="*/ 1181 w 2925"/>
                  <a:gd name="T43" fmla="*/ 1191 h 1768"/>
                  <a:gd name="T44" fmla="*/ 2701 w 2925"/>
                  <a:gd name="T45" fmla="*/ 1249 h 1768"/>
                  <a:gd name="T46" fmla="*/ 2233 w 2925"/>
                  <a:gd name="T47" fmla="*/ 1249 h 1768"/>
                  <a:gd name="T48" fmla="*/ 394 w 2925"/>
                  <a:gd name="T49" fmla="*/ 1249 h 1768"/>
                  <a:gd name="T50" fmla="*/ 1074 w 2925"/>
                  <a:gd name="T51" fmla="*/ 1249 h 1768"/>
                  <a:gd name="T52" fmla="*/ 1181 w 2925"/>
                  <a:gd name="T53" fmla="*/ 1296 h 1768"/>
                  <a:gd name="T54" fmla="*/ 2701 w 2925"/>
                  <a:gd name="T55" fmla="*/ 1355 h 1768"/>
                  <a:gd name="T56" fmla="*/ 2233 w 2925"/>
                  <a:gd name="T57" fmla="*/ 1355 h 1768"/>
                  <a:gd name="T58" fmla="*/ 394 w 2925"/>
                  <a:gd name="T59" fmla="*/ 1355 h 1768"/>
                  <a:gd name="T60" fmla="*/ 1074 w 2925"/>
                  <a:gd name="T61" fmla="*/ 1355 h 1768"/>
                  <a:gd name="T62" fmla="*/ 1181 w 2925"/>
                  <a:gd name="T63" fmla="*/ 1402 h 1768"/>
                  <a:gd name="T64" fmla="*/ 1177 w 2925"/>
                  <a:gd name="T65" fmla="*/ 195 h 1768"/>
                  <a:gd name="T66" fmla="*/ 1080 w 2925"/>
                  <a:gd name="T67" fmla="*/ 195 h 1768"/>
                  <a:gd name="T68" fmla="*/ 1443 w 2925"/>
                  <a:gd name="T69" fmla="*/ 242 h 1768"/>
                  <a:gd name="T70" fmla="*/ 1177 w 2925"/>
                  <a:gd name="T71" fmla="*/ 300 h 1768"/>
                  <a:gd name="T72" fmla="*/ 1080 w 2925"/>
                  <a:gd name="T73" fmla="*/ 300 h 1768"/>
                  <a:gd name="T74" fmla="*/ 1443 w 2925"/>
                  <a:gd name="T75" fmla="*/ 347 h 1768"/>
                  <a:gd name="T76" fmla="*/ 1177 w 2925"/>
                  <a:gd name="T77" fmla="*/ 405 h 1768"/>
                  <a:gd name="T78" fmla="*/ 1080 w 2925"/>
                  <a:gd name="T79" fmla="*/ 405 h 1768"/>
                  <a:gd name="T80" fmla="*/ 1443 w 2925"/>
                  <a:gd name="T81" fmla="*/ 453 h 1768"/>
                  <a:gd name="T82" fmla="*/ 1177 w 2925"/>
                  <a:gd name="T83" fmla="*/ 511 h 1768"/>
                  <a:gd name="T84" fmla="*/ 1080 w 2925"/>
                  <a:gd name="T85" fmla="*/ 511 h 1768"/>
                  <a:gd name="T86" fmla="*/ 1443 w 2925"/>
                  <a:gd name="T87" fmla="*/ 558 h 1768"/>
                  <a:gd name="T88" fmla="*/ 1177 w 2925"/>
                  <a:gd name="T89" fmla="*/ 616 h 1768"/>
                  <a:gd name="T90" fmla="*/ 1080 w 2925"/>
                  <a:gd name="T91" fmla="*/ 616 h 1768"/>
                  <a:gd name="T92" fmla="*/ 1443 w 2925"/>
                  <a:gd name="T93" fmla="*/ 664 h 1768"/>
                  <a:gd name="T94" fmla="*/ 1173 w 2925"/>
                  <a:gd name="T95" fmla="*/ 722 h 1768"/>
                  <a:gd name="T96" fmla="*/ 1075 w 2925"/>
                  <a:gd name="T97" fmla="*/ 722 h 1768"/>
                  <a:gd name="T98" fmla="*/ 1443 w 2925"/>
                  <a:gd name="T99" fmla="*/ 769 h 1768"/>
                  <a:gd name="T100" fmla="*/ 2308 w 2925"/>
                  <a:gd name="T101" fmla="*/ 1721 h 1768"/>
                  <a:gd name="T102" fmla="*/ 2925 w 2925"/>
                  <a:gd name="T103" fmla="*/ 1721 h 1768"/>
                  <a:gd name="T104" fmla="*/ 1091 w 2925"/>
                  <a:gd name="T105" fmla="*/ 1721 h 1768"/>
                  <a:gd name="T106" fmla="*/ 2233 w 2925"/>
                  <a:gd name="T107" fmla="*/ 1605 h 1768"/>
                  <a:gd name="T108" fmla="*/ 0 w 2925"/>
                  <a:gd name="T109" fmla="*/ 1722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25" h="1768">
                    <a:moveTo>
                      <a:pt x="1234" y="111"/>
                    </a:moveTo>
                    <a:lnTo>
                      <a:pt x="1178" y="111"/>
                    </a:lnTo>
                    <a:lnTo>
                      <a:pt x="1178" y="166"/>
                    </a:lnTo>
                    <a:lnTo>
                      <a:pt x="1123" y="166"/>
                    </a:lnTo>
                    <a:lnTo>
                      <a:pt x="1123" y="111"/>
                    </a:lnTo>
                    <a:lnTo>
                      <a:pt x="1067" y="111"/>
                    </a:lnTo>
                    <a:lnTo>
                      <a:pt x="1067" y="56"/>
                    </a:lnTo>
                    <a:lnTo>
                      <a:pt x="1123" y="56"/>
                    </a:lnTo>
                    <a:lnTo>
                      <a:pt x="1123" y="0"/>
                    </a:lnTo>
                    <a:lnTo>
                      <a:pt x="1178" y="0"/>
                    </a:lnTo>
                    <a:lnTo>
                      <a:pt x="1178" y="56"/>
                    </a:lnTo>
                    <a:lnTo>
                      <a:pt x="1234" y="56"/>
                    </a:lnTo>
                    <a:lnTo>
                      <a:pt x="1234" y="111"/>
                    </a:lnTo>
                    <a:close/>
                    <a:moveTo>
                      <a:pt x="2308" y="827"/>
                    </a:moveTo>
                    <a:lnTo>
                      <a:pt x="2701" y="827"/>
                    </a:lnTo>
                    <a:lnTo>
                      <a:pt x="2701" y="875"/>
                    </a:lnTo>
                    <a:lnTo>
                      <a:pt x="2308" y="875"/>
                    </a:lnTo>
                    <a:lnTo>
                      <a:pt x="2308" y="827"/>
                    </a:lnTo>
                    <a:close/>
                    <a:moveTo>
                      <a:pt x="1234" y="827"/>
                    </a:moveTo>
                    <a:lnTo>
                      <a:pt x="2233" y="827"/>
                    </a:lnTo>
                    <a:lnTo>
                      <a:pt x="2233" y="875"/>
                    </a:lnTo>
                    <a:lnTo>
                      <a:pt x="1234" y="875"/>
                    </a:lnTo>
                    <a:lnTo>
                      <a:pt x="1234" y="827"/>
                    </a:lnTo>
                    <a:close/>
                    <a:moveTo>
                      <a:pt x="341" y="827"/>
                    </a:moveTo>
                    <a:lnTo>
                      <a:pt x="394" y="827"/>
                    </a:lnTo>
                    <a:lnTo>
                      <a:pt x="394" y="875"/>
                    </a:lnTo>
                    <a:lnTo>
                      <a:pt x="341" y="875"/>
                    </a:lnTo>
                    <a:lnTo>
                      <a:pt x="341" y="827"/>
                    </a:lnTo>
                    <a:close/>
                    <a:moveTo>
                      <a:pt x="415" y="827"/>
                    </a:moveTo>
                    <a:lnTo>
                      <a:pt x="1074" y="827"/>
                    </a:lnTo>
                    <a:lnTo>
                      <a:pt x="1074" y="875"/>
                    </a:lnTo>
                    <a:lnTo>
                      <a:pt x="415" y="875"/>
                    </a:lnTo>
                    <a:lnTo>
                      <a:pt x="415" y="827"/>
                    </a:lnTo>
                    <a:close/>
                    <a:moveTo>
                      <a:pt x="1127" y="875"/>
                    </a:moveTo>
                    <a:lnTo>
                      <a:pt x="1181" y="875"/>
                    </a:lnTo>
                    <a:lnTo>
                      <a:pt x="1181" y="827"/>
                    </a:lnTo>
                    <a:lnTo>
                      <a:pt x="1127" y="827"/>
                    </a:lnTo>
                    <a:lnTo>
                      <a:pt x="1127" y="875"/>
                    </a:lnTo>
                    <a:close/>
                    <a:moveTo>
                      <a:pt x="2308" y="933"/>
                    </a:moveTo>
                    <a:lnTo>
                      <a:pt x="2701" y="933"/>
                    </a:lnTo>
                    <a:lnTo>
                      <a:pt x="2701" y="980"/>
                    </a:lnTo>
                    <a:lnTo>
                      <a:pt x="2308" y="980"/>
                    </a:lnTo>
                    <a:lnTo>
                      <a:pt x="2308" y="933"/>
                    </a:lnTo>
                    <a:close/>
                    <a:moveTo>
                      <a:pt x="1234" y="933"/>
                    </a:moveTo>
                    <a:lnTo>
                      <a:pt x="2233" y="933"/>
                    </a:lnTo>
                    <a:lnTo>
                      <a:pt x="2233" y="980"/>
                    </a:lnTo>
                    <a:lnTo>
                      <a:pt x="1234" y="980"/>
                    </a:lnTo>
                    <a:lnTo>
                      <a:pt x="1234" y="933"/>
                    </a:lnTo>
                    <a:close/>
                    <a:moveTo>
                      <a:pt x="341" y="933"/>
                    </a:moveTo>
                    <a:lnTo>
                      <a:pt x="394" y="933"/>
                    </a:lnTo>
                    <a:lnTo>
                      <a:pt x="394" y="980"/>
                    </a:lnTo>
                    <a:lnTo>
                      <a:pt x="341" y="980"/>
                    </a:lnTo>
                    <a:lnTo>
                      <a:pt x="341" y="933"/>
                    </a:lnTo>
                    <a:close/>
                    <a:moveTo>
                      <a:pt x="415" y="933"/>
                    </a:moveTo>
                    <a:lnTo>
                      <a:pt x="1074" y="933"/>
                    </a:lnTo>
                    <a:lnTo>
                      <a:pt x="1074" y="980"/>
                    </a:lnTo>
                    <a:lnTo>
                      <a:pt x="415" y="980"/>
                    </a:lnTo>
                    <a:lnTo>
                      <a:pt x="415" y="933"/>
                    </a:lnTo>
                    <a:close/>
                    <a:moveTo>
                      <a:pt x="1127" y="980"/>
                    </a:moveTo>
                    <a:lnTo>
                      <a:pt x="1181" y="980"/>
                    </a:lnTo>
                    <a:lnTo>
                      <a:pt x="1181" y="933"/>
                    </a:lnTo>
                    <a:lnTo>
                      <a:pt x="1127" y="933"/>
                    </a:lnTo>
                    <a:lnTo>
                      <a:pt x="1127" y="980"/>
                    </a:lnTo>
                    <a:close/>
                    <a:moveTo>
                      <a:pt x="2308" y="1038"/>
                    </a:moveTo>
                    <a:lnTo>
                      <a:pt x="2701" y="1038"/>
                    </a:lnTo>
                    <a:lnTo>
                      <a:pt x="2701" y="1086"/>
                    </a:lnTo>
                    <a:lnTo>
                      <a:pt x="2308" y="1086"/>
                    </a:lnTo>
                    <a:lnTo>
                      <a:pt x="2308" y="1038"/>
                    </a:lnTo>
                    <a:close/>
                    <a:moveTo>
                      <a:pt x="1234" y="1038"/>
                    </a:moveTo>
                    <a:lnTo>
                      <a:pt x="2233" y="1038"/>
                    </a:lnTo>
                    <a:lnTo>
                      <a:pt x="2233" y="1086"/>
                    </a:lnTo>
                    <a:lnTo>
                      <a:pt x="1234" y="1086"/>
                    </a:lnTo>
                    <a:lnTo>
                      <a:pt x="1234" y="1038"/>
                    </a:lnTo>
                    <a:close/>
                    <a:moveTo>
                      <a:pt x="341" y="1038"/>
                    </a:moveTo>
                    <a:lnTo>
                      <a:pt x="394" y="1038"/>
                    </a:lnTo>
                    <a:lnTo>
                      <a:pt x="394" y="1086"/>
                    </a:lnTo>
                    <a:lnTo>
                      <a:pt x="341" y="1086"/>
                    </a:lnTo>
                    <a:lnTo>
                      <a:pt x="341" y="1038"/>
                    </a:lnTo>
                    <a:close/>
                    <a:moveTo>
                      <a:pt x="415" y="1038"/>
                    </a:moveTo>
                    <a:lnTo>
                      <a:pt x="1074" y="1038"/>
                    </a:lnTo>
                    <a:lnTo>
                      <a:pt x="1074" y="1086"/>
                    </a:lnTo>
                    <a:lnTo>
                      <a:pt x="415" y="1086"/>
                    </a:lnTo>
                    <a:lnTo>
                      <a:pt x="415" y="1038"/>
                    </a:lnTo>
                    <a:close/>
                    <a:moveTo>
                      <a:pt x="1127" y="1086"/>
                    </a:moveTo>
                    <a:lnTo>
                      <a:pt x="1181" y="1086"/>
                    </a:lnTo>
                    <a:lnTo>
                      <a:pt x="1181" y="1038"/>
                    </a:lnTo>
                    <a:lnTo>
                      <a:pt x="1127" y="1038"/>
                    </a:lnTo>
                    <a:lnTo>
                      <a:pt x="1127" y="1086"/>
                    </a:lnTo>
                    <a:close/>
                    <a:moveTo>
                      <a:pt x="2308" y="1144"/>
                    </a:moveTo>
                    <a:lnTo>
                      <a:pt x="2701" y="1144"/>
                    </a:lnTo>
                    <a:lnTo>
                      <a:pt x="2701" y="1191"/>
                    </a:lnTo>
                    <a:lnTo>
                      <a:pt x="2308" y="1191"/>
                    </a:lnTo>
                    <a:lnTo>
                      <a:pt x="2308" y="1144"/>
                    </a:lnTo>
                    <a:close/>
                    <a:moveTo>
                      <a:pt x="1234" y="1144"/>
                    </a:moveTo>
                    <a:lnTo>
                      <a:pt x="2233" y="1144"/>
                    </a:lnTo>
                    <a:lnTo>
                      <a:pt x="2233" y="1191"/>
                    </a:lnTo>
                    <a:lnTo>
                      <a:pt x="1234" y="1191"/>
                    </a:lnTo>
                    <a:lnTo>
                      <a:pt x="1234" y="1144"/>
                    </a:lnTo>
                    <a:close/>
                    <a:moveTo>
                      <a:pt x="341" y="1144"/>
                    </a:moveTo>
                    <a:lnTo>
                      <a:pt x="394" y="1144"/>
                    </a:lnTo>
                    <a:lnTo>
                      <a:pt x="394" y="1191"/>
                    </a:lnTo>
                    <a:lnTo>
                      <a:pt x="341" y="1191"/>
                    </a:lnTo>
                    <a:lnTo>
                      <a:pt x="341" y="1144"/>
                    </a:lnTo>
                    <a:close/>
                    <a:moveTo>
                      <a:pt x="415" y="1144"/>
                    </a:moveTo>
                    <a:lnTo>
                      <a:pt x="1074" y="1144"/>
                    </a:lnTo>
                    <a:lnTo>
                      <a:pt x="1074" y="1191"/>
                    </a:lnTo>
                    <a:lnTo>
                      <a:pt x="415" y="1191"/>
                    </a:lnTo>
                    <a:lnTo>
                      <a:pt x="415" y="1144"/>
                    </a:lnTo>
                    <a:close/>
                    <a:moveTo>
                      <a:pt x="1127" y="1191"/>
                    </a:moveTo>
                    <a:lnTo>
                      <a:pt x="1181" y="1191"/>
                    </a:lnTo>
                    <a:lnTo>
                      <a:pt x="1181" y="1144"/>
                    </a:lnTo>
                    <a:lnTo>
                      <a:pt x="1127" y="1144"/>
                    </a:lnTo>
                    <a:lnTo>
                      <a:pt x="1127" y="1191"/>
                    </a:lnTo>
                    <a:close/>
                    <a:moveTo>
                      <a:pt x="2308" y="1249"/>
                    </a:moveTo>
                    <a:lnTo>
                      <a:pt x="2701" y="1249"/>
                    </a:lnTo>
                    <a:lnTo>
                      <a:pt x="2701" y="1296"/>
                    </a:lnTo>
                    <a:lnTo>
                      <a:pt x="2308" y="1296"/>
                    </a:lnTo>
                    <a:lnTo>
                      <a:pt x="2308" y="1249"/>
                    </a:lnTo>
                    <a:close/>
                    <a:moveTo>
                      <a:pt x="1234" y="1249"/>
                    </a:moveTo>
                    <a:lnTo>
                      <a:pt x="2233" y="1249"/>
                    </a:lnTo>
                    <a:lnTo>
                      <a:pt x="2233" y="1296"/>
                    </a:lnTo>
                    <a:lnTo>
                      <a:pt x="1234" y="1296"/>
                    </a:lnTo>
                    <a:lnTo>
                      <a:pt x="1234" y="1249"/>
                    </a:lnTo>
                    <a:close/>
                    <a:moveTo>
                      <a:pt x="341" y="1249"/>
                    </a:moveTo>
                    <a:lnTo>
                      <a:pt x="394" y="1249"/>
                    </a:lnTo>
                    <a:lnTo>
                      <a:pt x="394" y="1296"/>
                    </a:lnTo>
                    <a:lnTo>
                      <a:pt x="341" y="1296"/>
                    </a:lnTo>
                    <a:lnTo>
                      <a:pt x="341" y="1249"/>
                    </a:lnTo>
                    <a:close/>
                    <a:moveTo>
                      <a:pt x="415" y="1249"/>
                    </a:moveTo>
                    <a:lnTo>
                      <a:pt x="1074" y="1249"/>
                    </a:lnTo>
                    <a:lnTo>
                      <a:pt x="1074" y="1296"/>
                    </a:lnTo>
                    <a:lnTo>
                      <a:pt x="415" y="1296"/>
                    </a:lnTo>
                    <a:lnTo>
                      <a:pt x="415" y="1249"/>
                    </a:lnTo>
                    <a:close/>
                    <a:moveTo>
                      <a:pt x="1127" y="1296"/>
                    </a:moveTo>
                    <a:lnTo>
                      <a:pt x="1181" y="1296"/>
                    </a:lnTo>
                    <a:lnTo>
                      <a:pt x="1181" y="1249"/>
                    </a:lnTo>
                    <a:lnTo>
                      <a:pt x="1127" y="1249"/>
                    </a:lnTo>
                    <a:lnTo>
                      <a:pt x="1127" y="1296"/>
                    </a:lnTo>
                    <a:close/>
                    <a:moveTo>
                      <a:pt x="2308" y="1355"/>
                    </a:moveTo>
                    <a:lnTo>
                      <a:pt x="2701" y="1355"/>
                    </a:lnTo>
                    <a:lnTo>
                      <a:pt x="2701" y="1402"/>
                    </a:lnTo>
                    <a:lnTo>
                      <a:pt x="2308" y="1402"/>
                    </a:lnTo>
                    <a:lnTo>
                      <a:pt x="2308" y="1355"/>
                    </a:lnTo>
                    <a:close/>
                    <a:moveTo>
                      <a:pt x="1234" y="1355"/>
                    </a:moveTo>
                    <a:lnTo>
                      <a:pt x="2233" y="1355"/>
                    </a:lnTo>
                    <a:lnTo>
                      <a:pt x="2233" y="1402"/>
                    </a:lnTo>
                    <a:lnTo>
                      <a:pt x="1234" y="1402"/>
                    </a:lnTo>
                    <a:lnTo>
                      <a:pt x="1234" y="1355"/>
                    </a:lnTo>
                    <a:close/>
                    <a:moveTo>
                      <a:pt x="341" y="1355"/>
                    </a:moveTo>
                    <a:lnTo>
                      <a:pt x="394" y="1355"/>
                    </a:lnTo>
                    <a:lnTo>
                      <a:pt x="394" y="1402"/>
                    </a:lnTo>
                    <a:lnTo>
                      <a:pt x="341" y="1402"/>
                    </a:lnTo>
                    <a:lnTo>
                      <a:pt x="341" y="1355"/>
                    </a:lnTo>
                    <a:close/>
                    <a:moveTo>
                      <a:pt x="415" y="1355"/>
                    </a:moveTo>
                    <a:lnTo>
                      <a:pt x="1074" y="1355"/>
                    </a:lnTo>
                    <a:lnTo>
                      <a:pt x="1074" y="1402"/>
                    </a:lnTo>
                    <a:lnTo>
                      <a:pt x="415" y="1402"/>
                    </a:lnTo>
                    <a:lnTo>
                      <a:pt x="415" y="1355"/>
                    </a:lnTo>
                    <a:close/>
                    <a:moveTo>
                      <a:pt x="1127" y="1402"/>
                    </a:moveTo>
                    <a:lnTo>
                      <a:pt x="1181" y="1402"/>
                    </a:lnTo>
                    <a:lnTo>
                      <a:pt x="1181" y="1355"/>
                    </a:lnTo>
                    <a:lnTo>
                      <a:pt x="1127" y="1355"/>
                    </a:lnTo>
                    <a:lnTo>
                      <a:pt x="1127" y="1402"/>
                    </a:lnTo>
                    <a:close/>
                    <a:moveTo>
                      <a:pt x="1124" y="195"/>
                    </a:moveTo>
                    <a:lnTo>
                      <a:pt x="1177" y="195"/>
                    </a:lnTo>
                    <a:lnTo>
                      <a:pt x="1177" y="242"/>
                    </a:lnTo>
                    <a:lnTo>
                      <a:pt x="1124" y="242"/>
                    </a:lnTo>
                    <a:lnTo>
                      <a:pt x="1124" y="195"/>
                    </a:lnTo>
                    <a:close/>
                    <a:moveTo>
                      <a:pt x="873" y="195"/>
                    </a:moveTo>
                    <a:lnTo>
                      <a:pt x="1080" y="195"/>
                    </a:lnTo>
                    <a:lnTo>
                      <a:pt x="1080" y="242"/>
                    </a:lnTo>
                    <a:lnTo>
                      <a:pt x="873" y="242"/>
                    </a:lnTo>
                    <a:lnTo>
                      <a:pt x="873" y="195"/>
                    </a:lnTo>
                    <a:close/>
                    <a:moveTo>
                      <a:pt x="1229" y="242"/>
                    </a:moveTo>
                    <a:lnTo>
                      <a:pt x="1443" y="242"/>
                    </a:lnTo>
                    <a:lnTo>
                      <a:pt x="1443" y="195"/>
                    </a:lnTo>
                    <a:lnTo>
                      <a:pt x="1229" y="195"/>
                    </a:lnTo>
                    <a:lnTo>
                      <a:pt x="1229" y="242"/>
                    </a:lnTo>
                    <a:close/>
                    <a:moveTo>
                      <a:pt x="1124" y="300"/>
                    </a:moveTo>
                    <a:lnTo>
                      <a:pt x="1177" y="300"/>
                    </a:lnTo>
                    <a:lnTo>
                      <a:pt x="1177" y="347"/>
                    </a:lnTo>
                    <a:lnTo>
                      <a:pt x="1124" y="347"/>
                    </a:lnTo>
                    <a:lnTo>
                      <a:pt x="1124" y="300"/>
                    </a:lnTo>
                    <a:close/>
                    <a:moveTo>
                      <a:pt x="873" y="300"/>
                    </a:moveTo>
                    <a:lnTo>
                      <a:pt x="1080" y="300"/>
                    </a:lnTo>
                    <a:lnTo>
                      <a:pt x="1080" y="347"/>
                    </a:lnTo>
                    <a:lnTo>
                      <a:pt x="873" y="347"/>
                    </a:lnTo>
                    <a:lnTo>
                      <a:pt x="873" y="300"/>
                    </a:lnTo>
                    <a:close/>
                    <a:moveTo>
                      <a:pt x="1229" y="347"/>
                    </a:moveTo>
                    <a:lnTo>
                      <a:pt x="1443" y="347"/>
                    </a:lnTo>
                    <a:lnTo>
                      <a:pt x="1443" y="300"/>
                    </a:lnTo>
                    <a:lnTo>
                      <a:pt x="1229" y="300"/>
                    </a:lnTo>
                    <a:lnTo>
                      <a:pt x="1229" y="347"/>
                    </a:lnTo>
                    <a:close/>
                    <a:moveTo>
                      <a:pt x="1124" y="405"/>
                    </a:moveTo>
                    <a:lnTo>
                      <a:pt x="1177" y="405"/>
                    </a:lnTo>
                    <a:lnTo>
                      <a:pt x="1177" y="453"/>
                    </a:lnTo>
                    <a:lnTo>
                      <a:pt x="1124" y="453"/>
                    </a:lnTo>
                    <a:lnTo>
                      <a:pt x="1124" y="405"/>
                    </a:lnTo>
                    <a:close/>
                    <a:moveTo>
                      <a:pt x="873" y="405"/>
                    </a:moveTo>
                    <a:lnTo>
                      <a:pt x="1080" y="405"/>
                    </a:lnTo>
                    <a:lnTo>
                      <a:pt x="1080" y="453"/>
                    </a:lnTo>
                    <a:lnTo>
                      <a:pt x="873" y="453"/>
                    </a:lnTo>
                    <a:lnTo>
                      <a:pt x="873" y="405"/>
                    </a:lnTo>
                    <a:close/>
                    <a:moveTo>
                      <a:pt x="1229" y="453"/>
                    </a:moveTo>
                    <a:lnTo>
                      <a:pt x="1443" y="453"/>
                    </a:lnTo>
                    <a:lnTo>
                      <a:pt x="1443" y="405"/>
                    </a:lnTo>
                    <a:lnTo>
                      <a:pt x="1229" y="405"/>
                    </a:lnTo>
                    <a:lnTo>
                      <a:pt x="1229" y="453"/>
                    </a:lnTo>
                    <a:close/>
                    <a:moveTo>
                      <a:pt x="1124" y="511"/>
                    </a:moveTo>
                    <a:lnTo>
                      <a:pt x="1177" y="511"/>
                    </a:lnTo>
                    <a:lnTo>
                      <a:pt x="1177" y="558"/>
                    </a:lnTo>
                    <a:lnTo>
                      <a:pt x="1124" y="558"/>
                    </a:lnTo>
                    <a:lnTo>
                      <a:pt x="1124" y="511"/>
                    </a:lnTo>
                    <a:close/>
                    <a:moveTo>
                      <a:pt x="873" y="511"/>
                    </a:moveTo>
                    <a:lnTo>
                      <a:pt x="1080" y="511"/>
                    </a:lnTo>
                    <a:lnTo>
                      <a:pt x="1080" y="558"/>
                    </a:lnTo>
                    <a:lnTo>
                      <a:pt x="873" y="558"/>
                    </a:lnTo>
                    <a:lnTo>
                      <a:pt x="873" y="511"/>
                    </a:lnTo>
                    <a:close/>
                    <a:moveTo>
                      <a:pt x="1229" y="558"/>
                    </a:moveTo>
                    <a:lnTo>
                      <a:pt x="1443" y="558"/>
                    </a:lnTo>
                    <a:lnTo>
                      <a:pt x="1443" y="511"/>
                    </a:lnTo>
                    <a:lnTo>
                      <a:pt x="1229" y="511"/>
                    </a:lnTo>
                    <a:lnTo>
                      <a:pt x="1229" y="558"/>
                    </a:lnTo>
                    <a:close/>
                    <a:moveTo>
                      <a:pt x="1124" y="616"/>
                    </a:moveTo>
                    <a:lnTo>
                      <a:pt x="1177" y="616"/>
                    </a:lnTo>
                    <a:lnTo>
                      <a:pt x="1177" y="664"/>
                    </a:lnTo>
                    <a:lnTo>
                      <a:pt x="1124" y="664"/>
                    </a:lnTo>
                    <a:lnTo>
                      <a:pt x="1124" y="616"/>
                    </a:lnTo>
                    <a:close/>
                    <a:moveTo>
                      <a:pt x="873" y="616"/>
                    </a:moveTo>
                    <a:lnTo>
                      <a:pt x="1080" y="616"/>
                    </a:lnTo>
                    <a:lnTo>
                      <a:pt x="1080" y="664"/>
                    </a:lnTo>
                    <a:lnTo>
                      <a:pt x="873" y="664"/>
                    </a:lnTo>
                    <a:lnTo>
                      <a:pt x="873" y="616"/>
                    </a:lnTo>
                    <a:close/>
                    <a:moveTo>
                      <a:pt x="1229" y="664"/>
                    </a:moveTo>
                    <a:lnTo>
                      <a:pt x="1443" y="664"/>
                    </a:lnTo>
                    <a:lnTo>
                      <a:pt x="1443" y="616"/>
                    </a:lnTo>
                    <a:lnTo>
                      <a:pt x="1229" y="616"/>
                    </a:lnTo>
                    <a:lnTo>
                      <a:pt x="1229" y="664"/>
                    </a:lnTo>
                    <a:close/>
                    <a:moveTo>
                      <a:pt x="1120" y="722"/>
                    </a:moveTo>
                    <a:lnTo>
                      <a:pt x="1173" y="722"/>
                    </a:lnTo>
                    <a:lnTo>
                      <a:pt x="1173" y="769"/>
                    </a:lnTo>
                    <a:lnTo>
                      <a:pt x="1120" y="769"/>
                    </a:lnTo>
                    <a:lnTo>
                      <a:pt x="1120" y="722"/>
                    </a:lnTo>
                    <a:close/>
                    <a:moveTo>
                      <a:pt x="873" y="722"/>
                    </a:moveTo>
                    <a:lnTo>
                      <a:pt x="1075" y="722"/>
                    </a:lnTo>
                    <a:lnTo>
                      <a:pt x="1075" y="769"/>
                    </a:lnTo>
                    <a:lnTo>
                      <a:pt x="873" y="769"/>
                    </a:lnTo>
                    <a:lnTo>
                      <a:pt x="873" y="722"/>
                    </a:lnTo>
                    <a:close/>
                    <a:moveTo>
                      <a:pt x="1226" y="769"/>
                    </a:moveTo>
                    <a:lnTo>
                      <a:pt x="1443" y="769"/>
                    </a:lnTo>
                    <a:lnTo>
                      <a:pt x="1443" y="722"/>
                    </a:lnTo>
                    <a:lnTo>
                      <a:pt x="1226" y="722"/>
                    </a:lnTo>
                    <a:lnTo>
                      <a:pt x="1226" y="769"/>
                    </a:lnTo>
                    <a:close/>
                    <a:moveTo>
                      <a:pt x="2308" y="1605"/>
                    </a:moveTo>
                    <a:lnTo>
                      <a:pt x="2308" y="1721"/>
                    </a:lnTo>
                    <a:lnTo>
                      <a:pt x="2446" y="1721"/>
                    </a:lnTo>
                    <a:lnTo>
                      <a:pt x="2446" y="1768"/>
                    </a:lnTo>
                    <a:lnTo>
                      <a:pt x="2561" y="1768"/>
                    </a:lnTo>
                    <a:lnTo>
                      <a:pt x="2561" y="1721"/>
                    </a:lnTo>
                    <a:lnTo>
                      <a:pt x="2925" y="1721"/>
                    </a:lnTo>
                    <a:lnTo>
                      <a:pt x="2925" y="1605"/>
                    </a:lnTo>
                    <a:lnTo>
                      <a:pt x="2308" y="1605"/>
                    </a:lnTo>
                    <a:close/>
                    <a:moveTo>
                      <a:pt x="64" y="1605"/>
                    </a:moveTo>
                    <a:lnTo>
                      <a:pt x="64" y="1721"/>
                    </a:lnTo>
                    <a:lnTo>
                      <a:pt x="1091" y="1721"/>
                    </a:lnTo>
                    <a:lnTo>
                      <a:pt x="1091" y="1768"/>
                    </a:lnTo>
                    <a:lnTo>
                      <a:pt x="1206" y="1768"/>
                    </a:lnTo>
                    <a:lnTo>
                      <a:pt x="1206" y="1721"/>
                    </a:lnTo>
                    <a:lnTo>
                      <a:pt x="2233" y="1721"/>
                    </a:lnTo>
                    <a:lnTo>
                      <a:pt x="2233" y="1605"/>
                    </a:lnTo>
                    <a:lnTo>
                      <a:pt x="64" y="1605"/>
                    </a:lnTo>
                    <a:close/>
                    <a:moveTo>
                      <a:pt x="0" y="1605"/>
                    </a:moveTo>
                    <a:lnTo>
                      <a:pt x="43" y="1605"/>
                    </a:lnTo>
                    <a:lnTo>
                      <a:pt x="43" y="1722"/>
                    </a:lnTo>
                    <a:lnTo>
                      <a:pt x="0" y="1722"/>
                    </a:lnTo>
                    <a:lnTo>
                      <a:pt x="0" y="1605"/>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891" dirty="0"/>
              </a:p>
            </p:txBody>
          </p:sp>
        </p:grpSp>
        <p:grpSp>
          <p:nvGrpSpPr>
            <p:cNvPr id="21" name="Group 159">
              <a:extLst>
                <a:ext uri="{FF2B5EF4-FFF2-40B4-BE49-F238E27FC236}">
                  <a16:creationId xmlns:a16="http://schemas.microsoft.com/office/drawing/2014/main" id="{F813845B-C918-C058-807E-5F66ABD2A3E7}"/>
                </a:ext>
              </a:extLst>
            </p:cNvPr>
            <p:cNvGrpSpPr/>
            <p:nvPr/>
          </p:nvGrpSpPr>
          <p:grpSpPr bwMode="gray">
            <a:xfrm>
              <a:off x="4767299" y="4053125"/>
              <a:ext cx="794474" cy="495828"/>
              <a:chOff x="9761139" y="1500190"/>
              <a:chExt cx="1779756" cy="1110735"/>
            </a:xfrm>
          </p:grpSpPr>
          <p:sp>
            <p:nvSpPr>
              <p:cNvPr id="25" name="Freeform 130">
                <a:extLst>
                  <a:ext uri="{FF2B5EF4-FFF2-40B4-BE49-F238E27FC236}">
                    <a16:creationId xmlns:a16="http://schemas.microsoft.com/office/drawing/2014/main" id="{5E4D04DB-A1BA-7C5D-BEEE-314C625E7589}"/>
                  </a:ext>
                </a:extLst>
              </p:cNvPr>
              <p:cNvSpPr>
                <a:spLocks/>
              </p:cNvSpPr>
              <p:nvPr/>
            </p:nvSpPr>
            <p:spPr bwMode="gray">
              <a:xfrm>
                <a:off x="9761139" y="1500190"/>
                <a:ext cx="1562101" cy="831850"/>
              </a:xfrm>
              <a:custGeom>
                <a:avLst/>
                <a:gdLst>
                  <a:gd name="T0" fmla="*/ 79 w 188"/>
                  <a:gd name="T1" fmla="*/ 0 h 99"/>
                  <a:gd name="T2" fmla="*/ 36 w 188"/>
                  <a:gd name="T3" fmla="*/ 37 h 99"/>
                  <a:gd name="T4" fmla="*/ 28 w 188"/>
                  <a:gd name="T5" fmla="*/ 36 h 99"/>
                  <a:gd name="T6" fmla="*/ 0 w 188"/>
                  <a:gd name="T7" fmla="*/ 64 h 99"/>
                  <a:gd name="T8" fmla="*/ 0 w 188"/>
                  <a:gd name="T9" fmla="*/ 66 h 99"/>
                  <a:gd name="T10" fmla="*/ 33 w 188"/>
                  <a:gd name="T11" fmla="*/ 99 h 99"/>
                  <a:gd name="T12" fmla="*/ 155 w 188"/>
                  <a:gd name="T13" fmla="*/ 99 h 99"/>
                  <a:gd name="T14" fmla="*/ 157 w 188"/>
                  <a:gd name="T15" fmla="*/ 99 h 99"/>
                  <a:gd name="T16" fmla="*/ 158 w 188"/>
                  <a:gd name="T17" fmla="*/ 99 h 99"/>
                  <a:gd name="T18" fmla="*/ 188 w 188"/>
                  <a:gd name="T19" fmla="*/ 69 h 99"/>
                  <a:gd name="T20" fmla="*/ 188 w 188"/>
                  <a:gd name="T21" fmla="*/ 67 h 99"/>
                  <a:gd name="T22" fmla="*/ 188 w 188"/>
                  <a:gd name="T23" fmla="*/ 66 h 99"/>
                  <a:gd name="T24" fmla="*/ 188 w 188"/>
                  <a:gd name="T25" fmla="*/ 64 h 99"/>
                  <a:gd name="T26" fmla="*/ 187 w 188"/>
                  <a:gd name="T27" fmla="*/ 64 h 99"/>
                  <a:gd name="T28" fmla="*/ 158 w 188"/>
                  <a:gd name="T29" fmla="*/ 39 h 99"/>
                  <a:gd name="T30" fmla="*/ 156 w 188"/>
                  <a:gd name="T31" fmla="*/ 39 h 99"/>
                  <a:gd name="T32" fmla="*/ 156 w 188"/>
                  <a:gd name="T33" fmla="*/ 39 h 99"/>
                  <a:gd name="T34" fmla="*/ 128 w 188"/>
                  <a:gd name="T35" fmla="*/ 11 h 99"/>
                  <a:gd name="T36" fmla="*/ 112 w 188"/>
                  <a:gd name="T37" fmla="*/ 16 h 99"/>
                  <a:gd name="T38" fmla="*/ 79 w 188"/>
                  <a:gd name="T3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8" h="99">
                    <a:moveTo>
                      <a:pt x="79" y="0"/>
                    </a:moveTo>
                    <a:cubicBezTo>
                      <a:pt x="57" y="0"/>
                      <a:pt x="39" y="16"/>
                      <a:pt x="36" y="37"/>
                    </a:cubicBezTo>
                    <a:cubicBezTo>
                      <a:pt x="33" y="37"/>
                      <a:pt x="31" y="36"/>
                      <a:pt x="28" y="36"/>
                    </a:cubicBezTo>
                    <a:cubicBezTo>
                      <a:pt x="13" y="36"/>
                      <a:pt x="0" y="49"/>
                      <a:pt x="0" y="64"/>
                    </a:cubicBezTo>
                    <a:cubicBezTo>
                      <a:pt x="0" y="66"/>
                      <a:pt x="0" y="66"/>
                      <a:pt x="0" y="66"/>
                    </a:cubicBezTo>
                    <a:cubicBezTo>
                      <a:pt x="0" y="84"/>
                      <a:pt x="15" y="99"/>
                      <a:pt x="33" y="99"/>
                    </a:cubicBezTo>
                    <a:cubicBezTo>
                      <a:pt x="155" y="99"/>
                      <a:pt x="155" y="99"/>
                      <a:pt x="155" y="99"/>
                    </a:cubicBezTo>
                    <a:cubicBezTo>
                      <a:pt x="156" y="99"/>
                      <a:pt x="156" y="99"/>
                      <a:pt x="157" y="99"/>
                    </a:cubicBezTo>
                    <a:cubicBezTo>
                      <a:pt x="157" y="99"/>
                      <a:pt x="158" y="99"/>
                      <a:pt x="158" y="99"/>
                    </a:cubicBezTo>
                    <a:cubicBezTo>
                      <a:pt x="175" y="99"/>
                      <a:pt x="188" y="85"/>
                      <a:pt x="188" y="69"/>
                    </a:cubicBezTo>
                    <a:cubicBezTo>
                      <a:pt x="188" y="68"/>
                      <a:pt x="188" y="68"/>
                      <a:pt x="188" y="67"/>
                    </a:cubicBezTo>
                    <a:cubicBezTo>
                      <a:pt x="188" y="67"/>
                      <a:pt x="188" y="67"/>
                      <a:pt x="188" y="66"/>
                    </a:cubicBezTo>
                    <a:cubicBezTo>
                      <a:pt x="188" y="64"/>
                      <a:pt x="188" y="64"/>
                      <a:pt x="188" y="64"/>
                    </a:cubicBezTo>
                    <a:cubicBezTo>
                      <a:pt x="187" y="64"/>
                      <a:pt x="187" y="64"/>
                      <a:pt x="187" y="64"/>
                    </a:cubicBezTo>
                    <a:cubicBezTo>
                      <a:pt x="185" y="50"/>
                      <a:pt x="173" y="39"/>
                      <a:pt x="158" y="39"/>
                    </a:cubicBezTo>
                    <a:cubicBezTo>
                      <a:pt x="157" y="39"/>
                      <a:pt x="157" y="39"/>
                      <a:pt x="156" y="39"/>
                    </a:cubicBezTo>
                    <a:cubicBezTo>
                      <a:pt x="156" y="39"/>
                      <a:pt x="156" y="39"/>
                      <a:pt x="156" y="39"/>
                    </a:cubicBezTo>
                    <a:cubicBezTo>
                      <a:pt x="156" y="24"/>
                      <a:pt x="144" y="11"/>
                      <a:pt x="128" y="11"/>
                    </a:cubicBezTo>
                    <a:cubicBezTo>
                      <a:pt x="122" y="11"/>
                      <a:pt x="117" y="13"/>
                      <a:pt x="112" y="16"/>
                    </a:cubicBezTo>
                    <a:cubicBezTo>
                      <a:pt x="104" y="7"/>
                      <a:pt x="92" y="0"/>
                      <a:pt x="79" y="0"/>
                    </a:cubicBezTo>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6" name="Freeform 130">
                <a:extLst>
                  <a:ext uri="{FF2B5EF4-FFF2-40B4-BE49-F238E27FC236}">
                    <a16:creationId xmlns:a16="http://schemas.microsoft.com/office/drawing/2014/main" id="{1061CF16-DC4C-7891-7FE6-3C9728472042}"/>
                  </a:ext>
                </a:extLst>
              </p:cNvPr>
              <p:cNvSpPr>
                <a:spLocks/>
              </p:cNvSpPr>
              <p:nvPr/>
            </p:nvSpPr>
            <p:spPr bwMode="gray">
              <a:xfrm>
                <a:off x="10426756" y="2017623"/>
                <a:ext cx="1114139" cy="593302"/>
              </a:xfrm>
              <a:custGeom>
                <a:avLst/>
                <a:gdLst>
                  <a:gd name="T0" fmla="*/ 79 w 188"/>
                  <a:gd name="T1" fmla="*/ 0 h 99"/>
                  <a:gd name="T2" fmla="*/ 36 w 188"/>
                  <a:gd name="T3" fmla="*/ 37 h 99"/>
                  <a:gd name="T4" fmla="*/ 28 w 188"/>
                  <a:gd name="T5" fmla="*/ 36 h 99"/>
                  <a:gd name="T6" fmla="*/ 0 w 188"/>
                  <a:gd name="T7" fmla="*/ 64 h 99"/>
                  <a:gd name="T8" fmla="*/ 0 w 188"/>
                  <a:gd name="T9" fmla="*/ 66 h 99"/>
                  <a:gd name="T10" fmla="*/ 33 w 188"/>
                  <a:gd name="T11" fmla="*/ 99 h 99"/>
                  <a:gd name="T12" fmla="*/ 155 w 188"/>
                  <a:gd name="T13" fmla="*/ 99 h 99"/>
                  <a:gd name="T14" fmla="*/ 157 w 188"/>
                  <a:gd name="T15" fmla="*/ 99 h 99"/>
                  <a:gd name="T16" fmla="*/ 158 w 188"/>
                  <a:gd name="T17" fmla="*/ 99 h 99"/>
                  <a:gd name="T18" fmla="*/ 188 w 188"/>
                  <a:gd name="T19" fmla="*/ 69 h 99"/>
                  <a:gd name="T20" fmla="*/ 188 w 188"/>
                  <a:gd name="T21" fmla="*/ 67 h 99"/>
                  <a:gd name="T22" fmla="*/ 188 w 188"/>
                  <a:gd name="T23" fmla="*/ 66 h 99"/>
                  <a:gd name="T24" fmla="*/ 188 w 188"/>
                  <a:gd name="T25" fmla="*/ 64 h 99"/>
                  <a:gd name="T26" fmla="*/ 187 w 188"/>
                  <a:gd name="T27" fmla="*/ 64 h 99"/>
                  <a:gd name="T28" fmla="*/ 158 w 188"/>
                  <a:gd name="T29" fmla="*/ 39 h 99"/>
                  <a:gd name="T30" fmla="*/ 156 w 188"/>
                  <a:gd name="T31" fmla="*/ 39 h 99"/>
                  <a:gd name="T32" fmla="*/ 156 w 188"/>
                  <a:gd name="T33" fmla="*/ 39 h 99"/>
                  <a:gd name="T34" fmla="*/ 128 w 188"/>
                  <a:gd name="T35" fmla="*/ 11 h 99"/>
                  <a:gd name="T36" fmla="*/ 112 w 188"/>
                  <a:gd name="T37" fmla="*/ 16 h 99"/>
                  <a:gd name="T38" fmla="*/ 79 w 188"/>
                  <a:gd name="T3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8" h="99">
                    <a:moveTo>
                      <a:pt x="79" y="0"/>
                    </a:moveTo>
                    <a:cubicBezTo>
                      <a:pt x="57" y="0"/>
                      <a:pt x="39" y="16"/>
                      <a:pt x="36" y="37"/>
                    </a:cubicBezTo>
                    <a:cubicBezTo>
                      <a:pt x="33" y="37"/>
                      <a:pt x="31" y="36"/>
                      <a:pt x="28" y="36"/>
                    </a:cubicBezTo>
                    <a:cubicBezTo>
                      <a:pt x="13" y="36"/>
                      <a:pt x="0" y="49"/>
                      <a:pt x="0" y="64"/>
                    </a:cubicBezTo>
                    <a:cubicBezTo>
                      <a:pt x="0" y="66"/>
                      <a:pt x="0" y="66"/>
                      <a:pt x="0" y="66"/>
                    </a:cubicBezTo>
                    <a:cubicBezTo>
                      <a:pt x="0" y="84"/>
                      <a:pt x="15" y="99"/>
                      <a:pt x="33" y="99"/>
                    </a:cubicBezTo>
                    <a:cubicBezTo>
                      <a:pt x="155" y="99"/>
                      <a:pt x="155" y="99"/>
                      <a:pt x="155" y="99"/>
                    </a:cubicBezTo>
                    <a:cubicBezTo>
                      <a:pt x="156" y="99"/>
                      <a:pt x="156" y="99"/>
                      <a:pt x="157" y="99"/>
                    </a:cubicBezTo>
                    <a:cubicBezTo>
                      <a:pt x="157" y="99"/>
                      <a:pt x="158" y="99"/>
                      <a:pt x="158" y="99"/>
                    </a:cubicBezTo>
                    <a:cubicBezTo>
                      <a:pt x="175" y="99"/>
                      <a:pt x="188" y="85"/>
                      <a:pt x="188" y="69"/>
                    </a:cubicBezTo>
                    <a:cubicBezTo>
                      <a:pt x="188" y="68"/>
                      <a:pt x="188" y="68"/>
                      <a:pt x="188" y="67"/>
                    </a:cubicBezTo>
                    <a:cubicBezTo>
                      <a:pt x="188" y="67"/>
                      <a:pt x="188" y="67"/>
                      <a:pt x="188" y="66"/>
                    </a:cubicBezTo>
                    <a:cubicBezTo>
                      <a:pt x="188" y="64"/>
                      <a:pt x="188" y="64"/>
                      <a:pt x="188" y="64"/>
                    </a:cubicBezTo>
                    <a:cubicBezTo>
                      <a:pt x="187" y="64"/>
                      <a:pt x="187" y="64"/>
                      <a:pt x="187" y="64"/>
                    </a:cubicBezTo>
                    <a:cubicBezTo>
                      <a:pt x="185" y="50"/>
                      <a:pt x="173" y="39"/>
                      <a:pt x="158" y="39"/>
                    </a:cubicBezTo>
                    <a:cubicBezTo>
                      <a:pt x="157" y="39"/>
                      <a:pt x="157" y="39"/>
                      <a:pt x="156" y="39"/>
                    </a:cubicBezTo>
                    <a:cubicBezTo>
                      <a:pt x="156" y="39"/>
                      <a:pt x="156" y="39"/>
                      <a:pt x="156" y="39"/>
                    </a:cubicBezTo>
                    <a:cubicBezTo>
                      <a:pt x="156" y="24"/>
                      <a:pt x="144" y="11"/>
                      <a:pt x="128" y="11"/>
                    </a:cubicBezTo>
                    <a:cubicBezTo>
                      <a:pt x="122" y="11"/>
                      <a:pt x="117" y="13"/>
                      <a:pt x="112" y="16"/>
                    </a:cubicBezTo>
                    <a:cubicBezTo>
                      <a:pt x="104" y="7"/>
                      <a:pt x="92" y="0"/>
                      <a:pt x="79" y="0"/>
                    </a:cubicBezTo>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22" name="Group 162">
              <a:extLst>
                <a:ext uri="{FF2B5EF4-FFF2-40B4-BE49-F238E27FC236}">
                  <a16:creationId xmlns:a16="http://schemas.microsoft.com/office/drawing/2014/main" id="{309EF3FB-4726-EAC4-D4F0-A137A1AFBAB7}"/>
                </a:ext>
              </a:extLst>
            </p:cNvPr>
            <p:cNvGrpSpPr/>
            <p:nvPr/>
          </p:nvGrpSpPr>
          <p:grpSpPr bwMode="gray">
            <a:xfrm flipH="1">
              <a:off x="5994816" y="3530818"/>
              <a:ext cx="851615" cy="589687"/>
              <a:chOff x="9304828" y="1038153"/>
              <a:chExt cx="1907762" cy="1320995"/>
            </a:xfrm>
          </p:grpSpPr>
          <p:sp>
            <p:nvSpPr>
              <p:cNvPr id="23" name="Freeform 130">
                <a:extLst>
                  <a:ext uri="{FF2B5EF4-FFF2-40B4-BE49-F238E27FC236}">
                    <a16:creationId xmlns:a16="http://schemas.microsoft.com/office/drawing/2014/main" id="{6481757E-D798-B9BA-A780-A5A380D178F7}"/>
                  </a:ext>
                </a:extLst>
              </p:cNvPr>
              <p:cNvSpPr>
                <a:spLocks/>
              </p:cNvSpPr>
              <p:nvPr/>
            </p:nvSpPr>
            <p:spPr bwMode="gray">
              <a:xfrm>
                <a:off x="9304828" y="1038153"/>
                <a:ext cx="1562101" cy="831851"/>
              </a:xfrm>
              <a:custGeom>
                <a:avLst/>
                <a:gdLst>
                  <a:gd name="T0" fmla="*/ 79 w 188"/>
                  <a:gd name="T1" fmla="*/ 0 h 99"/>
                  <a:gd name="T2" fmla="*/ 36 w 188"/>
                  <a:gd name="T3" fmla="*/ 37 h 99"/>
                  <a:gd name="T4" fmla="*/ 28 w 188"/>
                  <a:gd name="T5" fmla="*/ 36 h 99"/>
                  <a:gd name="T6" fmla="*/ 0 w 188"/>
                  <a:gd name="T7" fmla="*/ 64 h 99"/>
                  <a:gd name="T8" fmla="*/ 0 w 188"/>
                  <a:gd name="T9" fmla="*/ 66 h 99"/>
                  <a:gd name="T10" fmla="*/ 33 w 188"/>
                  <a:gd name="T11" fmla="*/ 99 h 99"/>
                  <a:gd name="T12" fmla="*/ 155 w 188"/>
                  <a:gd name="T13" fmla="*/ 99 h 99"/>
                  <a:gd name="T14" fmla="*/ 157 w 188"/>
                  <a:gd name="T15" fmla="*/ 99 h 99"/>
                  <a:gd name="T16" fmla="*/ 158 w 188"/>
                  <a:gd name="T17" fmla="*/ 99 h 99"/>
                  <a:gd name="T18" fmla="*/ 188 w 188"/>
                  <a:gd name="T19" fmla="*/ 69 h 99"/>
                  <a:gd name="T20" fmla="*/ 188 w 188"/>
                  <a:gd name="T21" fmla="*/ 67 h 99"/>
                  <a:gd name="T22" fmla="*/ 188 w 188"/>
                  <a:gd name="T23" fmla="*/ 66 h 99"/>
                  <a:gd name="T24" fmla="*/ 188 w 188"/>
                  <a:gd name="T25" fmla="*/ 64 h 99"/>
                  <a:gd name="T26" fmla="*/ 187 w 188"/>
                  <a:gd name="T27" fmla="*/ 64 h 99"/>
                  <a:gd name="T28" fmla="*/ 158 w 188"/>
                  <a:gd name="T29" fmla="*/ 39 h 99"/>
                  <a:gd name="T30" fmla="*/ 156 w 188"/>
                  <a:gd name="T31" fmla="*/ 39 h 99"/>
                  <a:gd name="T32" fmla="*/ 156 w 188"/>
                  <a:gd name="T33" fmla="*/ 39 h 99"/>
                  <a:gd name="T34" fmla="*/ 128 w 188"/>
                  <a:gd name="T35" fmla="*/ 11 h 99"/>
                  <a:gd name="T36" fmla="*/ 112 w 188"/>
                  <a:gd name="T37" fmla="*/ 16 h 99"/>
                  <a:gd name="T38" fmla="*/ 79 w 188"/>
                  <a:gd name="T3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8" h="99">
                    <a:moveTo>
                      <a:pt x="79" y="0"/>
                    </a:moveTo>
                    <a:cubicBezTo>
                      <a:pt x="57" y="0"/>
                      <a:pt x="39" y="16"/>
                      <a:pt x="36" y="37"/>
                    </a:cubicBezTo>
                    <a:cubicBezTo>
                      <a:pt x="33" y="37"/>
                      <a:pt x="31" y="36"/>
                      <a:pt x="28" y="36"/>
                    </a:cubicBezTo>
                    <a:cubicBezTo>
                      <a:pt x="13" y="36"/>
                      <a:pt x="0" y="49"/>
                      <a:pt x="0" y="64"/>
                    </a:cubicBezTo>
                    <a:cubicBezTo>
                      <a:pt x="0" y="66"/>
                      <a:pt x="0" y="66"/>
                      <a:pt x="0" y="66"/>
                    </a:cubicBezTo>
                    <a:cubicBezTo>
                      <a:pt x="0" y="84"/>
                      <a:pt x="15" y="99"/>
                      <a:pt x="33" y="99"/>
                    </a:cubicBezTo>
                    <a:cubicBezTo>
                      <a:pt x="155" y="99"/>
                      <a:pt x="155" y="99"/>
                      <a:pt x="155" y="99"/>
                    </a:cubicBezTo>
                    <a:cubicBezTo>
                      <a:pt x="156" y="99"/>
                      <a:pt x="156" y="99"/>
                      <a:pt x="157" y="99"/>
                    </a:cubicBezTo>
                    <a:cubicBezTo>
                      <a:pt x="157" y="99"/>
                      <a:pt x="158" y="99"/>
                      <a:pt x="158" y="99"/>
                    </a:cubicBezTo>
                    <a:cubicBezTo>
                      <a:pt x="175" y="99"/>
                      <a:pt x="188" y="85"/>
                      <a:pt x="188" y="69"/>
                    </a:cubicBezTo>
                    <a:cubicBezTo>
                      <a:pt x="188" y="68"/>
                      <a:pt x="188" y="68"/>
                      <a:pt x="188" y="67"/>
                    </a:cubicBezTo>
                    <a:cubicBezTo>
                      <a:pt x="188" y="67"/>
                      <a:pt x="188" y="67"/>
                      <a:pt x="188" y="66"/>
                    </a:cubicBezTo>
                    <a:cubicBezTo>
                      <a:pt x="188" y="64"/>
                      <a:pt x="188" y="64"/>
                      <a:pt x="188" y="64"/>
                    </a:cubicBezTo>
                    <a:cubicBezTo>
                      <a:pt x="187" y="64"/>
                      <a:pt x="187" y="64"/>
                      <a:pt x="187" y="64"/>
                    </a:cubicBezTo>
                    <a:cubicBezTo>
                      <a:pt x="185" y="50"/>
                      <a:pt x="173" y="39"/>
                      <a:pt x="158" y="39"/>
                    </a:cubicBezTo>
                    <a:cubicBezTo>
                      <a:pt x="157" y="39"/>
                      <a:pt x="157" y="39"/>
                      <a:pt x="156" y="39"/>
                    </a:cubicBezTo>
                    <a:cubicBezTo>
                      <a:pt x="156" y="39"/>
                      <a:pt x="156" y="39"/>
                      <a:pt x="156" y="39"/>
                    </a:cubicBezTo>
                    <a:cubicBezTo>
                      <a:pt x="156" y="24"/>
                      <a:pt x="144" y="11"/>
                      <a:pt x="128" y="11"/>
                    </a:cubicBezTo>
                    <a:cubicBezTo>
                      <a:pt x="122" y="11"/>
                      <a:pt x="117" y="13"/>
                      <a:pt x="112" y="16"/>
                    </a:cubicBezTo>
                    <a:cubicBezTo>
                      <a:pt x="104" y="7"/>
                      <a:pt x="92" y="0"/>
                      <a:pt x="79" y="0"/>
                    </a:cubicBezTo>
                  </a:path>
                </a:pathLst>
              </a:custGeom>
              <a:solidFill>
                <a:schemeClr val="accent5">
                  <a:lumMod val="20000"/>
                  <a:lumOff val="8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4" name="Freeform 130">
                <a:extLst>
                  <a:ext uri="{FF2B5EF4-FFF2-40B4-BE49-F238E27FC236}">
                    <a16:creationId xmlns:a16="http://schemas.microsoft.com/office/drawing/2014/main" id="{21C2E308-00C3-E2BC-8E3F-040969852AC6}"/>
                  </a:ext>
                </a:extLst>
              </p:cNvPr>
              <p:cNvSpPr>
                <a:spLocks/>
              </p:cNvSpPr>
              <p:nvPr/>
            </p:nvSpPr>
            <p:spPr bwMode="gray">
              <a:xfrm>
                <a:off x="10453614" y="1954976"/>
                <a:ext cx="758976" cy="404172"/>
              </a:xfrm>
              <a:custGeom>
                <a:avLst/>
                <a:gdLst>
                  <a:gd name="T0" fmla="*/ 79 w 188"/>
                  <a:gd name="T1" fmla="*/ 0 h 99"/>
                  <a:gd name="T2" fmla="*/ 36 w 188"/>
                  <a:gd name="T3" fmla="*/ 37 h 99"/>
                  <a:gd name="T4" fmla="*/ 28 w 188"/>
                  <a:gd name="T5" fmla="*/ 36 h 99"/>
                  <a:gd name="T6" fmla="*/ 0 w 188"/>
                  <a:gd name="T7" fmla="*/ 64 h 99"/>
                  <a:gd name="T8" fmla="*/ 0 w 188"/>
                  <a:gd name="T9" fmla="*/ 66 h 99"/>
                  <a:gd name="T10" fmla="*/ 33 w 188"/>
                  <a:gd name="T11" fmla="*/ 99 h 99"/>
                  <a:gd name="T12" fmla="*/ 155 w 188"/>
                  <a:gd name="T13" fmla="*/ 99 h 99"/>
                  <a:gd name="T14" fmla="*/ 157 w 188"/>
                  <a:gd name="T15" fmla="*/ 99 h 99"/>
                  <a:gd name="T16" fmla="*/ 158 w 188"/>
                  <a:gd name="T17" fmla="*/ 99 h 99"/>
                  <a:gd name="T18" fmla="*/ 188 w 188"/>
                  <a:gd name="T19" fmla="*/ 69 h 99"/>
                  <a:gd name="T20" fmla="*/ 188 w 188"/>
                  <a:gd name="T21" fmla="*/ 67 h 99"/>
                  <a:gd name="T22" fmla="*/ 188 w 188"/>
                  <a:gd name="T23" fmla="*/ 66 h 99"/>
                  <a:gd name="T24" fmla="*/ 188 w 188"/>
                  <a:gd name="T25" fmla="*/ 64 h 99"/>
                  <a:gd name="T26" fmla="*/ 187 w 188"/>
                  <a:gd name="T27" fmla="*/ 64 h 99"/>
                  <a:gd name="T28" fmla="*/ 158 w 188"/>
                  <a:gd name="T29" fmla="*/ 39 h 99"/>
                  <a:gd name="T30" fmla="*/ 156 w 188"/>
                  <a:gd name="T31" fmla="*/ 39 h 99"/>
                  <a:gd name="T32" fmla="*/ 156 w 188"/>
                  <a:gd name="T33" fmla="*/ 39 h 99"/>
                  <a:gd name="T34" fmla="*/ 128 w 188"/>
                  <a:gd name="T35" fmla="*/ 11 h 99"/>
                  <a:gd name="T36" fmla="*/ 112 w 188"/>
                  <a:gd name="T37" fmla="*/ 16 h 99"/>
                  <a:gd name="T38" fmla="*/ 79 w 188"/>
                  <a:gd name="T39"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88" h="99">
                    <a:moveTo>
                      <a:pt x="79" y="0"/>
                    </a:moveTo>
                    <a:cubicBezTo>
                      <a:pt x="57" y="0"/>
                      <a:pt x="39" y="16"/>
                      <a:pt x="36" y="37"/>
                    </a:cubicBezTo>
                    <a:cubicBezTo>
                      <a:pt x="33" y="37"/>
                      <a:pt x="31" y="36"/>
                      <a:pt x="28" y="36"/>
                    </a:cubicBezTo>
                    <a:cubicBezTo>
                      <a:pt x="13" y="36"/>
                      <a:pt x="0" y="49"/>
                      <a:pt x="0" y="64"/>
                    </a:cubicBezTo>
                    <a:cubicBezTo>
                      <a:pt x="0" y="66"/>
                      <a:pt x="0" y="66"/>
                      <a:pt x="0" y="66"/>
                    </a:cubicBezTo>
                    <a:cubicBezTo>
                      <a:pt x="0" y="84"/>
                      <a:pt x="15" y="99"/>
                      <a:pt x="33" y="99"/>
                    </a:cubicBezTo>
                    <a:cubicBezTo>
                      <a:pt x="155" y="99"/>
                      <a:pt x="155" y="99"/>
                      <a:pt x="155" y="99"/>
                    </a:cubicBezTo>
                    <a:cubicBezTo>
                      <a:pt x="156" y="99"/>
                      <a:pt x="156" y="99"/>
                      <a:pt x="157" y="99"/>
                    </a:cubicBezTo>
                    <a:cubicBezTo>
                      <a:pt x="157" y="99"/>
                      <a:pt x="158" y="99"/>
                      <a:pt x="158" y="99"/>
                    </a:cubicBezTo>
                    <a:cubicBezTo>
                      <a:pt x="175" y="99"/>
                      <a:pt x="188" y="85"/>
                      <a:pt x="188" y="69"/>
                    </a:cubicBezTo>
                    <a:cubicBezTo>
                      <a:pt x="188" y="68"/>
                      <a:pt x="188" y="68"/>
                      <a:pt x="188" y="67"/>
                    </a:cubicBezTo>
                    <a:cubicBezTo>
                      <a:pt x="188" y="67"/>
                      <a:pt x="188" y="67"/>
                      <a:pt x="188" y="66"/>
                    </a:cubicBezTo>
                    <a:cubicBezTo>
                      <a:pt x="188" y="64"/>
                      <a:pt x="188" y="64"/>
                      <a:pt x="188" y="64"/>
                    </a:cubicBezTo>
                    <a:cubicBezTo>
                      <a:pt x="187" y="64"/>
                      <a:pt x="187" y="64"/>
                      <a:pt x="187" y="64"/>
                    </a:cubicBezTo>
                    <a:cubicBezTo>
                      <a:pt x="185" y="50"/>
                      <a:pt x="173" y="39"/>
                      <a:pt x="158" y="39"/>
                    </a:cubicBezTo>
                    <a:cubicBezTo>
                      <a:pt x="157" y="39"/>
                      <a:pt x="157" y="39"/>
                      <a:pt x="156" y="39"/>
                    </a:cubicBezTo>
                    <a:cubicBezTo>
                      <a:pt x="156" y="39"/>
                      <a:pt x="156" y="39"/>
                      <a:pt x="156" y="39"/>
                    </a:cubicBezTo>
                    <a:cubicBezTo>
                      <a:pt x="156" y="24"/>
                      <a:pt x="144" y="11"/>
                      <a:pt x="128" y="11"/>
                    </a:cubicBezTo>
                    <a:cubicBezTo>
                      <a:pt x="122" y="11"/>
                      <a:pt x="117" y="13"/>
                      <a:pt x="112" y="16"/>
                    </a:cubicBezTo>
                    <a:cubicBezTo>
                      <a:pt x="104" y="7"/>
                      <a:pt x="92" y="0"/>
                      <a:pt x="79" y="0"/>
                    </a:cubicBezTo>
                  </a:path>
                </a:pathLst>
              </a:cu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dirty="0"/>
              </a:p>
            </p:txBody>
          </p:sp>
        </p:grpSp>
      </p:grpSp>
      <p:grpSp>
        <p:nvGrpSpPr>
          <p:cNvPr id="29" name="Gruppieren 63">
            <a:extLst>
              <a:ext uri="{FF2B5EF4-FFF2-40B4-BE49-F238E27FC236}">
                <a16:creationId xmlns:a16="http://schemas.microsoft.com/office/drawing/2014/main" id="{CC5F696E-40F0-F286-D5A3-D36F4E327798}"/>
              </a:ext>
            </a:extLst>
          </p:cNvPr>
          <p:cNvGrpSpPr/>
          <p:nvPr/>
        </p:nvGrpSpPr>
        <p:grpSpPr bwMode="gray">
          <a:xfrm>
            <a:off x="540065" y="1851298"/>
            <a:ext cx="754062" cy="754062"/>
            <a:chOff x="3360738" y="1851298"/>
            <a:chExt cx="754062" cy="754062"/>
          </a:xfrm>
        </p:grpSpPr>
        <p:sp>
          <p:nvSpPr>
            <p:cNvPr id="30" name="Rectangle 148">
              <a:extLst>
                <a:ext uri="{FF2B5EF4-FFF2-40B4-BE49-F238E27FC236}">
                  <a16:creationId xmlns:a16="http://schemas.microsoft.com/office/drawing/2014/main" id="{03B8341E-1D32-0697-24CD-1761A30C026E}"/>
                </a:ext>
              </a:extLst>
            </p:cNvPr>
            <p:cNvSpPr/>
            <p:nvPr/>
          </p:nvSpPr>
          <p:spPr bwMode="gray">
            <a:xfrm>
              <a:off x="3360738" y="1851298"/>
              <a:ext cx="754062" cy="7540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5">
              <a:extLst>
                <a:ext uri="{FF2B5EF4-FFF2-40B4-BE49-F238E27FC236}">
                  <a16:creationId xmlns:a16="http://schemas.microsoft.com/office/drawing/2014/main" id="{2AF8A157-CD65-FB75-F4CD-A9390F6F3F26}"/>
                </a:ext>
              </a:extLst>
            </p:cNvPr>
            <p:cNvSpPr>
              <a:spLocks noEditPoints="1"/>
            </p:cNvSpPr>
            <p:nvPr/>
          </p:nvSpPr>
          <p:spPr bwMode="gray">
            <a:xfrm>
              <a:off x="3487738" y="1978298"/>
              <a:ext cx="500063" cy="500063"/>
            </a:xfrm>
            <a:custGeom>
              <a:avLst/>
              <a:gdLst>
                <a:gd name="T0" fmla="*/ 151 w 409"/>
                <a:gd name="T1" fmla="*/ 235 h 410"/>
                <a:gd name="T2" fmla="*/ 167 w 409"/>
                <a:gd name="T3" fmla="*/ 231 h 410"/>
                <a:gd name="T4" fmla="*/ 167 w 409"/>
                <a:gd name="T5" fmla="*/ 357 h 410"/>
                <a:gd name="T6" fmla="*/ 132 w 409"/>
                <a:gd name="T7" fmla="*/ 333 h 410"/>
                <a:gd name="T8" fmla="*/ 160 w 409"/>
                <a:gd name="T9" fmla="*/ 366 h 410"/>
                <a:gd name="T10" fmla="*/ 200 w 409"/>
                <a:gd name="T11" fmla="*/ 353 h 410"/>
                <a:gd name="T12" fmla="*/ 112 w 409"/>
                <a:gd name="T13" fmla="*/ 305 h 410"/>
                <a:gd name="T14" fmla="*/ 151 w 409"/>
                <a:gd name="T15" fmla="*/ 290 h 410"/>
                <a:gd name="T16" fmla="*/ 153 w 409"/>
                <a:gd name="T17" fmla="*/ 273 h 410"/>
                <a:gd name="T18" fmla="*/ 81 w 409"/>
                <a:gd name="T19" fmla="*/ 357 h 410"/>
                <a:gd name="T20" fmla="*/ 22 w 409"/>
                <a:gd name="T21" fmla="*/ 292 h 410"/>
                <a:gd name="T22" fmla="*/ 45 w 409"/>
                <a:gd name="T23" fmla="*/ 279 h 410"/>
                <a:gd name="T24" fmla="*/ 100 w 409"/>
                <a:gd name="T25" fmla="*/ 258 h 410"/>
                <a:gd name="T26" fmla="*/ 47 w 409"/>
                <a:gd name="T27" fmla="*/ 262 h 410"/>
                <a:gd name="T28" fmla="*/ 24 w 409"/>
                <a:gd name="T29" fmla="*/ 182 h 410"/>
                <a:gd name="T30" fmla="*/ 83 w 409"/>
                <a:gd name="T31" fmla="*/ 168 h 410"/>
                <a:gd name="T32" fmla="*/ 98 w 409"/>
                <a:gd name="T33" fmla="*/ 167 h 410"/>
                <a:gd name="T34" fmla="*/ 124 w 409"/>
                <a:gd name="T35" fmla="*/ 179 h 410"/>
                <a:gd name="T36" fmla="*/ 115 w 409"/>
                <a:gd name="T37" fmla="*/ 130 h 410"/>
                <a:gd name="T38" fmla="*/ 93 w 409"/>
                <a:gd name="T39" fmla="*/ 151 h 410"/>
                <a:gd name="T40" fmla="*/ 71 w 409"/>
                <a:gd name="T41" fmla="*/ 68 h 410"/>
                <a:gd name="T42" fmla="*/ 126 w 409"/>
                <a:gd name="T43" fmla="*/ 83 h 410"/>
                <a:gd name="T44" fmla="*/ 167 w 409"/>
                <a:gd name="T45" fmla="*/ 83 h 410"/>
                <a:gd name="T46" fmla="*/ 133 w 409"/>
                <a:gd name="T47" fmla="*/ 26 h 410"/>
                <a:gd name="T48" fmla="*/ 292 w 409"/>
                <a:gd name="T49" fmla="*/ 287 h 410"/>
                <a:gd name="T50" fmla="*/ 330 w 409"/>
                <a:gd name="T51" fmla="*/ 275 h 410"/>
                <a:gd name="T52" fmla="*/ 369 w 409"/>
                <a:gd name="T53" fmla="*/ 314 h 410"/>
                <a:gd name="T54" fmla="*/ 365 w 409"/>
                <a:gd name="T55" fmla="*/ 321 h 410"/>
                <a:gd name="T56" fmla="*/ 319 w 409"/>
                <a:gd name="T57" fmla="*/ 370 h 410"/>
                <a:gd name="T58" fmla="*/ 217 w 409"/>
                <a:gd name="T59" fmla="*/ 350 h 410"/>
                <a:gd name="T60" fmla="*/ 292 w 409"/>
                <a:gd name="T61" fmla="*/ 341 h 410"/>
                <a:gd name="T62" fmla="*/ 217 w 409"/>
                <a:gd name="T63" fmla="*/ 333 h 410"/>
                <a:gd name="T64" fmla="*/ 288 w 409"/>
                <a:gd name="T65" fmla="*/ 208 h 410"/>
                <a:gd name="T66" fmla="*/ 325 w 409"/>
                <a:gd name="T67" fmla="*/ 221 h 410"/>
                <a:gd name="T68" fmla="*/ 296 w 409"/>
                <a:gd name="T69" fmla="*/ 189 h 410"/>
                <a:gd name="T70" fmla="*/ 217 w 409"/>
                <a:gd name="T71" fmla="*/ 30 h 410"/>
                <a:gd name="T72" fmla="*/ 293 w 409"/>
                <a:gd name="T73" fmla="*/ 30 h 410"/>
                <a:gd name="T74" fmla="*/ 345 w 409"/>
                <a:gd name="T75" fmla="*/ 70 h 410"/>
                <a:gd name="T76" fmla="*/ 284 w 409"/>
                <a:gd name="T77" fmla="*/ 91 h 410"/>
                <a:gd name="T78" fmla="*/ 263 w 409"/>
                <a:gd name="T79" fmla="*/ 50 h 410"/>
                <a:gd name="T80" fmla="*/ 265 w 409"/>
                <a:gd name="T81" fmla="*/ 91 h 410"/>
                <a:gd name="T82" fmla="*/ 380 w 409"/>
                <a:gd name="T83" fmla="*/ 108 h 410"/>
                <a:gd name="T84" fmla="*/ 334 w 409"/>
                <a:gd name="T85" fmla="*/ 166 h 410"/>
                <a:gd name="T86" fmla="*/ 313 w 409"/>
                <a:gd name="T87" fmla="*/ 125 h 410"/>
                <a:gd name="T88" fmla="*/ 315 w 409"/>
                <a:gd name="T89" fmla="*/ 166 h 410"/>
                <a:gd name="T90" fmla="*/ 397 w 409"/>
                <a:gd name="T91" fmla="*/ 183 h 410"/>
                <a:gd name="T92" fmla="*/ 332 w 409"/>
                <a:gd name="T93" fmla="*/ 250 h 410"/>
                <a:gd name="T94" fmla="*/ 313 w 409"/>
                <a:gd name="T95" fmla="*/ 266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09" h="410">
                  <a:moveTo>
                    <a:pt x="174" y="203"/>
                  </a:moveTo>
                  <a:cubicBezTo>
                    <a:pt x="171" y="199"/>
                    <a:pt x="166" y="199"/>
                    <a:pt x="162" y="201"/>
                  </a:cubicBezTo>
                  <a:cubicBezTo>
                    <a:pt x="153" y="207"/>
                    <a:pt x="146" y="220"/>
                    <a:pt x="151" y="235"/>
                  </a:cubicBezTo>
                  <a:cubicBezTo>
                    <a:pt x="152" y="239"/>
                    <a:pt x="155" y="241"/>
                    <a:pt x="159" y="241"/>
                  </a:cubicBezTo>
                  <a:cubicBezTo>
                    <a:pt x="159" y="241"/>
                    <a:pt x="160" y="241"/>
                    <a:pt x="161" y="241"/>
                  </a:cubicBezTo>
                  <a:cubicBezTo>
                    <a:pt x="165" y="240"/>
                    <a:pt x="168" y="235"/>
                    <a:pt x="167" y="231"/>
                  </a:cubicBezTo>
                  <a:cubicBezTo>
                    <a:pt x="164" y="222"/>
                    <a:pt x="169" y="217"/>
                    <a:pt x="172" y="215"/>
                  </a:cubicBezTo>
                  <a:cubicBezTo>
                    <a:pt x="176" y="212"/>
                    <a:pt x="176" y="207"/>
                    <a:pt x="174" y="203"/>
                  </a:cubicBezTo>
                  <a:close/>
                  <a:moveTo>
                    <a:pt x="167" y="357"/>
                  </a:moveTo>
                  <a:cubicBezTo>
                    <a:pt x="166" y="352"/>
                    <a:pt x="162" y="349"/>
                    <a:pt x="158" y="350"/>
                  </a:cubicBezTo>
                  <a:cubicBezTo>
                    <a:pt x="151" y="350"/>
                    <a:pt x="143" y="347"/>
                    <a:pt x="142" y="340"/>
                  </a:cubicBezTo>
                  <a:cubicBezTo>
                    <a:pt x="141" y="335"/>
                    <a:pt x="136" y="332"/>
                    <a:pt x="132" y="333"/>
                  </a:cubicBezTo>
                  <a:cubicBezTo>
                    <a:pt x="127" y="334"/>
                    <a:pt x="125" y="339"/>
                    <a:pt x="126" y="343"/>
                  </a:cubicBezTo>
                  <a:cubicBezTo>
                    <a:pt x="128" y="357"/>
                    <a:pt x="141" y="366"/>
                    <a:pt x="155" y="366"/>
                  </a:cubicBezTo>
                  <a:cubicBezTo>
                    <a:pt x="157" y="366"/>
                    <a:pt x="158" y="366"/>
                    <a:pt x="160" y="366"/>
                  </a:cubicBezTo>
                  <a:cubicBezTo>
                    <a:pt x="164" y="365"/>
                    <a:pt x="168" y="361"/>
                    <a:pt x="167" y="357"/>
                  </a:cubicBezTo>
                  <a:moveTo>
                    <a:pt x="200" y="31"/>
                  </a:moveTo>
                  <a:lnTo>
                    <a:pt x="200" y="353"/>
                  </a:lnTo>
                  <a:cubicBezTo>
                    <a:pt x="200" y="354"/>
                    <a:pt x="200" y="375"/>
                    <a:pt x="180" y="389"/>
                  </a:cubicBezTo>
                  <a:cubicBezTo>
                    <a:pt x="151" y="410"/>
                    <a:pt x="123" y="395"/>
                    <a:pt x="112" y="385"/>
                  </a:cubicBezTo>
                  <a:cubicBezTo>
                    <a:pt x="100" y="373"/>
                    <a:pt x="84" y="337"/>
                    <a:pt x="112" y="305"/>
                  </a:cubicBezTo>
                  <a:cubicBezTo>
                    <a:pt x="120" y="295"/>
                    <a:pt x="130" y="290"/>
                    <a:pt x="140" y="289"/>
                  </a:cubicBezTo>
                  <a:cubicBezTo>
                    <a:pt x="144" y="289"/>
                    <a:pt x="147" y="289"/>
                    <a:pt x="151" y="290"/>
                  </a:cubicBezTo>
                  <a:lnTo>
                    <a:pt x="151" y="290"/>
                  </a:lnTo>
                  <a:cubicBezTo>
                    <a:pt x="156" y="291"/>
                    <a:pt x="161" y="287"/>
                    <a:pt x="161" y="282"/>
                  </a:cubicBezTo>
                  <a:cubicBezTo>
                    <a:pt x="161" y="277"/>
                    <a:pt x="158" y="273"/>
                    <a:pt x="153" y="273"/>
                  </a:cubicBezTo>
                  <a:lnTo>
                    <a:pt x="153" y="273"/>
                  </a:lnTo>
                  <a:cubicBezTo>
                    <a:pt x="149" y="272"/>
                    <a:pt x="144" y="272"/>
                    <a:pt x="139" y="272"/>
                  </a:cubicBezTo>
                  <a:cubicBezTo>
                    <a:pt x="124" y="274"/>
                    <a:pt x="111" y="281"/>
                    <a:pt x="100" y="294"/>
                  </a:cubicBezTo>
                  <a:cubicBezTo>
                    <a:pt x="82" y="315"/>
                    <a:pt x="77" y="337"/>
                    <a:pt x="81" y="357"/>
                  </a:cubicBezTo>
                  <a:cubicBezTo>
                    <a:pt x="57" y="346"/>
                    <a:pt x="50" y="329"/>
                    <a:pt x="48" y="320"/>
                  </a:cubicBezTo>
                  <a:cubicBezTo>
                    <a:pt x="47" y="316"/>
                    <a:pt x="48" y="310"/>
                    <a:pt x="43" y="307"/>
                  </a:cubicBezTo>
                  <a:cubicBezTo>
                    <a:pt x="43" y="307"/>
                    <a:pt x="30" y="303"/>
                    <a:pt x="22" y="292"/>
                  </a:cubicBezTo>
                  <a:lnTo>
                    <a:pt x="20" y="286"/>
                  </a:lnTo>
                  <a:cubicBezTo>
                    <a:pt x="18" y="281"/>
                    <a:pt x="18" y="275"/>
                    <a:pt x="19" y="268"/>
                  </a:cubicBezTo>
                  <a:cubicBezTo>
                    <a:pt x="26" y="274"/>
                    <a:pt x="35" y="277"/>
                    <a:pt x="45" y="279"/>
                  </a:cubicBezTo>
                  <a:cubicBezTo>
                    <a:pt x="48" y="279"/>
                    <a:pt x="51" y="280"/>
                    <a:pt x="55" y="280"/>
                  </a:cubicBezTo>
                  <a:cubicBezTo>
                    <a:pt x="72" y="279"/>
                    <a:pt x="88" y="272"/>
                    <a:pt x="99" y="260"/>
                  </a:cubicBezTo>
                  <a:cubicBezTo>
                    <a:pt x="99" y="260"/>
                    <a:pt x="100" y="258"/>
                    <a:pt x="100" y="258"/>
                  </a:cubicBezTo>
                  <a:cubicBezTo>
                    <a:pt x="103" y="254"/>
                    <a:pt x="102" y="250"/>
                    <a:pt x="98" y="247"/>
                  </a:cubicBezTo>
                  <a:cubicBezTo>
                    <a:pt x="94" y="244"/>
                    <a:pt x="89" y="246"/>
                    <a:pt x="86" y="249"/>
                  </a:cubicBezTo>
                  <a:cubicBezTo>
                    <a:pt x="77" y="259"/>
                    <a:pt x="62" y="265"/>
                    <a:pt x="47" y="262"/>
                  </a:cubicBezTo>
                  <a:cubicBezTo>
                    <a:pt x="32" y="260"/>
                    <a:pt x="19" y="250"/>
                    <a:pt x="13" y="235"/>
                  </a:cubicBezTo>
                  <a:cubicBezTo>
                    <a:pt x="0" y="202"/>
                    <a:pt x="21" y="191"/>
                    <a:pt x="21" y="190"/>
                  </a:cubicBezTo>
                  <a:cubicBezTo>
                    <a:pt x="26" y="187"/>
                    <a:pt x="25" y="183"/>
                    <a:pt x="24" y="182"/>
                  </a:cubicBezTo>
                  <a:cubicBezTo>
                    <a:pt x="16" y="162"/>
                    <a:pt x="21" y="148"/>
                    <a:pt x="26" y="139"/>
                  </a:cubicBezTo>
                  <a:cubicBezTo>
                    <a:pt x="28" y="143"/>
                    <a:pt x="30" y="146"/>
                    <a:pt x="33" y="149"/>
                  </a:cubicBezTo>
                  <a:cubicBezTo>
                    <a:pt x="41" y="158"/>
                    <a:pt x="56" y="168"/>
                    <a:pt x="83" y="168"/>
                  </a:cubicBezTo>
                  <a:cubicBezTo>
                    <a:pt x="87" y="168"/>
                    <a:pt x="91" y="168"/>
                    <a:pt x="95" y="168"/>
                  </a:cubicBezTo>
                  <a:lnTo>
                    <a:pt x="97" y="167"/>
                  </a:lnTo>
                  <a:cubicBezTo>
                    <a:pt x="98" y="167"/>
                    <a:pt x="98" y="167"/>
                    <a:pt x="98" y="167"/>
                  </a:cubicBezTo>
                  <a:cubicBezTo>
                    <a:pt x="102" y="173"/>
                    <a:pt x="107" y="179"/>
                    <a:pt x="113" y="182"/>
                  </a:cubicBezTo>
                  <a:cubicBezTo>
                    <a:pt x="114" y="183"/>
                    <a:pt x="116" y="183"/>
                    <a:pt x="117" y="183"/>
                  </a:cubicBezTo>
                  <a:cubicBezTo>
                    <a:pt x="120" y="183"/>
                    <a:pt x="123" y="181"/>
                    <a:pt x="124" y="179"/>
                  </a:cubicBezTo>
                  <a:cubicBezTo>
                    <a:pt x="127" y="175"/>
                    <a:pt x="125" y="170"/>
                    <a:pt x="121" y="167"/>
                  </a:cubicBezTo>
                  <a:cubicBezTo>
                    <a:pt x="116" y="164"/>
                    <a:pt x="112" y="159"/>
                    <a:pt x="110" y="152"/>
                  </a:cubicBezTo>
                  <a:cubicBezTo>
                    <a:pt x="109" y="144"/>
                    <a:pt x="111" y="136"/>
                    <a:pt x="115" y="130"/>
                  </a:cubicBezTo>
                  <a:cubicBezTo>
                    <a:pt x="118" y="126"/>
                    <a:pt x="117" y="121"/>
                    <a:pt x="114" y="118"/>
                  </a:cubicBezTo>
                  <a:cubicBezTo>
                    <a:pt x="110" y="115"/>
                    <a:pt x="105" y="116"/>
                    <a:pt x="102" y="120"/>
                  </a:cubicBezTo>
                  <a:cubicBezTo>
                    <a:pt x="95" y="129"/>
                    <a:pt x="92" y="140"/>
                    <a:pt x="93" y="151"/>
                  </a:cubicBezTo>
                  <a:cubicBezTo>
                    <a:pt x="71" y="153"/>
                    <a:pt x="55" y="149"/>
                    <a:pt x="45" y="138"/>
                  </a:cubicBezTo>
                  <a:cubicBezTo>
                    <a:pt x="34" y="125"/>
                    <a:pt x="35" y="108"/>
                    <a:pt x="38" y="99"/>
                  </a:cubicBezTo>
                  <a:cubicBezTo>
                    <a:pt x="44" y="79"/>
                    <a:pt x="59" y="70"/>
                    <a:pt x="71" y="68"/>
                  </a:cubicBezTo>
                  <a:cubicBezTo>
                    <a:pt x="73" y="68"/>
                    <a:pt x="75" y="66"/>
                    <a:pt x="76" y="64"/>
                  </a:cubicBezTo>
                  <a:cubicBezTo>
                    <a:pt x="82" y="36"/>
                    <a:pt x="104" y="33"/>
                    <a:pt x="115" y="33"/>
                  </a:cubicBezTo>
                  <a:cubicBezTo>
                    <a:pt x="113" y="46"/>
                    <a:pt x="113" y="68"/>
                    <a:pt x="126" y="83"/>
                  </a:cubicBezTo>
                  <a:cubicBezTo>
                    <a:pt x="131" y="91"/>
                    <a:pt x="143" y="100"/>
                    <a:pt x="167" y="100"/>
                  </a:cubicBezTo>
                  <a:cubicBezTo>
                    <a:pt x="172" y="100"/>
                    <a:pt x="175" y="96"/>
                    <a:pt x="175" y="91"/>
                  </a:cubicBezTo>
                  <a:cubicBezTo>
                    <a:pt x="175" y="87"/>
                    <a:pt x="172" y="83"/>
                    <a:pt x="167" y="83"/>
                  </a:cubicBezTo>
                  <a:cubicBezTo>
                    <a:pt x="155" y="83"/>
                    <a:pt x="146" y="80"/>
                    <a:pt x="140" y="75"/>
                  </a:cubicBezTo>
                  <a:cubicBezTo>
                    <a:pt x="140" y="74"/>
                    <a:pt x="139" y="74"/>
                    <a:pt x="139" y="73"/>
                  </a:cubicBezTo>
                  <a:cubicBezTo>
                    <a:pt x="126" y="57"/>
                    <a:pt x="133" y="27"/>
                    <a:pt x="133" y="26"/>
                  </a:cubicBezTo>
                  <a:cubicBezTo>
                    <a:pt x="133" y="25"/>
                    <a:pt x="139" y="0"/>
                    <a:pt x="168" y="0"/>
                  </a:cubicBezTo>
                  <a:cubicBezTo>
                    <a:pt x="196" y="0"/>
                    <a:pt x="200" y="26"/>
                    <a:pt x="200" y="31"/>
                  </a:cubicBezTo>
                  <a:moveTo>
                    <a:pt x="292" y="287"/>
                  </a:moveTo>
                  <a:cubicBezTo>
                    <a:pt x="292" y="299"/>
                    <a:pt x="301" y="308"/>
                    <a:pt x="313" y="308"/>
                  </a:cubicBezTo>
                  <a:cubicBezTo>
                    <a:pt x="324" y="308"/>
                    <a:pt x="334" y="299"/>
                    <a:pt x="334" y="287"/>
                  </a:cubicBezTo>
                  <a:cubicBezTo>
                    <a:pt x="334" y="283"/>
                    <a:pt x="332" y="278"/>
                    <a:pt x="330" y="275"/>
                  </a:cubicBezTo>
                  <a:lnTo>
                    <a:pt x="334" y="266"/>
                  </a:lnTo>
                  <a:lnTo>
                    <a:pt x="399" y="266"/>
                  </a:lnTo>
                  <a:cubicBezTo>
                    <a:pt x="398" y="287"/>
                    <a:pt x="386" y="305"/>
                    <a:pt x="369" y="314"/>
                  </a:cubicBezTo>
                  <a:cubicBezTo>
                    <a:pt x="367" y="315"/>
                    <a:pt x="365" y="316"/>
                    <a:pt x="365" y="318"/>
                  </a:cubicBezTo>
                  <a:cubicBezTo>
                    <a:pt x="365" y="318"/>
                    <a:pt x="365" y="319"/>
                    <a:pt x="365" y="319"/>
                  </a:cubicBezTo>
                  <a:cubicBezTo>
                    <a:pt x="365" y="319"/>
                    <a:pt x="365" y="320"/>
                    <a:pt x="365" y="321"/>
                  </a:cubicBezTo>
                  <a:cubicBezTo>
                    <a:pt x="364" y="323"/>
                    <a:pt x="364" y="325"/>
                    <a:pt x="363" y="328"/>
                  </a:cubicBezTo>
                  <a:cubicBezTo>
                    <a:pt x="356" y="346"/>
                    <a:pt x="342" y="361"/>
                    <a:pt x="323" y="367"/>
                  </a:cubicBezTo>
                  <a:cubicBezTo>
                    <a:pt x="321" y="367"/>
                    <a:pt x="320" y="368"/>
                    <a:pt x="319" y="370"/>
                  </a:cubicBezTo>
                  <a:cubicBezTo>
                    <a:pt x="311" y="385"/>
                    <a:pt x="297" y="400"/>
                    <a:pt x="268" y="400"/>
                  </a:cubicBezTo>
                  <a:cubicBezTo>
                    <a:pt x="237" y="400"/>
                    <a:pt x="217" y="381"/>
                    <a:pt x="217" y="366"/>
                  </a:cubicBezTo>
                  <a:lnTo>
                    <a:pt x="217" y="350"/>
                  </a:lnTo>
                  <a:lnTo>
                    <a:pt x="252" y="350"/>
                  </a:lnTo>
                  <a:cubicBezTo>
                    <a:pt x="255" y="357"/>
                    <a:pt x="263" y="362"/>
                    <a:pt x="271" y="362"/>
                  </a:cubicBezTo>
                  <a:cubicBezTo>
                    <a:pt x="283" y="362"/>
                    <a:pt x="292" y="353"/>
                    <a:pt x="292" y="341"/>
                  </a:cubicBezTo>
                  <a:cubicBezTo>
                    <a:pt x="292" y="330"/>
                    <a:pt x="283" y="321"/>
                    <a:pt x="271" y="321"/>
                  </a:cubicBezTo>
                  <a:cubicBezTo>
                    <a:pt x="263" y="321"/>
                    <a:pt x="255" y="326"/>
                    <a:pt x="252" y="333"/>
                  </a:cubicBezTo>
                  <a:lnTo>
                    <a:pt x="217" y="333"/>
                  </a:lnTo>
                  <a:lnTo>
                    <a:pt x="217" y="200"/>
                  </a:lnTo>
                  <a:lnTo>
                    <a:pt x="283" y="200"/>
                  </a:lnTo>
                  <a:lnTo>
                    <a:pt x="288" y="208"/>
                  </a:lnTo>
                  <a:cubicBezTo>
                    <a:pt x="285" y="212"/>
                    <a:pt x="284" y="216"/>
                    <a:pt x="284" y="221"/>
                  </a:cubicBezTo>
                  <a:cubicBezTo>
                    <a:pt x="284" y="232"/>
                    <a:pt x="293" y="241"/>
                    <a:pt x="305" y="241"/>
                  </a:cubicBezTo>
                  <a:cubicBezTo>
                    <a:pt x="316" y="241"/>
                    <a:pt x="325" y="232"/>
                    <a:pt x="325" y="221"/>
                  </a:cubicBezTo>
                  <a:cubicBezTo>
                    <a:pt x="325" y="209"/>
                    <a:pt x="316" y="200"/>
                    <a:pt x="305" y="200"/>
                  </a:cubicBezTo>
                  <a:cubicBezTo>
                    <a:pt x="304" y="200"/>
                    <a:pt x="303" y="200"/>
                    <a:pt x="302" y="200"/>
                  </a:cubicBezTo>
                  <a:lnTo>
                    <a:pt x="296" y="189"/>
                  </a:lnTo>
                  <a:cubicBezTo>
                    <a:pt x="294" y="185"/>
                    <a:pt x="290" y="183"/>
                    <a:pt x="286" y="183"/>
                  </a:cubicBezTo>
                  <a:lnTo>
                    <a:pt x="217" y="183"/>
                  </a:lnTo>
                  <a:lnTo>
                    <a:pt x="217" y="30"/>
                  </a:lnTo>
                  <a:cubicBezTo>
                    <a:pt x="217" y="23"/>
                    <a:pt x="224" y="0"/>
                    <a:pt x="250" y="0"/>
                  </a:cubicBezTo>
                  <a:cubicBezTo>
                    <a:pt x="267" y="0"/>
                    <a:pt x="281" y="9"/>
                    <a:pt x="287" y="25"/>
                  </a:cubicBezTo>
                  <a:cubicBezTo>
                    <a:pt x="288" y="28"/>
                    <a:pt x="290" y="29"/>
                    <a:pt x="293" y="30"/>
                  </a:cubicBezTo>
                  <a:cubicBezTo>
                    <a:pt x="303" y="30"/>
                    <a:pt x="313" y="33"/>
                    <a:pt x="321" y="39"/>
                  </a:cubicBezTo>
                  <a:cubicBezTo>
                    <a:pt x="329" y="45"/>
                    <a:pt x="333" y="50"/>
                    <a:pt x="336" y="61"/>
                  </a:cubicBezTo>
                  <a:cubicBezTo>
                    <a:pt x="337" y="65"/>
                    <a:pt x="341" y="69"/>
                    <a:pt x="345" y="70"/>
                  </a:cubicBezTo>
                  <a:cubicBezTo>
                    <a:pt x="351" y="71"/>
                    <a:pt x="361" y="75"/>
                    <a:pt x="367" y="82"/>
                  </a:cubicBezTo>
                  <a:cubicBezTo>
                    <a:pt x="369" y="85"/>
                    <a:pt x="371" y="88"/>
                    <a:pt x="372" y="91"/>
                  </a:cubicBezTo>
                  <a:lnTo>
                    <a:pt x="284" y="91"/>
                  </a:lnTo>
                  <a:lnTo>
                    <a:pt x="280" y="83"/>
                  </a:lnTo>
                  <a:cubicBezTo>
                    <a:pt x="282" y="79"/>
                    <a:pt x="284" y="75"/>
                    <a:pt x="284" y="71"/>
                  </a:cubicBezTo>
                  <a:cubicBezTo>
                    <a:pt x="284" y="59"/>
                    <a:pt x="274" y="50"/>
                    <a:pt x="263" y="50"/>
                  </a:cubicBezTo>
                  <a:cubicBezTo>
                    <a:pt x="251" y="50"/>
                    <a:pt x="242" y="59"/>
                    <a:pt x="242" y="71"/>
                  </a:cubicBezTo>
                  <a:cubicBezTo>
                    <a:pt x="242" y="82"/>
                    <a:pt x="251" y="91"/>
                    <a:pt x="263" y="91"/>
                  </a:cubicBezTo>
                  <a:cubicBezTo>
                    <a:pt x="264" y="91"/>
                    <a:pt x="264" y="91"/>
                    <a:pt x="265" y="91"/>
                  </a:cubicBezTo>
                  <a:lnTo>
                    <a:pt x="271" y="102"/>
                  </a:lnTo>
                  <a:cubicBezTo>
                    <a:pt x="273" y="106"/>
                    <a:pt x="277" y="108"/>
                    <a:pt x="282" y="108"/>
                  </a:cubicBezTo>
                  <a:lnTo>
                    <a:pt x="380" y="108"/>
                  </a:lnTo>
                  <a:cubicBezTo>
                    <a:pt x="388" y="118"/>
                    <a:pt x="395" y="130"/>
                    <a:pt x="395" y="148"/>
                  </a:cubicBezTo>
                  <a:cubicBezTo>
                    <a:pt x="395" y="155"/>
                    <a:pt x="394" y="161"/>
                    <a:pt x="394" y="166"/>
                  </a:cubicBezTo>
                  <a:lnTo>
                    <a:pt x="334" y="166"/>
                  </a:lnTo>
                  <a:lnTo>
                    <a:pt x="330" y="158"/>
                  </a:lnTo>
                  <a:cubicBezTo>
                    <a:pt x="332" y="154"/>
                    <a:pt x="334" y="150"/>
                    <a:pt x="334" y="146"/>
                  </a:cubicBezTo>
                  <a:cubicBezTo>
                    <a:pt x="334" y="134"/>
                    <a:pt x="324" y="125"/>
                    <a:pt x="313" y="125"/>
                  </a:cubicBezTo>
                  <a:cubicBezTo>
                    <a:pt x="301" y="125"/>
                    <a:pt x="292" y="134"/>
                    <a:pt x="292" y="146"/>
                  </a:cubicBezTo>
                  <a:cubicBezTo>
                    <a:pt x="292" y="157"/>
                    <a:pt x="301" y="166"/>
                    <a:pt x="313" y="166"/>
                  </a:cubicBezTo>
                  <a:cubicBezTo>
                    <a:pt x="314" y="166"/>
                    <a:pt x="314" y="166"/>
                    <a:pt x="315" y="166"/>
                  </a:cubicBezTo>
                  <a:lnTo>
                    <a:pt x="321" y="177"/>
                  </a:lnTo>
                  <a:cubicBezTo>
                    <a:pt x="323" y="181"/>
                    <a:pt x="327" y="183"/>
                    <a:pt x="332" y="183"/>
                  </a:cubicBezTo>
                  <a:lnTo>
                    <a:pt x="397" y="183"/>
                  </a:lnTo>
                  <a:cubicBezTo>
                    <a:pt x="402" y="189"/>
                    <a:pt x="409" y="200"/>
                    <a:pt x="409" y="221"/>
                  </a:cubicBezTo>
                  <a:cubicBezTo>
                    <a:pt x="409" y="232"/>
                    <a:pt x="407" y="242"/>
                    <a:pt x="404" y="250"/>
                  </a:cubicBezTo>
                  <a:lnTo>
                    <a:pt x="332" y="250"/>
                  </a:lnTo>
                  <a:cubicBezTo>
                    <a:pt x="327" y="250"/>
                    <a:pt x="323" y="252"/>
                    <a:pt x="321" y="256"/>
                  </a:cubicBezTo>
                  <a:lnTo>
                    <a:pt x="315" y="266"/>
                  </a:lnTo>
                  <a:cubicBezTo>
                    <a:pt x="314" y="266"/>
                    <a:pt x="314" y="266"/>
                    <a:pt x="313" y="266"/>
                  </a:cubicBezTo>
                  <a:cubicBezTo>
                    <a:pt x="301" y="266"/>
                    <a:pt x="292" y="276"/>
                    <a:pt x="292" y="2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32" name="Gruppieren 64">
            <a:extLst>
              <a:ext uri="{FF2B5EF4-FFF2-40B4-BE49-F238E27FC236}">
                <a16:creationId xmlns:a16="http://schemas.microsoft.com/office/drawing/2014/main" id="{43ACBD36-D725-BA09-0AAA-BC478D83D7AE}"/>
              </a:ext>
            </a:extLst>
          </p:cNvPr>
          <p:cNvGrpSpPr/>
          <p:nvPr/>
        </p:nvGrpSpPr>
        <p:grpSpPr bwMode="gray">
          <a:xfrm>
            <a:off x="540065" y="3299063"/>
            <a:ext cx="754062" cy="754062"/>
            <a:chOff x="3360738" y="3299063"/>
            <a:chExt cx="754062" cy="754062"/>
          </a:xfrm>
        </p:grpSpPr>
        <p:sp>
          <p:nvSpPr>
            <p:cNvPr id="33" name="Rectangle 149">
              <a:extLst>
                <a:ext uri="{FF2B5EF4-FFF2-40B4-BE49-F238E27FC236}">
                  <a16:creationId xmlns:a16="http://schemas.microsoft.com/office/drawing/2014/main" id="{7F34A50B-8DE3-1AA0-F5AB-1B4DEEB6D2D6}"/>
                </a:ext>
              </a:extLst>
            </p:cNvPr>
            <p:cNvSpPr/>
            <p:nvPr/>
          </p:nvSpPr>
          <p:spPr bwMode="gray">
            <a:xfrm>
              <a:off x="3360738" y="3299063"/>
              <a:ext cx="754062" cy="754062"/>
            </a:xfrm>
            <a:prstGeom prst="rect">
              <a:avLst/>
            </a:prstGeom>
            <a:solidFill>
              <a:srgbClr val="F9B5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9">
              <a:extLst>
                <a:ext uri="{FF2B5EF4-FFF2-40B4-BE49-F238E27FC236}">
                  <a16:creationId xmlns:a16="http://schemas.microsoft.com/office/drawing/2014/main" id="{0F1C4FC3-B4E0-89E0-17B2-FB7CBF09FECA}"/>
                </a:ext>
              </a:extLst>
            </p:cNvPr>
            <p:cNvSpPr>
              <a:spLocks noEditPoints="1"/>
            </p:cNvSpPr>
            <p:nvPr/>
          </p:nvSpPr>
          <p:spPr bwMode="gray">
            <a:xfrm>
              <a:off x="3472657" y="3411775"/>
              <a:ext cx="530225" cy="528638"/>
            </a:xfrm>
            <a:custGeom>
              <a:avLst/>
              <a:gdLst>
                <a:gd name="T0" fmla="*/ 175 w 433"/>
                <a:gd name="T1" fmla="*/ 200 h 433"/>
                <a:gd name="T2" fmla="*/ 125 w 433"/>
                <a:gd name="T3" fmla="*/ 200 h 433"/>
                <a:gd name="T4" fmla="*/ 125 w 433"/>
                <a:gd name="T5" fmla="*/ 283 h 433"/>
                <a:gd name="T6" fmla="*/ 175 w 433"/>
                <a:gd name="T7" fmla="*/ 283 h 433"/>
                <a:gd name="T8" fmla="*/ 175 w 433"/>
                <a:gd name="T9" fmla="*/ 200 h 433"/>
                <a:gd name="T10" fmla="*/ 258 w 433"/>
                <a:gd name="T11" fmla="*/ 283 h 433"/>
                <a:gd name="T12" fmla="*/ 308 w 433"/>
                <a:gd name="T13" fmla="*/ 283 h 433"/>
                <a:gd name="T14" fmla="*/ 308 w 433"/>
                <a:gd name="T15" fmla="*/ 133 h 433"/>
                <a:gd name="T16" fmla="*/ 258 w 433"/>
                <a:gd name="T17" fmla="*/ 133 h 433"/>
                <a:gd name="T18" fmla="*/ 258 w 433"/>
                <a:gd name="T19" fmla="*/ 283 h 433"/>
                <a:gd name="T20" fmla="*/ 192 w 433"/>
                <a:gd name="T21" fmla="*/ 283 h 433"/>
                <a:gd name="T22" fmla="*/ 242 w 433"/>
                <a:gd name="T23" fmla="*/ 283 h 433"/>
                <a:gd name="T24" fmla="*/ 242 w 433"/>
                <a:gd name="T25" fmla="*/ 167 h 433"/>
                <a:gd name="T26" fmla="*/ 192 w 433"/>
                <a:gd name="T27" fmla="*/ 167 h 433"/>
                <a:gd name="T28" fmla="*/ 192 w 433"/>
                <a:gd name="T29" fmla="*/ 283 h 433"/>
                <a:gd name="T30" fmla="*/ 208 w 433"/>
                <a:gd name="T31" fmla="*/ 67 h 433"/>
                <a:gd name="T32" fmla="*/ 208 w 433"/>
                <a:gd name="T33" fmla="*/ 0 h 433"/>
                <a:gd name="T34" fmla="*/ 70 w 433"/>
                <a:gd name="T35" fmla="*/ 58 h 433"/>
                <a:gd name="T36" fmla="*/ 117 w 433"/>
                <a:gd name="T37" fmla="*/ 105 h 433"/>
                <a:gd name="T38" fmla="*/ 208 w 433"/>
                <a:gd name="T39" fmla="*/ 67 h 433"/>
                <a:gd name="T40" fmla="*/ 217 w 433"/>
                <a:gd name="T41" fmla="*/ 367 h 433"/>
                <a:gd name="T42" fmla="*/ 67 w 433"/>
                <a:gd name="T43" fmla="*/ 217 h 433"/>
                <a:gd name="T44" fmla="*/ 105 w 433"/>
                <a:gd name="T45" fmla="*/ 117 h 433"/>
                <a:gd name="T46" fmla="*/ 58 w 433"/>
                <a:gd name="T47" fmla="*/ 70 h 433"/>
                <a:gd name="T48" fmla="*/ 0 w 433"/>
                <a:gd name="T49" fmla="*/ 217 h 433"/>
                <a:gd name="T50" fmla="*/ 217 w 433"/>
                <a:gd name="T51" fmla="*/ 433 h 433"/>
                <a:gd name="T52" fmla="*/ 364 w 433"/>
                <a:gd name="T53" fmla="*/ 375 h 433"/>
                <a:gd name="T54" fmla="*/ 316 w 433"/>
                <a:gd name="T55" fmla="*/ 328 h 433"/>
                <a:gd name="T56" fmla="*/ 217 w 433"/>
                <a:gd name="T57" fmla="*/ 367 h 433"/>
                <a:gd name="T58" fmla="*/ 433 w 433"/>
                <a:gd name="T59" fmla="*/ 217 h 433"/>
                <a:gd name="T60" fmla="*/ 375 w 433"/>
                <a:gd name="T61" fmla="*/ 364 h 433"/>
                <a:gd name="T62" fmla="*/ 328 w 433"/>
                <a:gd name="T63" fmla="*/ 317 h 433"/>
                <a:gd name="T64" fmla="*/ 367 w 433"/>
                <a:gd name="T65" fmla="*/ 217 h 433"/>
                <a:gd name="T66" fmla="*/ 225 w 433"/>
                <a:gd name="T67" fmla="*/ 67 h 433"/>
                <a:gd name="T68" fmla="*/ 225 w 433"/>
                <a:gd name="T69" fmla="*/ 0 h 433"/>
                <a:gd name="T70" fmla="*/ 433 w 433"/>
                <a:gd name="T71" fmla="*/ 217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33" h="433">
                  <a:moveTo>
                    <a:pt x="175" y="200"/>
                  </a:moveTo>
                  <a:lnTo>
                    <a:pt x="125" y="200"/>
                  </a:lnTo>
                  <a:lnTo>
                    <a:pt x="125" y="283"/>
                  </a:lnTo>
                  <a:lnTo>
                    <a:pt x="175" y="283"/>
                  </a:lnTo>
                  <a:lnTo>
                    <a:pt x="175" y="200"/>
                  </a:lnTo>
                  <a:close/>
                  <a:moveTo>
                    <a:pt x="258" y="283"/>
                  </a:moveTo>
                  <a:lnTo>
                    <a:pt x="308" y="283"/>
                  </a:lnTo>
                  <a:lnTo>
                    <a:pt x="308" y="133"/>
                  </a:lnTo>
                  <a:lnTo>
                    <a:pt x="258" y="133"/>
                  </a:lnTo>
                  <a:lnTo>
                    <a:pt x="258" y="283"/>
                  </a:lnTo>
                  <a:close/>
                  <a:moveTo>
                    <a:pt x="192" y="283"/>
                  </a:moveTo>
                  <a:lnTo>
                    <a:pt x="242" y="283"/>
                  </a:lnTo>
                  <a:lnTo>
                    <a:pt x="242" y="167"/>
                  </a:lnTo>
                  <a:lnTo>
                    <a:pt x="192" y="167"/>
                  </a:lnTo>
                  <a:lnTo>
                    <a:pt x="192" y="283"/>
                  </a:lnTo>
                  <a:close/>
                  <a:moveTo>
                    <a:pt x="208" y="67"/>
                  </a:moveTo>
                  <a:lnTo>
                    <a:pt x="208" y="0"/>
                  </a:lnTo>
                  <a:cubicBezTo>
                    <a:pt x="155" y="2"/>
                    <a:pt x="106" y="24"/>
                    <a:pt x="70" y="58"/>
                  </a:cubicBezTo>
                  <a:lnTo>
                    <a:pt x="117" y="105"/>
                  </a:lnTo>
                  <a:cubicBezTo>
                    <a:pt x="141" y="83"/>
                    <a:pt x="173" y="69"/>
                    <a:pt x="208" y="67"/>
                  </a:cubicBezTo>
                  <a:close/>
                  <a:moveTo>
                    <a:pt x="217" y="367"/>
                  </a:moveTo>
                  <a:cubicBezTo>
                    <a:pt x="134" y="367"/>
                    <a:pt x="67" y="299"/>
                    <a:pt x="67" y="217"/>
                  </a:cubicBezTo>
                  <a:cubicBezTo>
                    <a:pt x="67" y="178"/>
                    <a:pt x="81" y="143"/>
                    <a:pt x="105" y="117"/>
                  </a:cubicBezTo>
                  <a:lnTo>
                    <a:pt x="58" y="70"/>
                  </a:lnTo>
                  <a:cubicBezTo>
                    <a:pt x="22" y="108"/>
                    <a:pt x="0" y="160"/>
                    <a:pt x="0" y="217"/>
                  </a:cubicBezTo>
                  <a:cubicBezTo>
                    <a:pt x="0" y="336"/>
                    <a:pt x="97" y="433"/>
                    <a:pt x="217" y="433"/>
                  </a:cubicBezTo>
                  <a:cubicBezTo>
                    <a:pt x="273" y="433"/>
                    <a:pt x="325" y="411"/>
                    <a:pt x="364" y="375"/>
                  </a:cubicBezTo>
                  <a:lnTo>
                    <a:pt x="316" y="328"/>
                  </a:lnTo>
                  <a:cubicBezTo>
                    <a:pt x="290" y="352"/>
                    <a:pt x="255" y="367"/>
                    <a:pt x="217" y="367"/>
                  </a:cubicBezTo>
                  <a:close/>
                  <a:moveTo>
                    <a:pt x="433" y="217"/>
                  </a:moveTo>
                  <a:cubicBezTo>
                    <a:pt x="433" y="273"/>
                    <a:pt x="411" y="325"/>
                    <a:pt x="375" y="364"/>
                  </a:cubicBezTo>
                  <a:lnTo>
                    <a:pt x="328" y="317"/>
                  </a:lnTo>
                  <a:cubicBezTo>
                    <a:pt x="352" y="290"/>
                    <a:pt x="367" y="255"/>
                    <a:pt x="367" y="217"/>
                  </a:cubicBezTo>
                  <a:cubicBezTo>
                    <a:pt x="367" y="137"/>
                    <a:pt x="304" y="71"/>
                    <a:pt x="225" y="67"/>
                  </a:cubicBezTo>
                  <a:lnTo>
                    <a:pt x="225" y="0"/>
                  </a:lnTo>
                  <a:cubicBezTo>
                    <a:pt x="341" y="5"/>
                    <a:pt x="433" y="100"/>
                    <a:pt x="433" y="21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35" name="Gruppieren 65">
            <a:extLst>
              <a:ext uri="{FF2B5EF4-FFF2-40B4-BE49-F238E27FC236}">
                <a16:creationId xmlns:a16="http://schemas.microsoft.com/office/drawing/2014/main" id="{C0F86B01-F4B6-7533-2BC6-271B3EB4F6AA}"/>
              </a:ext>
            </a:extLst>
          </p:cNvPr>
          <p:cNvGrpSpPr/>
          <p:nvPr/>
        </p:nvGrpSpPr>
        <p:grpSpPr bwMode="gray">
          <a:xfrm>
            <a:off x="540065" y="4746828"/>
            <a:ext cx="754062" cy="754062"/>
            <a:chOff x="3360738" y="4746828"/>
            <a:chExt cx="754062" cy="754062"/>
          </a:xfrm>
        </p:grpSpPr>
        <p:sp>
          <p:nvSpPr>
            <p:cNvPr id="36" name="Rectangle 154">
              <a:extLst>
                <a:ext uri="{FF2B5EF4-FFF2-40B4-BE49-F238E27FC236}">
                  <a16:creationId xmlns:a16="http://schemas.microsoft.com/office/drawing/2014/main" id="{80A2A5CA-0714-F2E7-39E0-3367A953B311}"/>
                </a:ext>
              </a:extLst>
            </p:cNvPr>
            <p:cNvSpPr/>
            <p:nvPr/>
          </p:nvSpPr>
          <p:spPr bwMode="gray">
            <a:xfrm>
              <a:off x="3360738" y="4746828"/>
              <a:ext cx="754062" cy="754062"/>
            </a:xfrm>
            <a:prstGeom prst="rect">
              <a:avLst/>
            </a:prstGeom>
            <a:solidFill>
              <a:srgbClr val="87D2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Freeform 17">
              <a:extLst>
                <a:ext uri="{FF2B5EF4-FFF2-40B4-BE49-F238E27FC236}">
                  <a16:creationId xmlns:a16="http://schemas.microsoft.com/office/drawing/2014/main" id="{A5483D25-6290-8E8C-B4F8-FE646BB8DEF8}"/>
                </a:ext>
              </a:extLst>
            </p:cNvPr>
            <p:cNvSpPr>
              <a:spLocks/>
            </p:cNvSpPr>
            <p:nvPr/>
          </p:nvSpPr>
          <p:spPr bwMode="gray">
            <a:xfrm>
              <a:off x="3472657" y="4950822"/>
              <a:ext cx="530225" cy="346075"/>
            </a:xfrm>
            <a:custGeom>
              <a:avLst/>
              <a:gdLst>
                <a:gd name="T0" fmla="*/ 367 w 433"/>
                <a:gd name="T1" fmla="*/ 119 h 284"/>
                <a:gd name="T2" fmla="*/ 367 w 433"/>
                <a:gd name="T3" fmla="*/ 117 h 284"/>
                <a:gd name="T4" fmla="*/ 300 w 433"/>
                <a:gd name="T5" fmla="*/ 50 h 284"/>
                <a:gd name="T6" fmla="*/ 270 w 433"/>
                <a:gd name="T7" fmla="*/ 58 h 284"/>
                <a:gd name="T8" fmla="*/ 175 w 433"/>
                <a:gd name="T9" fmla="*/ 0 h 284"/>
                <a:gd name="T10" fmla="*/ 67 w 433"/>
                <a:gd name="T11" fmla="*/ 109 h 284"/>
                <a:gd name="T12" fmla="*/ 67 w 433"/>
                <a:gd name="T13" fmla="*/ 119 h 284"/>
                <a:gd name="T14" fmla="*/ 0 w 433"/>
                <a:gd name="T15" fmla="*/ 200 h 284"/>
                <a:gd name="T16" fmla="*/ 83 w 433"/>
                <a:gd name="T17" fmla="*/ 284 h 284"/>
                <a:gd name="T18" fmla="*/ 350 w 433"/>
                <a:gd name="T19" fmla="*/ 284 h 284"/>
                <a:gd name="T20" fmla="*/ 433 w 433"/>
                <a:gd name="T21" fmla="*/ 200 h 284"/>
                <a:gd name="T22" fmla="*/ 367 w 433"/>
                <a:gd name="T23" fmla="*/ 11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3" h="284">
                  <a:moveTo>
                    <a:pt x="367" y="119"/>
                  </a:moveTo>
                  <a:cubicBezTo>
                    <a:pt x="367" y="118"/>
                    <a:pt x="367" y="118"/>
                    <a:pt x="367" y="117"/>
                  </a:cubicBezTo>
                  <a:cubicBezTo>
                    <a:pt x="367" y="80"/>
                    <a:pt x="337" y="50"/>
                    <a:pt x="300" y="50"/>
                  </a:cubicBezTo>
                  <a:cubicBezTo>
                    <a:pt x="289" y="50"/>
                    <a:pt x="279" y="53"/>
                    <a:pt x="270" y="58"/>
                  </a:cubicBezTo>
                  <a:cubicBezTo>
                    <a:pt x="252" y="23"/>
                    <a:pt x="216" y="0"/>
                    <a:pt x="175" y="0"/>
                  </a:cubicBezTo>
                  <a:cubicBezTo>
                    <a:pt x="115" y="0"/>
                    <a:pt x="67" y="49"/>
                    <a:pt x="67" y="109"/>
                  </a:cubicBezTo>
                  <a:cubicBezTo>
                    <a:pt x="67" y="112"/>
                    <a:pt x="67" y="115"/>
                    <a:pt x="67" y="119"/>
                  </a:cubicBezTo>
                  <a:cubicBezTo>
                    <a:pt x="29" y="126"/>
                    <a:pt x="0" y="160"/>
                    <a:pt x="0" y="200"/>
                  </a:cubicBezTo>
                  <a:cubicBezTo>
                    <a:pt x="0" y="246"/>
                    <a:pt x="37" y="284"/>
                    <a:pt x="83" y="284"/>
                  </a:cubicBezTo>
                  <a:lnTo>
                    <a:pt x="350" y="284"/>
                  </a:lnTo>
                  <a:cubicBezTo>
                    <a:pt x="396" y="284"/>
                    <a:pt x="433" y="246"/>
                    <a:pt x="433" y="200"/>
                  </a:cubicBezTo>
                  <a:cubicBezTo>
                    <a:pt x="433" y="160"/>
                    <a:pt x="405" y="126"/>
                    <a:pt x="367" y="1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38" name="Gruppieren 67">
            <a:extLst>
              <a:ext uri="{FF2B5EF4-FFF2-40B4-BE49-F238E27FC236}">
                <a16:creationId xmlns:a16="http://schemas.microsoft.com/office/drawing/2014/main" id="{2442FDC1-2849-16A6-E309-2227032EC430}"/>
              </a:ext>
            </a:extLst>
          </p:cNvPr>
          <p:cNvGrpSpPr/>
          <p:nvPr/>
        </p:nvGrpSpPr>
        <p:grpSpPr bwMode="gray">
          <a:xfrm>
            <a:off x="10874376" y="3299063"/>
            <a:ext cx="754062" cy="754062"/>
            <a:chOff x="8054539" y="3299063"/>
            <a:chExt cx="754062" cy="754062"/>
          </a:xfrm>
        </p:grpSpPr>
        <p:sp>
          <p:nvSpPr>
            <p:cNvPr id="39" name="Rectangle 151">
              <a:extLst>
                <a:ext uri="{FF2B5EF4-FFF2-40B4-BE49-F238E27FC236}">
                  <a16:creationId xmlns:a16="http://schemas.microsoft.com/office/drawing/2014/main" id="{9C99EE1C-467A-022D-EFC8-C1436DE10DE4}"/>
                </a:ext>
              </a:extLst>
            </p:cNvPr>
            <p:cNvSpPr/>
            <p:nvPr/>
          </p:nvSpPr>
          <p:spPr bwMode="gray">
            <a:xfrm>
              <a:off x="8054539" y="3299063"/>
              <a:ext cx="754062" cy="75406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Freeform 21">
              <a:extLst>
                <a:ext uri="{FF2B5EF4-FFF2-40B4-BE49-F238E27FC236}">
                  <a16:creationId xmlns:a16="http://schemas.microsoft.com/office/drawing/2014/main" id="{AA8E3C1A-0741-5013-3648-561F4684FBCA}"/>
                </a:ext>
              </a:extLst>
            </p:cNvPr>
            <p:cNvSpPr>
              <a:spLocks noEditPoints="1"/>
            </p:cNvSpPr>
            <p:nvPr/>
          </p:nvSpPr>
          <p:spPr bwMode="gray">
            <a:xfrm>
              <a:off x="8165664" y="3441938"/>
              <a:ext cx="531813" cy="468313"/>
            </a:xfrm>
            <a:custGeom>
              <a:avLst/>
              <a:gdLst>
                <a:gd name="T0" fmla="*/ 127 w 435"/>
                <a:gd name="T1" fmla="*/ 213 h 384"/>
                <a:gd name="T2" fmla="*/ 174 w 435"/>
                <a:gd name="T3" fmla="*/ 195 h 384"/>
                <a:gd name="T4" fmla="*/ 155 w 435"/>
                <a:gd name="T5" fmla="*/ 142 h 384"/>
                <a:gd name="T6" fmla="*/ 156 w 435"/>
                <a:gd name="T7" fmla="*/ 134 h 384"/>
                <a:gd name="T8" fmla="*/ 132 w 435"/>
                <a:gd name="T9" fmla="*/ 125 h 384"/>
                <a:gd name="T10" fmla="*/ 101 w 435"/>
                <a:gd name="T11" fmla="*/ 157 h 384"/>
                <a:gd name="T12" fmla="*/ 70 w 435"/>
                <a:gd name="T13" fmla="*/ 125 h 384"/>
                <a:gd name="T14" fmla="*/ 16 w 435"/>
                <a:gd name="T15" fmla="*/ 145 h 384"/>
                <a:gd name="T16" fmla="*/ 1 w 435"/>
                <a:gd name="T17" fmla="*/ 168 h 384"/>
                <a:gd name="T18" fmla="*/ 13 w 435"/>
                <a:gd name="T19" fmla="*/ 300 h 384"/>
                <a:gd name="T20" fmla="*/ 105 w 435"/>
                <a:gd name="T21" fmla="*/ 300 h 384"/>
                <a:gd name="T22" fmla="*/ 101 w 435"/>
                <a:gd name="T23" fmla="*/ 253 h 384"/>
                <a:gd name="T24" fmla="*/ 127 w 435"/>
                <a:gd name="T25" fmla="*/ 213 h 384"/>
                <a:gd name="T26" fmla="*/ 303 w 435"/>
                <a:gd name="T27" fmla="*/ 228 h 384"/>
                <a:gd name="T28" fmla="*/ 249 w 435"/>
                <a:gd name="T29" fmla="*/ 209 h 384"/>
                <a:gd name="T30" fmla="*/ 218 w 435"/>
                <a:gd name="T31" fmla="*/ 240 h 384"/>
                <a:gd name="T32" fmla="*/ 186 w 435"/>
                <a:gd name="T33" fmla="*/ 209 h 384"/>
                <a:gd name="T34" fmla="*/ 132 w 435"/>
                <a:gd name="T35" fmla="*/ 228 h 384"/>
                <a:gd name="T36" fmla="*/ 118 w 435"/>
                <a:gd name="T37" fmla="*/ 251 h 384"/>
                <a:gd name="T38" fmla="*/ 129 w 435"/>
                <a:gd name="T39" fmla="*/ 384 h 384"/>
                <a:gd name="T40" fmla="*/ 306 w 435"/>
                <a:gd name="T41" fmla="*/ 384 h 384"/>
                <a:gd name="T42" fmla="*/ 318 w 435"/>
                <a:gd name="T43" fmla="*/ 251 h 384"/>
                <a:gd name="T44" fmla="*/ 303 w 435"/>
                <a:gd name="T45" fmla="*/ 228 h 384"/>
                <a:gd name="T46" fmla="*/ 420 w 435"/>
                <a:gd name="T47" fmla="*/ 145 h 384"/>
                <a:gd name="T48" fmla="*/ 366 w 435"/>
                <a:gd name="T49" fmla="*/ 125 h 384"/>
                <a:gd name="T50" fmla="*/ 334 w 435"/>
                <a:gd name="T51" fmla="*/ 157 h 384"/>
                <a:gd name="T52" fmla="*/ 303 w 435"/>
                <a:gd name="T53" fmla="*/ 125 h 384"/>
                <a:gd name="T54" fmla="*/ 279 w 435"/>
                <a:gd name="T55" fmla="*/ 134 h 384"/>
                <a:gd name="T56" fmla="*/ 280 w 435"/>
                <a:gd name="T57" fmla="*/ 142 h 384"/>
                <a:gd name="T58" fmla="*/ 261 w 435"/>
                <a:gd name="T59" fmla="*/ 195 h 384"/>
                <a:gd name="T60" fmla="*/ 309 w 435"/>
                <a:gd name="T61" fmla="*/ 213 h 384"/>
                <a:gd name="T62" fmla="*/ 334 w 435"/>
                <a:gd name="T63" fmla="*/ 253 h 384"/>
                <a:gd name="T64" fmla="*/ 330 w 435"/>
                <a:gd name="T65" fmla="*/ 300 h 384"/>
                <a:gd name="T66" fmla="*/ 423 w 435"/>
                <a:gd name="T67" fmla="*/ 300 h 384"/>
                <a:gd name="T68" fmla="*/ 434 w 435"/>
                <a:gd name="T69" fmla="*/ 168 h 384"/>
                <a:gd name="T70" fmla="*/ 420 w 435"/>
                <a:gd name="T71" fmla="*/ 145 h 384"/>
                <a:gd name="T72" fmla="*/ 334 w 435"/>
                <a:gd name="T73" fmla="*/ 117 h 384"/>
                <a:gd name="T74" fmla="*/ 380 w 435"/>
                <a:gd name="T75" fmla="*/ 59 h 384"/>
                <a:gd name="T76" fmla="*/ 334 w 435"/>
                <a:gd name="T77" fmla="*/ 0 h 384"/>
                <a:gd name="T78" fmla="*/ 289 w 435"/>
                <a:gd name="T79" fmla="*/ 59 h 384"/>
                <a:gd name="T80" fmla="*/ 334 w 435"/>
                <a:gd name="T81" fmla="*/ 117 h 384"/>
                <a:gd name="T82" fmla="*/ 218 w 435"/>
                <a:gd name="T83" fmla="*/ 200 h 384"/>
                <a:gd name="T84" fmla="*/ 264 w 435"/>
                <a:gd name="T85" fmla="*/ 142 h 384"/>
                <a:gd name="T86" fmla="*/ 218 w 435"/>
                <a:gd name="T87" fmla="*/ 84 h 384"/>
                <a:gd name="T88" fmla="*/ 172 w 435"/>
                <a:gd name="T89" fmla="*/ 142 h 384"/>
                <a:gd name="T90" fmla="*/ 218 w 435"/>
                <a:gd name="T91" fmla="*/ 200 h 384"/>
                <a:gd name="T92" fmla="*/ 55 w 435"/>
                <a:gd name="T93" fmla="*/ 59 h 384"/>
                <a:gd name="T94" fmla="*/ 101 w 435"/>
                <a:gd name="T95" fmla="*/ 0 h 384"/>
                <a:gd name="T96" fmla="*/ 147 w 435"/>
                <a:gd name="T97" fmla="*/ 59 h 384"/>
                <a:gd name="T98" fmla="*/ 101 w 435"/>
                <a:gd name="T99" fmla="*/ 117 h 384"/>
                <a:gd name="T100" fmla="*/ 55 w 435"/>
                <a:gd name="T101" fmla="*/ 59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435" h="384">
                  <a:moveTo>
                    <a:pt x="127" y="213"/>
                  </a:moveTo>
                  <a:lnTo>
                    <a:pt x="174" y="195"/>
                  </a:lnTo>
                  <a:cubicBezTo>
                    <a:pt x="162" y="182"/>
                    <a:pt x="155" y="163"/>
                    <a:pt x="155" y="142"/>
                  </a:cubicBezTo>
                  <a:cubicBezTo>
                    <a:pt x="155" y="139"/>
                    <a:pt x="156" y="137"/>
                    <a:pt x="156" y="134"/>
                  </a:cubicBezTo>
                  <a:lnTo>
                    <a:pt x="132" y="125"/>
                  </a:lnTo>
                  <a:lnTo>
                    <a:pt x="101" y="157"/>
                  </a:lnTo>
                  <a:lnTo>
                    <a:pt x="70" y="125"/>
                  </a:lnTo>
                  <a:lnTo>
                    <a:pt x="16" y="145"/>
                  </a:lnTo>
                  <a:cubicBezTo>
                    <a:pt x="6" y="148"/>
                    <a:pt x="0" y="158"/>
                    <a:pt x="1" y="168"/>
                  </a:cubicBezTo>
                  <a:lnTo>
                    <a:pt x="13" y="300"/>
                  </a:lnTo>
                  <a:lnTo>
                    <a:pt x="105" y="300"/>
                  </a:lnTo>
                  <a:lnTo>
                    <a:pt x="101" y="253"/>
                  </a:lnTo>
                  <a:cubicBezTo>
                    <a:pt x="100" y="235"/>
                    <a:pt x="110" y="219"/>
                    <a:pt x="127" y="213"/>
                  </a:cubicBezTo>
                  <a:close/>
                  <a:moveTo>
                    <a:pt x="303" y="228"/>
                  </a:moveTo>
                  <a:lnTo>
                    <a:pt x="249" y="209"/>
                  </a:lnTo>
                  <a:lnTo>
                    <a:pt x="218" y="240"/>
                  </a:lnTo>
                  <a:lnTo>
                    <a:pt x="186" y="209"/>
                  </a:lnTo>
                  <a:lnTo>
                    <a:pt x="132" y="228"/>
                  </a:lnTo>
                  <a:cubicBezTo>
                    <a:pt x="123" y="232"/>
                    <a:pt x="117" y="241"/>
                    <a:pt x="118" y="251"/>
                  </a:cubicBezTo>
                  <a:lnTo>
                    <a:pt x="129" y="384"/>
                  </a:lnTo>
                  <a:lnTo>
                    <a:pt x="306" y="384"/>
                  </a:lnTo>
                  <a:lnTo>
                    <a:pt x="318" y="251"/>
                  </a:lnTo>
                  <a:cubicBezTo>
                    <a:pt x="318" y="241"/>
                    <a:pt x="312" y="232"/>
                    <a:pt x="303" y="228"/>
                  </a:cubicBezTo>
                  <a:close/>
                  <a:moveTo>
                    <a:pt x="420" y="145"/>
                  </a:moveTo>
                  <a:lnTo>
                    <a:pt x="366" y="125"/>
                  </a:lnTo>
                  <a:lnTo>
                    <a:pt x="334" y="157"/>
                  </a:lnTo>
                  <a:lnTo>
                    <a:pt x="303" y="125"/>
                  </a:lnTo>
                  <a:lnTo>
                    <a:pt x="279" y="134"/>
                  </a:lnTo>
                  <a:cubicBezTo>
                    <a:pt x="280" y="137"/>
                    <a:pt x="280" y="139"/>
                    <a:pt x="280" y="142"/>
                  </a:cubicBezTo>
                  <a:cubicBezTo>
                    <a:pt x="280" y="163"/>
                    <a:pt x="273" y="182"/>
                    <a:pt x="261" y="195"/>
                  </a:cubicBezTo>
                  <a:lnTo>
                    <a:pt x="309" y="213"/>
                  </a:lnTo>
                  <a:cubicBezTo>
                    <a:pt x="325" y="219"/>
                    <a:pt x="336" y="235"/>
                    <a:pt x="334" y="253"/>
                  </a:cubicBezTo>
                  <a:lnTo>
                    <a:pt x="330" y="300"/>
                  </a:lnTo>
                  <a:lnTo>
                    <a:pt x="423" y="300"/>
                  </a:lnTo>
                  <a:lnTo>
                    <a:pt x="434" y="168"/>
                  </a:lnTo>
                  <a:cubicBezTo>
                    <a:pt x="435" y="158"/>
                    <a:pt x="429" y="148"/>
                    <a:pt x="420" y="145"/>
                  </a:cubicBezTo>
                  <a:close/>
                  <a:moveTo>
                    <a:pt x="334" y="117"/>
                  </a:moveTo>
                  <a:cubicBezTo>
                    <a:pt x="360" y="117"/>
                    <a:pt x="380" y="91"/>
                    <a:pt x="380" y="59"/>
                  </a:cubicBezTo>
                  <a:cubicBezTo>
                    <a:pt x="380" y="26"/>
                    <a:pt x="360" y="0"/>
                    <a:pt x="334" y="0"/>
                  </a:cubicBezTo>
                  <a:cubicBezTo>
                    <a:pt x="309" y="0"/>
                    <a:pt x="289" y="26"/>
                    <a:pt x="289" y="59"/>
                  </a:cubicBezTo>
                  <a:cubicBezTo>
                    <a:pt x="289" y="91"/>
                    <a:pt x="309" y="117"/>
                    <a:pt x="334" y="117"/>
                  </a:cubicBezTo>
                  <a:close/>
                  <a:moveTo>
                    <a:pt x="218" y="200"/>
                  </a:moveTo>
                  <a:cubicBezTo>
                    <a:pt x="243" y="200"/>
                    <a:pt x="264" y="174"/>
                    <a:pt x="264" y="142"/>
                  </a:cubicBezTo>
                  <a:cubicBezTo>
                    <a:pt x="264" y="110"/>
                    <a:pt x="243" y="84"/>
                    <a:pt x="218" y="84"/>
                  </a:cubicBezTo>
                  <a:cubicBezTo>
                    <a:pt x="192" y="84"/>
                    <a:pt x="172" y="110"/>
                    <a:pt x="172" y="142"/>
                  </a:cubicBezTo>
                  <a:cubicBezTo>
                    <a:pt x="172" y="174"/>
                    <a:pt x="192" y="200"/>
                    <a:pt x="218" y="200"/>
                  </a:cubicBezTo>
                  <a:close/>
                  <a:moveTo>
                    <a:pt x="55" y="59"/>
                  </a:moveTo>
                  <a:cubicBezTo>
                    <a:pt x="55" y="26"/>
                    <a:pt x="76" y="0"/>
                    <a:pt x="101" y="0"/>
                  </a:cubicBezTo>
                  <a:cubicBezTo>
                    <a:pt x="126" y="0"/>
                    <a:pt x="147" y="26"/>
                    <a:pt x="147" y="59"/>
                  </a:cubicBezTo>
                  <a:cubicBezTo>
                    <a:pt x="147" y="91"/>
                    <a:pt x="126" y="117"/>
                    <a:pt x="101" y="117"/>
                  </a:cubicBezTo>
                  <a:cubicBezTo>
                    <a:pt x="76" y="117"/>
                    <a:pt x="55" y="91"/>
                    <a:pt x="55" y="5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41" name="Gruppieren 66">
            <a:extLst>
              <a:ext uri="{FF2B5EF4-FFF2-40B4-BE49-F238E27FC236}">
                <a16:creationId xmlns:a16="http://schemas.microsoft.com/office/drawing/2014/main" id="{E7FE70ED-AFE4-0C49-A1AE-C5CE2D84A802}"/>
              </a:ext>
            </a:extLst>
          </p:cNvPr>
          <p:cNvGrpSpPr/>
          <p:nvPr/>
        </p:nvGrpSpPr>
        <p:grpSpPr bwMode="gray">
          <a:xfrm>
            <a:off x="10874376" y="4746828"/>
            <a:ext cx="754062" cy="754062"/>
            <a:chOff x="8054539" y="4746828"/>
            <a:chExt cx="754062" cy="754062"/>
          </a:xfrm>
        </p:grpSpPr>
        <p:sp>
          <p:nvSpPr>
            <p:cNvPr id="42" name="Rectangle 152">
              <a:extLst>
                <a:ext uri="{FF2B5EF4-FFF2-40B4-BE49-F238E27FC236}">
                  <a16:creationId xmlns:a16="http://schemas.microsoft.com/office/drawing/2014/main" id="{8D316A29-34D4-419B-F9DF-FE9EAE185815}"/>
                </a:ext>
              </a:extLst>
            </p:cNvPr>
            <p:cNvSpPr/>
            <p:nvPr/>
          </p:nvSpPr>
          <p:spPr bwMode="gray">
            <a:xfrm>
              <a:off x="8054539" y="4746828"/>
              <a:ext cx="754062" cy="75406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37">
              <a:extLst>
                <a:ext uri="{FF2B5EF4-FFF2-40B4-BE49-F238E27FC236}">
                  <a16:creationId xmlns:a16="http://schemas.microsoft.com/office/drawing/2014/main" id="{360DFBDD-842C-0884-7C25-4B2086C7E9D7}"/>
                </a:ext>
              </a:extLst>
            </p:cNvPr>
            <p:cNvSpPr>
              <a:spLocks noEditPoints="1"/>
            </p:cNvSpPr>
            <p:nvPr/>
          </p:nvSpPr>
          <p:spPr bwMode="gray">
            <a:xfrm>
              <a:off x="8156139" y="4849222"/>
              <a:ext cx="550863" cy="549275"/>
            </a:xfrm>
            <a:custGeom>
              <a:avLst/>
              <a:gdLst>
                <a:gd name="T0" fmla="*/ 175 w 450"/>
                <a:gd name="T1" fmla="*/ 275 h 450"/>
                <a:gd name="T2" fmla="*/ 275 w 450"/>
                <a:gd name="T3" fmla="*/ 175 h 450"/>
                <a:gd name="T4" fmla="*/ 375 w 450"/>
                <a:gd name="T5" fmla="*/ 233 h 450"/>
                <a:gd name="T6" fmla="*/ 425 w 450"/>
                <a:gd name="T7" fmla="*/ 250 h 450"/>
                <a:gd name="T8" fmla="*/ 425 w 450"/>
                <a:gd name="T9" fmla="*/ 200 h 450"/>
                <a:gd name="T10" fmla="*/ 375 w 450"/>
                <a:gd name="T11" fmla="*/ 216 h 450"/>
                <a:gd name="T12" fmla="*/ 401 w 450"/>
                <a:gd name="T13" fmla="*/ 150 h 450"/>
                <a:gd name="T14" fmla="*/ 450 w 450"/>
                <a:gd name="T15" fmla="*/ 141 h 450"/>
                <a:gd name="T16" fmla="*/ 401 w 450"/>
                <a:gd name="T17" fmla="*/ 133 h 450"/>
                <a:gd name="T18" fmla="*/ 375 w 450"/>
                <a:gd name="T19" fmla="*/ 75 h 450"/>
                <a:gd name="T20" fmla="*/ 316 w 450"/>
                <a:gd name="T21" fmla="*/ 48 h 450"/>
                <a:gd name="T22" fmla="*/ 308 w 450"/>
                <a:gd name="T23" fmla="*/ 0 h 450"/>
                <a:gd name="T24" fmla="*/ 300 w 450"/>
                <a:gd name="T25" fmla="*/ 48 h 450"/>
                <a:gd name="T26" fmla="*/ 233 w 450"/>
                <a:gd name="T27" fmla="*/ 75 h 450"/>
                <a:gd name="T28" fmla="*/ 250 w 450"/>
                <a:gd name="T29" fmla="*/ 25 h 450"/>
                <a:gd name="T30" fmla="*/ 200 w 450"/>
                <a:gd name="T31" fmla="*/ 25 h 450"/>
                <a:gd name="T32" fmla="*/ 216 w 450"/>
                <a:gd name="T33" fmla="*/ 75 h 450"/>
                <a:gd name="T34" fmla="*/ 150 w 450"/>
                <a:gd name="T35" fmla="*/ 48 h 450"/>
                <a:gd name="T36" fmla="*/ 141 w 450"/>
                <a:gd name="T37" fmla="*/ 0 h 450"/>
                <a:gd name="T38" fmla="*/ 133 w 450"/>
                <a:gd name="T39" fmla="*/ 48 h 450"/>
                <a:gd name="T40" fmla="*/ 75 w 450"/>
                <a:gd name="T41" fmla="*/ 75 h 450"/>
                <a:gd name="T42" fmla="*/ 48 w 450"/>
                <a:gd name="T43" fmla="*/ 133 h 450"/>
                <a:gd name="T44" fmla="*/ 0 w 450"/>
                <a:gd name="T45" fmla="*/ 141 h 450"/>
                <a:gd name="T46" fmla="*/ 48 w 450"/>
                <a:gd name="T47" fmla="*/ 150 h 450"/>
                <a:gd name="T48" fmla="*/ 75 w 450"/>
                <a:gd name="T49" fmla="*/ 216 h 450"/>
                <a:gd name="T50" fmla="*/ 25 w 450"/>
                <a:gd name="T51" fmla="*/ 200 h 450"/>
                <a:gd name="T52" fmla="*/ 25 w 450"/>
                <a:gd name="T53" fmla="*/ 250 h 450"/>
                <a:gd name="T54" fmla="*/ 75 w 450"/>
                <a:gd name="T55" fmla="*/ 233 h 450"/>
                <a:gd name="T56" fmla="*/ 48 w 450"/>
                <a:gd name="T57" fmla="*/ 300 h 450"/>
                <a:gd name="T58" fmla="*/ 0 w 450"/>
                <a:gd name="T59" fmla="*/ 308 h 450"/>
                <a:gd name="T60" fmla="*/ 48 w 450"/>
                <a:gd name="T61" fmla="*/ 316 h 450"/>
                <a:gd name="T62" fmla="*/ 75 w 450"/>
                <a:gd name="T63" fmla="*/ 375 h 450"/>
                <a:gd name="T64" fmla="*/ 133 w 450"/>
                <a:gd name="T65" fmla="*/ 401 h 450"/>
                <a:gd name="T66" fmla="*/ 141 w 450"/>
                <a:gd name="T67" fmla="*/ 450 h 450"/>
                <a:gd name="T68" fmla="*/ 150 w 450"/>
                <a:gd name="T69" fmla="*/ 401 h 450"/>
                <a:gd name="T70" fmla="*/ 216 w 450"/>
                <a:gd name="T71" fmla="*/ 375 h 450"/>
                <a:gd name="T72" fmla="*/ 200 w 450"/>
                <a:gd name="T73" fmla="*/ 425 h 450"/>
                <a:gd name="T74" fmla="*/ 250 w 450"/>
                <a:gd name="T75" fmla="*/ 425 h 450"/>
                <a:gd name="T76" fmla="*/ 233 w 450"/>
                <a:gd name="T77" fmla="*/ 375 h 450"/>
                <a:gd name="T78" fmla="*/ 300 w 450"/>
                <a:gd name="T79" fmla="*/ 401 h 450"/>
                <a:gd name="T80" fmla="*/ 308 w 450"/>
                <a:gd name="T81" fmla="*/ 450 h 450"/>
                <a:gd name="T82" fmla="*/ 316 w 450"/>
                <a:gd name="T83" fmla="*/ 401 h 450"/>
                <a:gd name="T84" fmla="*/ 375 w 450"/>
                <a:gd name="T85" fmla="*/ 375 h 450"/>
                <a:gd name="T86" fmla="*/ 401 w 450"/>
                <a:gd name="T87" fmla="*/ 316 h 450"/>
                <a:gd name="T88" fmla="*/ 450 w 450"/>
                <a:gd name="T89" fmla="*/ 308 h 450"/>
                <a:gd name="T90" fmla="*/ 401 w 450"/>
                <a:gd name="T91" fmla="*/ 300 h 450"/>
                <a:gd name="T92" fmla="*/ 375 w 450"/>
                <a:gd name="T93" fmla="*/ 233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50" h="450">
                  <a:moveTo>
                    <a:pt x="275" y="275"/>
                  </a:moveTo>
                  <a:lnTo>
                    <a:pt x="175" y="275"/>
                  </a:lnTo>
                  <a:lnTo>
                    <a:pt x="175" y="175"/>
                  </a:lnTo>
                  <a:lnTo>
                    <a:pt x="275" y="175"/>
                  </a:lnTo>
                  <a:lnTo>
                    <a:pt x="275" y="275"/>
                  </a:lnTo>
                  <a:close/>
                  <a:moveTo>
                    <a:pt x="375" y="233"/>
                  </a:moveTo>
                  <a:lnTo>
                    <a:pt x="401" y="233"/>
                  </a:lnTo>
                  <a:cubicBezTo>
                    <a:pt x="405" y="243"/>
                    <a:pt x="414" y="250"/>
                    <a:pt x="425" y="250"/>
                  </a:cubicBezTo>
                  <a:cubicBezTo>
                    <a:pt x="438" y="250"/>
                    <a:pt x="450" y="238"/>
                    <a:pt x="450" y="225"/>
                  </a:cubicBezTo>
                  <a:cubicBezTo>
                    <a:pt x="450" y="211"/>
                    <a:pt x="438" y="200"/>
                    <a:pt x="425" y="200"/>
                  </a:cubicBezTo>
                  <a:cubicBezTo>
                    <a:pt x="414" y="200"/>
                    <a:pt x="405" y="207"/>
                    <a:pt x="401" y="216"/>
                  </a:cubicBezTo>
                  <a:lnTo>
                    <a:pt x="375" y="216"/>
                  </a:lnTo>
                  <a:lnTo>
                    <a:pt x="375" y="150"/>
                  </a:lnTo>
                  <a:lnTo>
                    <a:pt x="401" y="150"/>
                  </a:lnTo>
                  <a:cubicBezTo>
                    <a:pt x="405" y="159"/>
                    <a:pt x="414" y="166"/>
                    <a:pt x="425" y="166"/>
                  </a:cubicBezTo>
                  <a:cubicBezTo>
                    <a:pt x="438" y="166"/>
                    <a:pt x="450" y="155"/>
                    <a:pt x="450" y="141"/>
                  </a:cubicBezTo>
                  <a:cubicBezTo>
                    <a:pt x="450" y="128"/>
                    <a:pt x="438" y="116"/>
                    <a:pt x="425" y="116"/>
                  </a:cubicBezTo>
                  <a:cubicBezTo>
                    <a:pt x="414" y="116"/>
                    <a:pt x="405" y="123"/>
                    <a:pt x="401" y="133"/>
                  </a:cubicBezTo>
                  <a:lnTo>
                    <a:pt x="375" y="133"/>
                  </a:lnTo>
                  <a:lnTo>
                    <a:pt x="375" y="75"/>
                  </a:lnTo>
                  <a:lnTo>
                    <a:pt x="316" y="75"/>
                  </a:lnTo>
                  <a:lnTo>
                    <a:pt x="316" y="48"/>
                  </a:lnTo>
                  <a:cubicBezTo>
                    <a:pt x="326" y="45"/>
                    <a:pt x="333" y="36"/>
                    <a:pt x="333" y="25"/>
                  </a:cubicBezTo>
                  <a:cubicBezTo>
                    <a:pt x="333" y="11"/>
                    <a:pt x="322" y="0"/>
                    <a:pt x="308" y="0"/>
                  </a:cubicBezTo>
                  <a:cubicBezTo>
                    <a:pt x="294" y="0"/>
                    <a:pt x="283" y="11"/>
                    <a:pt x="283" y="25"/>
                  </a:cubicBezTo>
                  <a:cubicBezTo>
                    <a:pt x="283" y="36"/>
                    <a:pt x="290" y="45"/>
                    <a:pt x="300" y="48"/>
                  </a:cubicBezTo>
                  <a:lnTo>
                    <a:pt x="300" y="75"/>
                  </a:lnTo>
                  <a:lnTo>
                    <a:pt x="233" y="75"/>
                  </a:lnTo>
                  <a:lnTo>
                    <a:pt x="233" y="48"/>
                  </a:lnTo>
                  <a:cubicBezTo>
                    <a:pt x="243" y="45"/>
                    <a:pt x="250" y="36"/>
                    <a:pt x="250" y="25"/>
                  </a:cubicBezTo>
                  <a:cubicBezTo>
                    <a:pt x="250" y="11"/>
                    <a:pt x="238" y="0"/>
                    <a:pt x="225" y="0"/>
                  </a:cubicBezTo>
                  <a:cubicBezTo>
                    <a:pt x="211" y="0"/>
                    <a:pt x="200" y="11"/>
                    <a:pt x="200" y="25"/>
                  </a:cubicBezTo>
                  <a:cubicBezTo>
                    <a:pt x="200" y="36"/>
                    <a:pt x="207" y="45"/>
                    <a:pt x="216" y="48"/>
                  </a:cubicBezTo>
                  <a:lnTo>
                    <a:pt x="216" y="75"/>
                  </a:lnTo>
                  <a:lnTo>
                    <a:pt x="150" y="75"/>
                  </a:lnTo>
                  <a:lnTo>
                    <a:pt x="150" y="48"/>
                  </a:lnTo>
                  <a:cubicBezTo>
                    <a:pt x="159" y="45"/>
                    <a:pt x="166" y="36"/>
                    <a:pt x="166" y="25"/>
                  </a:cubicBezTo>
                  <a:cubicBezTo>
                    <a:pt x="166" y="11"/>
                    <a:pt x="155" y="0"/>
                    <a:pt x="141" y="0"/>
                  </a:cubicBezTo>
                  <a:cubicBezTo>
                    <a:pt x="128" y="0"/>
                    <a:pt x="116" y="11"/>
                    <a:pt x="116" y="25"/>
                  </a:cubicBezTo>
                  <a:cubicBezTo>
                    <a:pt x="116" y="36"/>
                    <a:pt x="123" y="45"/>
                    <a:pt x="133" y="48"/>
                  </a:cubicBezTo>
                  <a:lnTo>
                    <a:pt x="133" y="75"/>
                  </a:lnTo>
                  <a:lnTo>
                    <a:pt x="75" y="75"/>
                  </a:lnTo>
                  <a:lnTo>
                    <a:pt x="75" y="133"/>
                  </a:lnTo>
                  <a:lnTo>
                    <a:pt x="48" y="133"/>
                  </a:lnTo>
                  <a:cubicBezTo>
                    <a:pt x="45" y="123"/>
                    <a:pt x="36" y="116"/>
                    <a:pt x="25" y="116"/>
                  </a:cubicBezTo>
                  <a:cubicBezTo>
                    <a:pt x="11" y="116"/>
                    <a:pt x="0" y="128"/>
                    <a:pt x="0" y="141"/>
                  </a:cubicBezTo>
                  <a:cubicBezTo>
                    <a:pt x="0" y="155"/>
                    <a:pt x="11" y="166"/>
                    <a:pt x="25" y="166"/>
                  </a:cubicBezTo>
                  <a:cubicBezTo>
                    <a:pt x="36" y="166"/>
                    <a:pt x="45" y="159"/>
                    <a:pt x="48" y="150"/>
                  </a:cubicBezTo>
                  <a:lnTo>
                    <a:pt x="75" y="150"/>
                  </a:lnTo>
                  <a:lnTo>
                    <a:pt x="75" y="216"/>
                  </a:lnTo>
                  <a:lnTo>
                    <a:pt x="48" y="216"/>
                  </a:lnTo>
                  <a:cubicBezTo>
                    <a:pt x="45" y="207"/>
                    <a:pt x="36" y="200"/>
                    <a:pt x="25" y="200"/>
                  </a:cubicBezTo>
                  <a:cubicBezTo>
                    <a:pt x="11" y="200"/>
                    <a:pt x="0" y="211"/>
                    <a:pt x="0" y="225"/>
                  </a:cubicBezTo>
                  <a:cubicBezTo>
                    <a:pt x="0" y="238"/>
                    <a:pt x="11" y="250"/>
                    <a:pt x="25" y="250"/>
                  </a:cubicBezTo>
                  <a:cubicBezTo>
                    <a:pt x="36" y="250"/>
                    <a:pt x="45" y="243"/>
                    <a:pt x="48" y="233"/>
                  </a:cubicBezTo>
                  <a:lnTo>
                    <a:pt x="75" y="233"/>
                  </a:lnTo>
                  <a:lnTo>
                    <a:pt x="75" y="300"/>
                  </a:lnTo>
                  <a:lnTo>
                    <a:pt x="48" y="300"/>
                  </a:lnTo>
                  <a:cubicBezTo>
                    <a:pt x="45" y="290"/>
                    <a:pt x="36" y="283"/>
                    <a:pt x="25" y="283"/>
                  </a:cubicBezTo>
                  <a:cubicBezTo>
                    <a:pt x="11" y="283"/>
                    <a:pt x="0" y="294"/>
                    <a:pt x="0" y="308"/>
                  </a:cubicBezTo>
                  <a:cubicBezTo>
                    <a:pt x="0" y="322"/>
                    <a:pt x="11" y="333"/>
                    <a:pt x="25" y="333"/>
                  </a:cubicBezTo>
                  <a:cubicBezTo>
                    <a:pt x="36" y="333"/>
                    <a:pt x="45" y="326"/>
                    <a:pt x="48" y="316"/>
                  </a:cubicBezTo>
                  <a:lnTo>
                    <a:pt x="75" y="316"/>
                  </a:lnTo>
                  <a:lnTo>
                    <a:pt x="75" y="375"/>
                  </a:lnTo>
                  <a:lnTo>
                    <a:pt x="133" y="375"/>
                  </a:lnTo>
                  <a:lnTo>
                    <a:pt x="133" y="401"/>
                  </a:lnTo>
                  <a:cubicBezTo>
                    <a:pt x="123" y="405"/>
                    <a:pt x="116" y="414"/>
                    <a:pt x="116" y="425"/>
                  </a:cubicBezTo>
                  <a:cubicBezTo>
                    <a:pt x="116" y="438"/>
                    <a:pt x="128" y="450"/>
                    <a:pt x="141" y="450"/>
                  </a:cubicBezTo>
                  <a:cubicBezTo>
                    <a:pt x="155" y="450"/>
                    <a:pt x="166" y="438"/>
                    <a:pt x="166" y="425"/>
                  </a:cubicBezTo>
                  <a:cubicBezTo>
                    <a:pt x="166" y="414"/>
                    <a:pt x="159" y="405"/>
                    <a:pt x="150" y="401"/>
                  </a:cubicBezTo>
                  <a:lnTo>
                    <a:pt x="150" y="375"/>
                  </a:lnTo>
                  <a:lnTo>
                    <a:pt x="216" y="375"/>
                  </a:lnTo>
                  <a:lnTo>
                    <a:pt x="216" y="401"/>
                  </a:lnTo>
                  <a:cubicBezTo>
                    <a:pt x="207" y="405"/>
                    <a:pt x="200" y="414"/>
                    <a:pt x="200" y="425"/>
                  </a:cubicBezTo>
                  <a:cubicBezTo>
                    <a:pt x="200" y="438"/>
                    <a:pt x="211" y="450"/>
                    <a:pt x="225" y="450"/>
                  </a:cubicBezTo>
                  <a:cubicBezTo>
                    <a:pt x="238" y="450"/>
                    <a:pt x="250" y="438"/>
                    <a:pt x="250" y="425"/>
                  </a:cubicBezTo>
                  <a:cubicBezTo>
                    <a:pt x="250" y="414"/>
                    <a:pt x="243" y="405"/>
                    <a:pt x="233" y="401"/>
                  </a:cubicBezTo>
                  <a:lnTo>
                    <a:pt x="233" y="375"/>
                  </a:lnTo>
                  <a:lnTo>
                    <a:pt x="300" y="375"/>
                  </a:lnTo>
                  <a:lnTo>
                    <a:pt x="300" y="401"/>
                  </a:lnTo>
                  <a:cubicBezTo>
                    <a:pt x="290" y="405"/>
                    <a:pt x="283" y="414"/>
                    <a:pt x="283" y="425"/>
                  </a:cubicBezTo>
                  <a:cubicBezTo>
                    <a:pt x="283" y="438"/>
                    <a:pt x="294" y="450"/>
                    <a:pt x="308" y="450"/>
                  </a:cubicBezTo>
                  <a:cubicBezTo>
                    <a:pt x="322" y="450"/>
                    <a:pt x="333" y="438"/>
                    <a:pt x="333" y="425"/>
                  </a:cubicBezTo>
                  <a:cubicBezTo>
                    <a:pt x="333" y="414"/>
                    <a:pt x="326" y="405"/>
                    <a:pt x="316" y="401"/>
                  </a:cubicBezTo>
                  <a:lnTo>
                    <a:pt x="316" y="375"/>
                  </a:lnTo>
                  <a:lnTo>
                    <a:pt x="375" y="375"/>
                  </a:lnTo>
                  <a:lnTo>
                    <a:pt x="375" y="316"/>
                  </a:lnTo>
                  <a:lnTo>
                    <a:pt x="401" y="316"/>
                  </a:lnTo>
                  <a:cubicBezTo>
                    <a:pt x="405" y="326"/>
                    <a:pt x="414" y="333"/>
                    <a:pt x="425" y="333"/>
                  </a:cubicBezTo>
                  <a:cubicBezTo>
                    <a:pt x="438" y="333"/>
                    <a:pt x="450" y="322"/>
                    <a:pt x="450" y="308"/>
                  </a:cubicBezTo>
                  <a:cubicBezTo>
                    <a:pt x="450" y="294"/>
                    <a:pt x="438" y="283"/>
                    <a:pt x="425" y="283"/>
                  </a:cubicBezTo>
                  <a:cubicBezTo>
                    <a:pt x="414" y="283"/>
                    <a:pt x="405" y="290"/>
                    <a:pt x="401" y="300"/>
                  </a:cubicBezTo>
                  <a:lnTo>
                    <a:pt x="375" y="300"/>
                  </a:lnTo>
                  <a:lnTo>
                    <a:pt x="375" y="233"/>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44" name="Gruppieren 68">
            <a:extLst>
              <a:ext uri="{FF2B5EF4-FFF2-40B4-BE49-F238E27FC236}">
                <a16:creationId xmlns:a16="http://schemas.microsoft.com/office/drawing/2014/main" id="{43CF971B-5D0C-A209-DC46-52D381CB1649}"/>
              </a:ext>
            </a:extLst>
          </p:cNvPr>
          <p:cNvGrpSpPr/>
          <p:nvPr/>
        </p:nvGrpSpPr>
        <p:grpSpPr bwMode="gray">
          <a:xfrm>
            <a:off x="10874376" y="1851298"/>
            <a:ext cx="754062" cy="754062"/>
            <a:chOff x="8054539" y="1851298"/>
            <a:chExt cx="754062" cy="754062"/>
          </a:xfrm>
        </p:grpSpPr>
        <p:sp>
          <p:nvSpPr>
            <p:cNvPr id="45" name="Rectangle 150">
              <a:extLst>
                <a:ext uri="{FF2B5EF4-FFF2-40B4-BE49-F238E27FC236}">
                  <a16:creationId xmlns:a16="http://schemas.microsoft.com/office/drawing/2014/main" id="{92145FC3-51EC-1449-B41F-DEB41B7AEE00}"/>
                </a:ext>
              </a:extLst>
            </p:cNvPr>
            <p:cNvSpPr/>
            <p:nvPr/>
          </p:nvSpPr>
          <p:spPr bwMode="gray">
            <a:xfrm>
              <a:off x="8054539" y="1851298"/>
              <a:ext cx="754062" cy="7540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Freeform 65">
              <a:extLst>
                <a:ext uri="{FF2B5EF4-FFF2-40B4-BE49-F238E27FC236}">
                  <a16:creationId xmlns:a16="http://schemas.microsoft.com/office/drawing/2014/main" id="{8F8244DC-100F-EB25-0A67-DAF8DF47D0C1}"/>
                </a:ext>
              </a:extLst>
            </p:cNvPr>
            <p:cNvSpPr>
              <a:spLocks noEditPoints="1"/>
            </p:cNvSpPr>
            <p:nvPr/>
          </p:nvSpPr>
          <p:spPr bwMode="gray">
            <a:xfrm>
              <a:off x="8187889" y="1984648"/>
              <a:ext cx="487363" cy="487363"/>
            </a:xfrm>
            <a:custGeom>
              <a:avLst/>
              <a:gdLst>
                <a:gd name="T0" fmla="*/ 62 w 400"/>
                <a:gd name="T1" fmla="*/ 195 h 400"/>
                <a:gd name="T2" fmla="*/ 104 w 400"/>
                <a:gd name="T3" fmla="*/ 195 h 400"/>
                <a:gd name="T4" fmla="*/ 95 w 400"/>
                <a:gd name="T5" fmla="*/ 166 h 400"/>
                <a:gd name="T6" fmla="*/ 166 w 400"/>
                <a:gd name="T7" fmla="*/ 95 h 400"/>
                <a:gd name="T8" fmla="*/ 137 w 400"/>
                <a:gd name="T9" fmla="*/ 104 h 400"/>
                <a:gd name="T10" fmla="*/ 137 w 400"/>
                <a:gd name="T11" fmla="*/ 62 h 400"/>
                <a:gd name="T12" fmla="*/ 166 w 400"/>
                <a:gd name="T13" fmla="*/ 70 h 400"/>
                <a:gd name="T14" fmla="*/ 33 w 400"/>
                <a:gd name="T15" fmla="*/ 0 h 400"/>
                <a:gd name="T16" fmla="*/ 0 w 400"/>
                <a:gd name="T17" fmla="*/ 166 h 400"/>
                <a:gd name="T18" fmla="*/ 70 w 400"/>
                <a:gd name="T19" fmla="*/ 179 h 400"/>
                <a:gd name="T20" fmla="*/ 337 w 400"/>
                <a:gd name="T21" fmla="*/ 204 h 400"/>
                <a:gd name="T22" fmla="*/ 295 w 400"/>
                <a:gd name="T23" fmla="*/ 204 h 400"/>
                <a:gd name="T24" fmla="*/ 304 w 400"/>
                <a:gd name="T25" fmla="*/ 233 h 400"/>
                <a:gd name="T26" fmla="*/ 233 w 400"/>
                <a:gd name="T27" fmla="*/ 304 h 400"/>
                <a:gd name="T28" fmla="*/ 204 w 400"/>
                <a:gd name="T29" fmla="*/ 295 h 400"/>
                <a:gd name="T30" fmla="*/ 204 w 400"/>
                <a:gd name="T31" fmla="*/ 337 h 400"/>
                <a:gd name="T32" fmla="*/ 233 w 400"/>
                <a:gd name="T33" fmla="*/ 329 h 400"/>
                <a:gd name="T34" fmla="*/ 366 w 400"/>
                <a:gd name="T35" fmla="*/ 400 h 400"/>
                <a:gd name="T36" fmla="*/ 400 w 400"/>
                <a:gd name="T37" fmla="*/ 233 h 400"/>
                <a:gd name="T38" fmla="*/ 329 w 400"/>
                <a:gd name="T39" fmla="*/ 220 h 400"/>
                <a:gd name="T40" fmla="*/ 204 w 400"/>
                <a:gd name="T41" fmla="*/ 279 h 400"/>
                <a:gd name="T42" fmla="*/ 216 w 400"/>
                <a:gd name="T43" fmla="*/ 233 h 400"/>
                <a:gd name="T44" fmla="*/ 145 w 400"/>
                <a:gd name="T45" fmla="*/ 246 h 400"/>
                <a:gd name="T46" fmla="*/ 133 w 400"/>
                <a:gd name="T47" fmla="*/ 283 h 400"/>
                <a:gd name="T48" fmla="*/ 120 w 400"/>
                <a:gd name="T49" fmla="*/ 246 h 400"/>
                <a:gd name="T50" fmla="*/ 50 w 400"/>
                <a:gd name="T51" fmla="*/ 233 h 400"/>
                <a:gd name="T52" fmla="*/ 83 w 400"/>
                <a:gd name="T53" fmla="*/ 400 h 400"/>
                <a:gd name="T54" fmla="*/ 216 w 400"/>
                <a:gd name="T55" fmla="*/ 354 h 400"/>
                <a:gd name="T56" fmla="*/ 166 w 400"/>
                <a:gd name="T57" fmla="*/ 316 h 400"/>
                <a:gd name="T58" fmla="*/ 400 w 400"/>
                <a:gd name="T59" fmla="*/ 216 h 400"/>
                <a:gd name="T60" fmla="*/ 354 w 400"/>
                <a:gd name="T61" fmla="*/ 204 h 400"/>
                <a:gd name="T62" fmla="*/ 279 w 400"/>
                <a:gd name="T63" fmla="*/ 204 h 400"/>
                <a:gd name="T64" fmla="*/ 233 w 400"/>
                <a:gd name="T65" fmla="*/ 216 h 400"/>
                <a:gd name="T66" fmla="*/ 220 w 400"/>
                <a:gd name="T67" fmla="*/ 145 h 400"/>
                <a:gd name="T68" fmla="*/ 183 w 400"/>
                <a:gd name="T69" fmla="*/ 133 h 400"/>
                <a:gd name="T70" fmla="*/ 220 w 400"/>
                <a:gd name="T71" fmla="*/ 120 h 400"/>
                <a:gd name="T72" fmla="*/ 233 w 400"/>
                <a:gd name="T73" fmla="*/ 50 h 400"/>
                <a:gd name="T74" fmla="*/ 400 w 400"/>
                <a:gd name="T75" fmla="*/ 83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00" h="400">
                  <a:moveTo>
                    <a:pt x="70" y="179"/>
                  </a:moveTo>
                  <a:cubicBezTo>
                    <a:pt x="66" y="183"/>
                    <a:pt x="62" y="189"/>
                    <a:pt x="62" y="195"/>
                  </a:cubicBezTo>
                  <a:cubicBezTo>
                    <a:pt x="62" y="207"/>
                    <a:pt x="71" y="216"/>
                    <a:pt x="83" y="216"/>
                  </a:cubicBezTo>
                  <a:cubicBezTo>
                    <a:pt x="94" y="216"/>
                    <a:pt x="104" y="207"/>
                    <a:pt x="104" y="195"/>
                  </a:cubicBezTo>
                  <a:cubicBezTo>
                    <a:pt x="104" y="189"/>
                    <a:pt x="100" y="183"/>
                    <a:pt x="95" y="179"/>
                  </a:cubicBezTo>
                  <a:lnTo>
                    <a:pt x="95" y="166"/>
                  </a:lnTo>
                  <a:lnTo>
                    <a:pt x="166" y="166"/>
                  </a:lnTo>
                  <a:lnTo>
                    <a:pt x="166" y="95"/>
                  </a:lnTo>
                  <a:lnTo>
                    <a:pt x="153" y="95"/>
                  </a:lnTo>
                  <a:cubicBezTo>
                    <a:pt x="150" y="100"/>
                    <a:pt x="144" y="104"/>
                    <a:pt x="137" y="104"/>
                  </a:cubicBezTo>
                  <a:cubicBezTo>
                    <a:pt x="126" y="104"/>
                    <a:pt x="116" y="95"/>
                    <a:pt x="116" y="83"/>
                  </a:cubicBezTo>
                  <a:cubicBezTo>
                    <a:pt x="116" y="71"/>
                    <a:pt x="126" y="62"/>
                    <a:pt x="137" y="62"/>
                  </a:cubicBezTo>
                  <a:cubicBezTo>
                    <a:pt x="144" y="62"/>
                    <a:pt x="150" y="66"/>
                    <a:pt x="153" y="70"/>
                  </a:cubicBezTo>
                  <a:lnTo>
                    <a:pt x="166" y="70"/>
                  </a:lnTo>
                  <a:lnTo>
                    <a:pt x="166" y="0"/>
                  </a:lnTo>
                  <a:lnTo>
                    <a:pt x="33" y="0"/>
                  </a:lnTo>
                  <a:cubicBezTo>
                    <a:pt x="15" y="0"/>
                    <a:pt x="0" y="15"/>
                    <a:pt x="0" y="33"/>
                  </a:cubicBezTo>
                  <a:lnTo>
                    <a:pt x="0" y="166"/>
                  </a:lnTo>
                  <a:lnTo>
                    <a:pt x="70" y="166"/>
                  </a:lnTo>
                  <a:lnTo>
                    <a:pt x="70" y="179"/>
                  </a:lnTo>
                  <a:close/>
                  <a:moveTo>
                    <a:pt x="329" y="220"/>
                  </a:moveTo>
                  <a:cubicBezTo>
                    <a:pt x="334" y="216"/>
                    <a:pt x="337" y="211"/>
                    <a:pt x="337" y="204"/>
                  </a:cubicBezTo>
                  <a:cubicBezTo>
                    <a:pt x="337" y="192"/>
                    <a:pt x="328" y="183"/>
                    <a:pt x="316" y="183"/>
                  </a:cubicBezTo>
                  <a:cubicBezTo>
                    <a:pt x="305" y="183"/>
                    <a:pt x="295" y="192"/>
                    <a:pt x="295" y="204"/>
                  </a:cubicBezTo>
                  <a:cubicBezTo>
                    <a:pt x="295" y="211"/>
                    <a:pt x="299" y="216"/>
                    <a:pt x="304" y="220"/>
                  </a:cubicBezTo>
                  <a:lnTo>
                    <a:pt x="304" y="233"/>
                  </a:lnTo>
                  <a:lnTo>
                    <a:pt x="233" y="233"/>
                  </a:lnTo>
                  <a:lnTo>
                    <a:pt x="233" y="304"/>
                  </a:lnTo>
                  <a:lnTo>
                    <a:pt x="220" y="304"/>
                  </a:lnTo>
                  <a:cubicBezTo>
                    <a:pt x="216" y="299"/>
                    <a:pt x="211" y="295"/>
                    <a:pt x="204" y="295"/>
                  </a:cubicBezTo>
                  <a:cubicBezTo>
                    <a:pt x="192" y="295"/>
                    <a:pt x="183" y="305"/>
                    <a:pt x="183" y="316"/>
                  </a:cubicBezTo>
                  <a:cubicBezTo>
                    <a:pt x="183" y="328"/>
                    <a:pt x="192" y="337"/>
                    <a:pt x="204" y="337"/>
                  </a:cubicBezTo>
                  <a:cubicBezTo>
                    <a:pt x="211" y="337"/>
                    <a:pt x="216" y="334"/>
                    <a:pt x="220" y="329"/>
                  </a:cubicBezTo>
                  <a:lnTo>
                    <a:pt x="233" y="329"/>
                  </a:lnTo>
                  <a:lnTo>
                    <a:pt x="233" y="400"/>
                  </a:lnTo>
                  <a:lnTo>
                    <a:pt x="366" y="400"/>
                  </a:lnTo>
                  <a:cubicBezTo>
                    <a:pt x="385" y="400"/>
                    <a:pt x="400" y="385"/>
                    <a:pt x="400" y="366"/>
                  </a:cubicBezTo>
                  <a:lnTo>
                    <a:pt x="400" y="233"/>
                  </a:lnTo>
                  <a:lnTo>
                    <a:pt x="329" y="233"/>
                  </a:lnTo>
                  <a:lnTo>
                    <a:pt x="329" y="220"/>
                  </a:lnTo>
                  <a:close/>
                  <a:moveTo>
                    <a:pt x="166" y="316"/>
                  </a:moveTo>
                  <a:cubicBezTo>
                    <a:pt x="166" y="296"/>
                    <a:pt x="183" y="279"/>
                    <a:pt x="204" y="279"/>
                  </a:cubicBezTo>
                  <a:lnTo>
                    <a:pt x="216" y="279"/>
                  </a:lnTo>
                  <a:lnTo>
                    <a:pt x="216" y="233"/>
                  </a:lnTo>
                  <a:lnTo>
                    <a:pt x="145" y="233"/>
                  </a:lnTo>
                  <a:lnTo>
                    <a:pt x="145" y="246"/>
                  </a:lnTo>
                  <a:cubicBezTo>
                    <a:pt x="150" y="250"/>
                    <a:pt x="154" y="255"/>
                    <a:pt x="154" y="262"/>
                  </a:cubicBezTo>
                  <a:cubicBezTo>
                    <a:pt x="154" y="274"/>
                    <a:pt x="144" y="283"/>
                    <a:pt x="133" y="283"/>
                  </a:cubicBezTo>
                  <a:cubicBezTo>
                    <a:pt x="121" y="283"/>
                    <a:pt x="112" y="274"/>
                    <a:pt x="112" y="262"/>
                  </a:cubicBezTo>
                  <a:cubicBezTo>
                    <a:pt x="112" y="255"/>
                    <a:pt x="116" y="250"/>
                    <a:pt x="120" y="246"/>
                  </a:cubicBezTo>
                  <a:lnTo>
                    <a:pt x="120" y="233"/>
                  </a:lnTo>
                  <a:lnTo>
                    <a:pt x="50" y="233"/>
                  </a:lnTo>
                  <a:lnTo>
                    <a:pt x="50" y="366"/>
                  </a:lnTo>
                  <a:cubicBezTo>
                    <a:pt x="50" y="385"/>
                    <a:pt x="65" y="400"/>
                    <a:pt x="83" y="400"/>
                  </a:cubicBezTo>
                  <a:lnTo>
                    <a:pt x="216" y="400"/>
                  </a:lnTo>
                  <a:lnTo>
                    <a:pt x="216" y="354"/>
                  </a:lnTo>
                  <a:lnTo>
                    <a:pt x="204" y="354"/>
                  </a:lnTo>
                  <a:cubicBezTo>
                    <a:pt x="183" y="354"/>
                    <a:pt x="166" y="337"/>
                    <a:pt x="166" y="316"/>
                  </a:cubicBezTo>
                  <a:close/>
                  <a:moveTo>
                    <a:pt x="400" y="83"/>
                  </a:moveTo>
                  <a:lnTo>
                    <a:pt x="400" y="216"/>
                  </a:lnTo>
                  <a:lnTo>
                    <a:pt x="354" y="216"/>
                  </a:lnTo>
                  <a:lnTo>
                    <a:pt x="354" y="204"/>
                  </a:lnTo>
                  <a:cubicBezTo>
                    <a:pt x="354" y="183"/>
                    <a:pt x="337" y="166"/>
                    <a:pt x="316" y="166"/>
                  </a:cubicBezTo>
                  <a:cubicBezTo>
                    <a:pt x="296" y="166"/>
                    <a:pt x="279" y="183"/>
                    <a:pt x="279" y="204"/>
                  </a:cubicBezTo>
                  <a:lnTo>
                    <a:pt x="279" y="216"/>
                  </a:lnTo>
                  <a:lnTo>
                    <a:pt x="233" y="216"/>
                  </a:lnTo>
                  <a:lnTo>
                    <a:pt x="233" y="145"/>
                  </a:lnTo>
                  <a:lnTo>
                    <a:pt x="220" y="145"/>
                  </a:lnTo>
                  <a:cubicBezTo>
                    <a:pt x="216" y="150"/>
                    <a:pt x="211" y="154"/>
                    <a:pt x="204" y="154"/>
                  </a:cubicBezTo>
                  <a:cubicBezTo>
                    <a:pt x="192" y="154"/>
                    <a:pt x="183" y="145"/>
                    <a:pt x="183" y="133"/>
                  </a:cubicBezTo>
                  <a:cubicBezTo>
                    <a:pt x="183" y="121"/>
                    <a:pt x="192" y="112"/>
                    <a:pt x="204" y="112"/>
                  </a:cubicBezTo>
                  <a:cubicBezTo>
                    <a:pt x="211" y="112"/>
                    <a:pt x="216" y="116"/>
                    <a:pt x="220" y="120"/>
                  </a:cubicBezTo>
                  <a:lnTo>
                    <a:pt x="233" y="120"/>
                  </a:lnTo>
                  <a:lnTo>
                    <a:pt x="233" y="50"/>
                  </a:lnTo>
                  <a:lnTo>
                    <a:pt x="366" y="50"/>
                  </a:lnTo>
                  <a:cubicBezTo>
                    <a:pt x="385" y="50"/>
                    <a:pt x="400" y="65"/>
                    <a:pt x="400" y="8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726679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5A41C-A086-CE00-0B2C-2A98CC5D205A}"/>
              </a:ext>
            </a:extLst>
          </p:cNvPr>
          <p:cNvSpPr>
            <a:spLocks noGrp="1"/>
          </p:cNvSpPr>
          <p:nvPr>
            <p:ph type="title"/>
          </p:nvPr>
        </p:nvSpPr>
        <p:spPr/>
        <p:txBody>
          <a:bodyPr>
            <a:noAutofit/>
          </a:bodyPr>
          <a:lstStyle/>
          <a:p>
            <a:r>
              <a:rPr lang="en-US" sz="2800" b="1" dirty="0">
                <a:solidFill>
                  <a:srgbClr val="02478E"/>
                </a:solidFill>
              </a:rPr>
              <a:t>Our programs &amp; trainings</a:t>
            </a:r>
            <a:endParaRPr lang="en-US" dirty="0"/>
          </a:p>
        </p:txBody>
      </p:sp>
      <p:sp>
        <p:nvSpPr>
          <p:cNvPr id="3" name="Slide Number Placeholder 2">
            <a:extLst>
              <a:ext uri="{FF2B5EF4-FFF2-40B4-BE49-F238E27FC236}">
                <a16:creationId xmlns:a16="http://schemas.microsoft.com/office/drawing/2014/main" id="{C0C54962-B206-2353-6C98-A6EC91496273}"/>
              </a:ext>
            </a:extLst>
          </p:cNvPr>
          <p:cNvSpPr>
            <a:spLocks noGrp="1"/>
          </p:cNvSpPr>
          <p:nvPr>
            <p:ph type="sldNum" sz="quarter" idx="11"/>
          </p:nvPr>
        </p:nvSpPr>
        <p:spPr/>
        <p:txBody>
          <a:bodyPr/>
          <a:lstStyle/>
          <a:p>
            <a:fld id="{7760E944-92EF-4F50-939A-662FA230D41F}" type="slidenum">
              <a:rPr lang="en-US" smtClean="0"/>
              <a:t>15</a:t>
            </a:fld>
            <a:endParaRPr lang="en-US"/>
          </a:p>
        </p:txBody>
      </p:sp>
      <p:grpSp>
        <p:nvGrpSpPr>
          <p:cNvPr id="5" name="Group 4">
            <a:extLst>
              <a:ext uri="{FF2B5EF4-FFF2-40B4-BE49-F238E27FC236}">
                <a16:creationId xmlns:a16="http://schemas.microsoft.com/office/drawing/2014/main" id="{ACE42BF0-A3EA-AC2D-C1C7-769A36316FA8}"/>
              </a:ext>
            </a:extLst>
          </p:cNvPr>
          <p:cNvGrpSpPr/>
          <p:nvPr/>
        </p:nvGrpSpPr>
        <p:grpSpPr>
          <a:xfrm>
            <a:off x="635000" y="1689100"/>
            <a:ext cx="11023601" cy="4127500"/>
            <a:chOff x="635000" y="1689100"/>
            <a:chExt cx="7493000" cy="4127500"/>
          </a:xfrm>
          <a:solidFill>
            <a:schemeClr val="tx1">
              <a:lumMod val="75000"/>
            </a:schemeClr>
          </a:solidFill>
        </p:grpSpPr>
        <p:sp>
          <p:nvSpPr>
            <p:cNvPr id="6" name="Rectangle 5">
              <a:extLst>
                <a:ext uri="{FF2B5EF4-FFF2-40B4-BE49-F238E27FC236}">
                  <a16:creationId xmlns:a16="http://schemas.microsoft.com/office/drawing/2014/main" id="{046739B6-304A-BA71-6DEB-C9EBA762E717}"/>
                </a:ext>
              </a:extLst>
            </p:cNvPr>
            <p:cNvSpPr/>
            <p:nvPr>
              <p:custDataLst>
                <p:tags r:id="rId1"/>
              </p:custDataLst>
            </p:nvPr>
          </p:nvSpPr>
          <p:spPr>
            <a:xfrm>
              <a:off x="635000" y="1689100"/>
              <a:ext cx="3670300" cy="41275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ECSTRA Pre Incubation Program</a:t>
              </a:r>
            </a:p>
          </p:txBody>
        </p:sp>
        <p:sp>
          <p:nvSpPr>
            <p:cNvPr id="7" name="Rectangle 6">
              <a:extLst>
                <a:ext uri="{FF2B5EF4-FFF2-40B4-BE49-F238E27FC236}">
                  <a16:creationId xmlns:a16="http://schemas.microsoft.com/office/drawing/2014/main" id="{0537DBD2-F85A-DAF0-11CE-1A3EDB433099}"/>
                </a:ext>
              </a:extLst>
            </p:cNvPr>
            <p:cNvSpPr/>
            <p:nvPr>
              <p:custDataLst>
                <p:tags r:id="rId2"/>
              </p:custDataLst>
            </p:nvPr>
          </p:nvSpPr>
          <p:spPr>
            <a:xfrm>
              <a:off x="4457700" y="1689100"/>
              <a:ext cx="3670300" cy="41275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ECSTRA Incubation Program</a:t>
              </a:r>
            </a:p>
          </p:txBody>
        </p:sp>
        <p:sp>
          <p:nvSpPr>
            <p:cNvPr id="8" name="Rectangle 7">
              <a:extLst>
                <a:ext uri="{FF2B5EF4-FFF2-40B4-BE49-F238E27FC236}">
                  <a16:creationId xmlns:a16="http://schemas.microsoft.com/office/drawing/2014/main" id="{0F5ACDDD-E006-61A6-F0B5-0EF2D529DA47}"/>
                </a:ext>
              </a:extLst>
            </p:cNvPr>
            <p:cNvSpPr/>
            <p:nvPr>
              <p:custDataLst>
                <p:tags r:id="rId3"/>
              </p:custDataLst>
            </p:nvPr>
          </p:nvSpPr>
          <p:spPr>
            <a:xfrm>
              <a:off x="749300" y="2825750"/>
              <a:ext cx="3441700" cy="1206500"/>
            </a:xfrm>
            <a:prstGeom prst="rect">
              <a:avLst/>
            </a:prstGeom>
            <a:solidFill>
              <a:schemeClr val="tx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ECSTRA Fellowship Program</a:t>
              </a:r>
            </a:p>
          </p:txBody>
        </p:sp>
        <p:sp>
          <p:nvSpPr>
            <p:cNvPr id="9" name="Rectangle 8">
              <a:extLst>
                <a:ext uri="{FF2B5EF4-FFF2-40B4-BE49-F238E27FC236}">
                  <a16:creationId xmlns:a16="http://schemas.microsoft.com/office/drawing/2014/main" id="{6088F8A1-F631-E8FA-0923-0FCE13C4868E}"/>
                </a:ext>
              </a:extLst>
            </p:cNvPr>
            <p:cNvSpPr/>
            <p:nvPr>
              <p:custDataLst>
                <p:tags r:id="rId4"/>
              </p:custDataLst>
            </p:nvPr>
          </p:nvSpPr>
          <p:spPr>
            <a:xfrm>
              <a:off x="749300" y="4166923"/>
              <a:ext cx="3441700" cy="1206500"/>
            </a:xfrm>
            <a:prstGeom prst="rect">
              <a:avLst/>
            </a:prstGeom>
            <a:solidFill>
              <a:schemeClr val="tx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Self sponsored</a:t>
              </a:r>
            </a:p>
          </p:txBody>
        </p:sp>
        <p:sp>
          <p:nvSpPr>
            <p:cNvPr id="10" name="Rectangle 9">
              <a:extLst>
                <a:ext uri="{FF2B5EF4-FFF2-40B4-BE49-F238E27FC236}">
                  <a16:creationId xmlns:a16="http://schemas.microsoft.com/office/drawing/2014/main" id="{363368CD-F6B1-5247-4507-25D83D3D1EFE}"/>
                </a:ext>
              </a:extLst>
            </p:cNvPr>
            <p:cNvSpPr/>
            <p:nvPr>
              <p:custDataLst>
                <p:tags r:id="rId5"/>
              </p:custDataLst>
            </p:nvPr>
          </p:nvSpPr>
          <p:spPr>
            <a:xfrm>
              <a:off x="4565650" y="2825749"/>
              <a:ext cx="3441700" cy="2547673"/>
            </a:xfrm>
            <a:prstGeom prst="rect">
              <a:avLst/>
            </a:prstGeom>
            <a:solidFill>
              <a:schemeClr val="tx1"/>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t>Start-up residency/virtual incubation</a:t>
              </a:r>
            </a:p>
            <a:p>
              <a:pPr algn="ctr"/>
              <a:endParaRPr lang="en-US" dirty="0"/>
            </a:p>
            <a:p>
              <a:pPr algn="ctr"/>
              <a:r>
                <a:rPr lang="en-US" dirty="0"/>
                <a:t>Startups are provided with </a:t>
              </a:r>
            </a:p>
            <a:p>
              <a:pPr marL="285750" indent="-285750" algn="ctr">
                <a:buFont typeface="Arial" panose="020B0604020202020204" pitchFamily="34" charset="0"/>
                <a:buChar char="•"/>
              </a:pPr>
              <a:r>
                <a:rPr lang="en-US" dirty="0"/>
                <a:t>Co-working space</a:t>
              </a:r>
            </a:p>
            <a:p>
              <a:pPr marL="285750" indent="-285750" algn="ctr">
                <a:buFont typeface="Arial" panose="020B0604020202020204" pitchFamily="34" charset="0"/>
                <a:buChar char="•"/>
              </a:pPr>
              <a:r>
                <a:rPr lang="en-US" dirty="0"/>
                <a:t>Access to infrastructure</a:t>
              </a:r>
            </a:p>
            <a:p>
              <a:pPr marL="285750" indent="-285750" algn="ctr">
                <a:buFont typeface="Arial" panose="020B0604020202020204" pitchFamily="34" charset="0"/>
                <a:buChar char="•"/>
              </a:pPr>
              <a:r>
                <a:rPr lang="en-US" dirty="0"/>
                <a:t>Mentor pool</a:t>
              </a:r>
            </a:p>
            <a:p>
              <a:pPr marL="285750" indent="-285750" algn="ctr">
                <a:buFont typeface="Arial" panose="020B0604020202020204" pitchFamily="34" charset="0"/>
                <a:buChar char="•"/>
              </a:pPr>
              <a:r>
                <a:rPr lang="en-US" dirty="0"/>
                <a:t>Funding support</a:t>
              </a:r>
            </a:p>
          </p:txBody>
        </p:sp>
      </p:grpSp>
    </p:spTree>
    <p:extLst>
      <p:ext uri="{BB962C8B-B14F-4D97-AF65-F5344CB8AC3E}">
        <p14:creationId xmlns:p14="http://schemas.microsoft.com/office/powerpoint/2010/main" val="2346695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02957-BEB8-5B18-C0B7-EFC2090B9B92}"/>
              </a:ext>
            </a:extLst>
          </p:cNvPr>
          <p:cNvSpPr>
            <a:spLocks noGrp="1"/>
          </p:cNvSpPr>
          <p:nvPr>
            <p:ph type="title"/>
          </p:nvPr>
        </p:nvSpPr>
        <p:spPr/>
        <p:txBody>
          <a:bodyPr/>
          <a:lstStyle/>
          <a:p>
            <a:r>
              <a:rPr lang="en-US" dirty="0"/>
              <a:t>Our programs &amp; trainings</a:t>
            </a:r>
          </a:p>
        </p:txBody>
      </p:sp>
      <p:sp>
        <p:nvSpPr>
          <p:cNvPr id="3" name="Slide Number Placeholder 2">
            <a:extLst>
              <a:ext uri="{FF2B5EF4-FFF2-40B4-BE49-F238E27FC236}">
                <a16:creationId xmlns:a16="http://schemas.microsoft.com/office/drawing/2014/main" id="{D58AF382-3C2C-82D6-4EBA-31FC63CCFC06}"/>
              </a:ext>
            </a:extLst>
          </p:cNvPr>
          <p:cNvSpPr>
            <a:spLocks noGrp="1"/>
          </p:cNvSpPr>
          <p:nvPr>
            <p:ph type="sldNum" sz="quarter" idx="11"/>
          </p:nvPr>
        </p:nvSpPr>
        <p:spPr/>
        <p:txBody>
          <a:bodyPr/>
          <a:lstStyle/>
          <a:p>
            <a:fld id="{7760E944-92EF-4F50-939A-662FA230D41F}" type="slidenum">
              <a:rPr lang="en-US" smtClean="0"/>
              <a:t>16</a:t>
            </a:fld>
            <a:endParaRPr lang="en-US"/>
          </a:p>
        </p:txBody>
      </p:sp>
      <p:sp>
        <p:nvSpPr>
          <p:cNvPr id="4" name="Footer Placeholder 3">
            <a:extLst>
              <a:ext uri="{FF2B5EF4-FFF2-40B4-BE49-F238E27FC236}">
                <a16:creationId xmlns:a16="http://schemas.microsoft.com/office/drawing/2014/main" id="{4EF86636-85D9-D111-85A1-ACCEB032BDE6}"/>
              </a:ext>
            </a:extLst>
          </p:cNvPr>
          <p:cNvSpPr>
            <a:spLocks noGrp="1"/>
          </p:cNvSpPr>
          <p:nvPr>
            <p:ph type="ftr" sz="quarter" idx="12"/>
          </p:nvPr>
        </p:nvSpPr>
        <p:spPr>
          <a:xfrm>
            <a:off x="4038600" y="6356350"/>
            <a:ext cx="4114800" cy="365125"/>
          </a:xfrm>
        </p:spPr>
        <p:txBody>
          <a:bodyPr/>
          <a:lstStyle/>
          <a:p>
            <a:endParaRPr lang="en-US" dirty="0"/>
          </a:p>
        </p:txBody>
      </p:sp>
      <p:sp>
        <p:nvSpPr>
          <p:cNvPr id="6" name="Content column middle">
            <a:extLst>
              <a:ext uri="{FF2B5EF4-FFF2-40B4-BE49-F238E27FC236}">
                <a16:creationId xmlns:a16="http://schemas.microsoft.com/office/drawing/2014/main" id="{84805293-46E4-284E-720C-CB5BBDCED9D4}"/>
              </a:ext>
            </a:extLst>
          </p:cNvPr>
          <p:cNvSpPr txBox="1">
            <a:spLocks/>
          </p:cNvSpPr>
          <p:nvPr/>
        </p:nvSpPr>
        <p:spPr bwMode="gray">
          <a:xfrm>
            <a:off x="6802120" y="1789008"/>
            <a:ext cx="4572000" cy="4114800"/>
          </a:xfrm>
          <a:prstGeom prst="rect">
            <a:avLst/>
          </a:prstGeom>
          <a:ln w="6350">
            <a:solidFill>
              <a:srgbClr val="02478E"/>
            </a:solidFill>
            <a:miter lim="800000"/>
          </a:ln>
        </p:spPr>
        <p:txBody>
          <a:bodyPr lIns="144000" tIns="720000" rIns="144000" bIns="0"/>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n-lt"/>
                <a:ea typeface="+mn-ea"/>
                <a:cs typeface="+mn-cs"/>
              </a:defRPr>
            </a:lvl1pPr>
            <a:lvl2pPr marL="0" indent="0" algn="l" defTabSz="914400" rtl="0" eaLnBrk="1" latinLnBrk="0" hangingPunct="1">
              <a:lnSpc>
                <a:spcPct val="100000"/>
              </a:lnSpc>
              <a:spcBef>
                <a:spcPts val="0"/>
              </a:spcBef>
              <a:buClr>
                <a:schemeClr val="bg2"/>
              </a:buClr>
              <a:buFont typeface="Arial" panose="020B0604020202020204" pitchFamily="34" charset="0"/>
              <a:buNone/>
              <a:defRPr sz="1800" kern="1200">
                <a:solidFill>
                  <a:schemeClr val="tx1"/>
                </a:solidFill>
                <a:latin typeface="+mn-lt"/>
                <a:ea typeface="+mn-ea"/>
                <a:cs typeface="+mn-cs"/>
              </a:defRPr>
            </a:lvl2pPr>
            <a:lvl3pPr marL="216000" indent="-216000" algn="l" defTabSz="914400" rtl="0" eaLnBrk="1" latinLnBrk="0" hangingPunct="1">
              <a:lnSpc>
                <a:spcPct val="100000"/>
              </a:lnSpc>
              <a:spcBef>
                <a:spcPts val="0"/>
              </a:spcBef>
              <a:buClr>
                <a:schemeClr val="tx1"/>
              </a:buClr>
              <a:buFont typeface="Arial" panose="020B0604020202020204" pitchFamily="34" charset="0"/>
              <a:buChar char="•"/>
              <a:defRPr sz="1800" kern="1200">
                <a:solidFill>
                  <a:schemeClr val="tx1"/>
                </a:solidFill>
                <a:latin typeface="+mn-lt"/>
                <a:ea typeface="+mn-ea"/>
                <a:cs typeface="+mn-cs"/>
              </a:defRPr>
            </a:lvl3pPr>
            <a:lvl4pPr marL="432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648000" indent="-2160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864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6pPr>
            <a:lvl7pPr marL="1080000" indent="-216000" algn="l" defTabSz="914400" rtl="0" eaLnBrk="1" latinLnBrk="0" hangingPunct="1">
              <a:spcBef>
                <a:spcPts val="0"/>
              </a:spcBef>
              <a:buFont typeface="Arial" panose="020B0604020202020204" pitchFamily="34" charset="0"/>
              <a:buChar char="•"/>
              <a:defRPr sz="1800" kern="1200">
                <a:solidFill>
                  <a:schemeClr val="tx1"/>
                </a:solidFill>
                <a:latin typeface="+mn-lt"/>
                <a:ea typeface="+mn-ea"/>
                <a:cs typeface="+mn-cs"/>
              </a:defRPr>
            </a:lvl7pPr>
            <a:lvl8pPr marL="1296000" marR="0" indent="-216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8pPr>
            <a:lvl9pPr marL="0" indent="0" algn="l" defTabSz="914400" rtl="0" eaLnBrk="1" latinLnBrk="0" hangingPunct="1">
              <a:spcBef>
                <a:spcPts val="1600"/>
              </a:spcBef>
              <a:buFontTx/>
              <a:buNone/>
              <a:defRPr sz="1400" kern="1200">
                <a:solidFill>
                  <a:schemeClr val="tx1"/>
                </a:solidFill>
                <a:latin typeface="+mn-lt"/>
                <a:ea typeface="+mn-ea"/>
                <a:cs typeface="+mn-cs"/>
              </a:defRPr>
            </a:lvl9pPr>
          </a:lstStyle>
          <a:p>
            <a:pPr algn="ctr">
              <a:spcAft>
                <a:spcPts val="600"/>
              </a:spcAft>
            </a:pPr>
            <a:r>
              <a:rPr lang="en-US" dirty="0"/>
              <a:t>ECSTRA Incubation Program</a:t>
            </a:r>
          </a:p>
          <a:p>
            <a:pPr algn="ctr">
              <a:spcAft>
                <a:spcPts val="600"/>
              </a:spcAft>
            </a:pPr>
            <a:endParaRPr lang="en-US" dirty="0"/>
          </a:p>
          <a:p>
            <a:pPr>
              <a:spcAft>
                <a:spcPts val="600"/>
              </a:spcAft>
            </a:pPr>
            <a:r>
              <a:rPr lang="en-US" dirty="0">
                <a:solidFill>
                  <a:schemeClr val="bg2"/>
                </a:solidFill>
              </a:rPr>
              <a:t>Start-up residency/virtual incubation</a:t>
            </a:r>
          </a:p>
          <a:p>
            <a:pPr marL="0" lvl="2" indent="0">
              <a:spcAft>
                <a:spcPts val="600"/>
              </a:spcAft>
              <a:buClr>
                <a:schemeClr val="bg2"/>
              </a:buClr>
              <a:buNone/>
            </a:pPr>
            <a:r>
              <a:rPr lang="en-US" dirty="0">
                <a:solidFill>
                  <a:schemeClr val="bg2"/>
                </a:solidFill>
              </a:rPr>
              <a:t>Startups are provided with </a:t>
            </a:r>
          </a:p>
          <a:p>
            <a:pPr marL="342900" lvl="2" indent="-342900">
              <a:spcAft>
                <a:spcPts val="600"/>
              </a:spcAft>
              <a:buClr>
                <a:schemeClr val="bg2"/>
              </a:buClr>
              <a:buFont typeface="+mj-lt"/>
              <a:buAutoNum type="arabicPeriod"/>
            </a:pPr>
            <a:r>
              <a:rPr lang="en-US" dirty="0">
                <a:solidFill>
                  <a:schemeClr val="bg2"/>
                </a:solidFill>
              </a:rPr>
              <a:t>Co-working space</a:t>
            </a:r>
          </a:p>
          <a:p>
            <a:pPr marL="342900" lvl="2" indent="-342900">
              <a:spcAft>
                <a:spcPts val="600"/>
              </a:spcAft>
              <a:buClr>
                <a:schemeClr val="bg2"/>
              </a:buClr>
              <a:buFont typeface="+mj-lt"/>
              <a:buAutoNum type="arabicPeriod"/>
            </a:pPr>
            <a:r>
              <a:rPr lang="en-US" dirty="0">
                <a:solidFill>
                  <a:schemeClr val="bg2"/>
                </a:solidFill>
              </a:rPr>
              <a:t>Access to infrastructure</a:t>
            </a:r>
          </a:p>
          <a:p>
            <a:pPr marL="342900" lvl="2" indent="-342900">
              <a:spcAft>
                <a:spcPts val="600"/>
              </a:spcAft>
              <a:buClr>
                <a:schemeClr val="bg2"/>
              </a:buClr>
              <a:buFont typeface="+mj-lt"/>
              <a:buAutoNum type="arabicPeriod"/>
            </a:pPr>
            <a:r>
              <a:rPr lang="en-US" dirty="0">
                <a:solidFill>
                  <a:schemeClr val="bg2"/>
                </a:solidFill>
              </a:rPr>
              <a:t>Mentor pool</a:t>
            </a:r>
          </a:p>
          <a:p>
            <a:pPr marL="342900" lvl="2" indent="-342900">
              <a:spcAft>
                <a:spcPts val="600"/>
              </a:spcAft>
              <a:buClr>
                <a:schemeClr val="bg2"/>
              </a:buClr>
              <a:buFont typeface="+mj-lt"/>
              <a:buAutoNum type="arabicPeriod"/>
            </a:pPr>
            <a:r>
              <a:rPr lang="en-US" dirty="0">
                <a:solidFill>
                  <a:schemeClr val="bg2"/>
                </a:solidFill>
              </a:rPr>
              <a:t>Funding support</a:t>
            </a:r>
          </a:p>
        </p:txBody>
      </p:sp>
      <p:sp>
        <p:nvSpPr>
          <p:cNvPr id="5" name="Content column left">
            <a:extLst>
              <a:ext uri="{FF2B5EF4-FFF2-40B4-BE49-F238E27FC236}">
                <a16:creationId xmlns:a16="http://schemas.microsoft.com/office/drawing/2014/main" id="{77D55CB9-A19C-DC88-A641-71D7C92E18C0}"/>
              </a:ext>
            </a:extLst>
          </p:cNvPr>
          <p:cNvSpPr txBox="1">
            <a:spLocks/>
          </p:cNvSpPr>
          <p:nvPr/>
        </p:nvSpPr>
        <p:spPr bwMode="gray">
          <a:xfrm>
            <a:off x="817881" y="1789008"/>
            <a:ext cx="4572000" cy="1033272"/>
          </a:xfrm>
          <a:prstGeom prst="rect">
            <a:avLst/>
          </a:prstGeom>
          <a:ln w="6350">
            <a:solidFill>
              <a:schemeClr val="tx1"/>
            </a:solidFill>
            <a:miter lim="800000"/>
          </a:ln>
        </p:spPr>
        <p:txBody>
          <a:bodyPr vert="horz" lIns="144000" tIns="720000" rIns="144000" bIns="0" rtlCol="0">
            <a:noAutofit/>
          </a:bodyPr>
          <a:lstStyle>
            <a:lvl1pPr marL="0" indent="0" algn="l" defTabSz="914400" rtl="0" eaLnBrk="1" latinLnBrk="0" hangingPunct="1">
              <a:lnSpc>
                <a:spcPct val="100000"/>
              </a:lnSpc>
              <a:spcBef>
                <a:spcPts val="0"/>
              </a:spcBef>
              <a:buFont typeface="Arial" panose="020B0604020202020204" pitchFamily="34" charset="0"/>
              <a:buNone/>
              <a:defRPr sz="1800" b="1" kern="1200">
                <a:solidFill>
                  <a:schemeClr val="tx1"/>
                </a:solidFill>
                <a:latin typeface="+mn-lt"/>
                <a:ea typeface="+mn-ea"/>
                <a:cs typeface="+mn-cs"/>
              </a:defRPr>
            </a:lvl1pPr>
            <a:lvl2pPr marL="0" indent="0" algn="l" defTabSz="914400" rtl="0" eaLnBrk="1" latinLnBrk="0" hangingPunct="1">
              <a:lnSpc>
                <a:spcPct val="100000"/>
              </a:lnSpc>
              <a:spcBef>
                <a:spcPts val="0"/>
              </a:spcBef>
              <a:buClr>
                <a:schemeClr val="bg2"/>
              </a:buClr>
              <a:buFont typeface="Arial" panose="020B0604020202020204" pitchFamily="34" charset="0"/>
              <a:buNone/>
              <a:defRPr sz="1800" kern="1200">
                <a:solidFill>
                  <a:schemeClr val="tx1"/>
                </a:solidFill>
                <a:latin typeface="+mn-lt"/>
                <a:ea typeface="+mn-ea"/>
                <a:cs typeface="+mn-cs"/>
              </a:defRPr>
            </a:lvl2pPr>
            <a:lvl3pPr marL="228600" indent="-228600" algn="l" defTabSz="914400" rtl="0" eaLnBrk="1" latinLnBrk="0" hangingPunct="1">
              <a:lnSpc>
                <a:spcPct val="100000"/>
              </a:lnSpc>
              <a:spcBef>
                <a:spcPts val="0"/>
              </a:spcBef>
              <a:buClr>
                <a:schemeClr val="tx1"/>
              </a:buClr>
              <a:buFont typeface="Arial" panose="020B0604020202020204" pitchFamily="34" charset="0"/>
              <a:buChar char="•"/>
              <a:defRPr sz="1800" kern="1200">
                <a:solidFill>
                  <a:schemeClr val="tx1"/>
                </a:solidFill>
                <a:latin typeface="+mn-lt"/>
                <a:ea typeface="+mn-ea"/>
                <a:cs typeface="+mn-cs"/>
              </a:defRPr>
            </a:lvl3pPr>
            <a:lvl4pPr marL="4572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4pPr>
            <a:lvl5pPr marL="685800" indent="-228600" algn="l" defTabSz="914400" rtl="0" eaLnBrk="1" latinLnBrk="0" hangingPunct="1">
              <a:lnSpc>
                <a:spcPct val="100000"/>
              </a:lnSpc>
              <a:spcBef>
                <a:spcPts val="0"/>
              </a:spcBef>
              <a:buFont typeface="Arial" panose="020B0604020202020204" pitchFamily="34" charset="0"/>
              <a:buChar char="•"/>
              <a:defRPr sz="1800" kern="1200">
                <a:solidFill>
                  <a:schemeClr val="tx1"/>
                </a:solidFill>
                <a:latin typeface="+mn-lt"/>
                <a:ea typeface="+mn-ea"/>
                <a:cs typeface="+mn-cs"/>
              </a:defRPr>
            </a:lvl5pPr>
            <a:lvl6pPr marL="914400" marR="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6pPr>
            <a:lvl7pPr marL="1143000" indent="-228600" algn="l" defTabSz="914400" rtl="0" eaLnBrk="1" latinLnBrk="0" hangingPunct="1">
              <a:spcBef>
                <a:spcPts val="0"/>
              </a:spcBef>
              <a:buFont typeface="Arial" panose="020B0604020202020204" pitchFamily="34" charset="0"/>
              <a:buChar char="•"/>
              <a:defRPr sz="1800" kern="1200">
                <a:solidFill>
                  <a:schemeClr val="tx1"/>
                </a:solidFill>
                <a:latin typeface="+mn-lt"/>
                <a:ea typeface="+mn-ea"/>
                <a:cs typeface="+mn-cs"/>
              </a:defRPr>
            </a:lvl7pPr>
            <a:lvl8pPr marL="1371600" marR="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kern="1200">
                <a:solidFill>
                  <a:schemeClr val="tx1"/>
                </a:solidFill>
                <a:latin typeface="+mn-lt"/>
                <a:ea typeface="+mn-ea"/>
                <a:cs typeface="+mn-cs"/>
              </a:defRPr>
            </a:lvl8pPr>
            <a:lvl9pPr marL="0" indent="0" algn="l" defTabSz="914400" rtl="0" eaLnBrk="1" latinLnBrk="0" hangingPunct="1">
              <a:spcBef>
                <a:spcPts val="1600"/>
              </a:spcBef>
              <a:buFontTx/>
              <a:buNone/>
              <a:defRPr sz="1400" kern="1200">
                <a:solidFill>
                  <a:schemeClr val="tx1"/>
                </a:solidFill>
                <a:latin typeface="+mn-lt"/>
                <a:ea typeface="+mn-ea"/>
                <a:cs typeface="+mn-cs"/>
              </a:defRPr>
            </a:lvl9pPr>
          </a:lstStyle>
          <a:p>
            <a:pPr algn="ctr">
              <a:spcAft>
                <a:spcPts val="600"/>
              </a:spcAft>
            </a:pPr>
            <a:r>
              <a:rPr lang="en-US" dirty="0"/>
              <a:t>ECSTRA Pre Incubation Program</a:t>
            </a:r>
          </a:p>
        </p:txBody>
      </p:sp>
      <p:pic>
        <p:nvPicPr>
          <p:cNvPr id="1026" name="Picture 2" descr="TIEC - Home">
            <a:extLst>
              <a:ext uri="{FF2B5EF4-FFF2-40B4-BE49-F238E27FC236}">
                <a16:creationId xmlns:a16="http://schemas.microsoft.com/office/drawing/2014/main" id="{8A45EAB9-3F29-A534-0A70-96C309731A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7245" y="1288977"/>
            <a:ext cx="1033272" cy="1033272"/>
          </a:xfrm>
          <a:prstGeom prst="rect">
            <a:avLst/>
          </a:prstGeom>
          <a:noFill/>
          <a:ln>
            <a:solidFill>
              <a:srgbClr val="02478E"/>
            </a:solidFill>
          </a:ln>
          <a:extLst>
            <a:ext uri="{909E8E84-426E-40DD-AFC4-6F175D3DCCD1}">
              <a14:hiddenFill xmlns:a14="http://schemas.microsoft.com/office/drawing/2010/main">
                <a:solidFill>
                  <a:srgbClr val="FFFFFF"/>
                </a:solidFill>
              </a14:hiddenFill>
            </a:ext>
          </a:extLst>
        </p:spPr>
      </p:pic>
      <p:pic>
        <p:nvPicPr>
          <p:cNvPr id="1028" name="Picture 4" descr="Startup hub glyph icon. Rocket launch and group networking for business  startup incubator. Online crowdfunding, entrepreneurship. Flat pictogram.  vector illustration design on white background EPS 10 29167137 Vector Art  at Vecteezy">
            <a:extLst>
              <a:ext uri="{FF2B5EF4-FFF2-40B4-BE49-F238E27FC236}">
                <a16:creationId xmlns:a16="http://schemas.microsoft.com/office/drawing/2014/main" id="{94091C64-FE8D-413A-0397-D6DBAF87DD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1484" y="1288977"/>
            <a:ext cx="1033272" cy="1033272"/>
          </a:xfrm>
          <a:prstGeom prst="rect">
            <a:avLst/>
          </a:prstGeom>
          <a:noFill/>
          <a:ln>
            <a:solidFill>
              <a:srgbClr val="02478E"/>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122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UPDATE" val="True"/>
  <p:tag name="MIO_VERSION" val="01.01.0001 00:00:00"/>
  <p:tag name="MIO_FALLBACK_LAYOUT" val="1"/>
  <p:tag name="MIO_SHOW_DATE" val="False"/>
  <p:tag name="MIO_SHOW_FOOTER" val="False"/>
  <p:tag name="MIO_SHOW_PAGENUMBER" val="False"/>
  <p:tag name="MIO_AVOID_BLANK_LAYOUT" val="True"/>
  <p:tag name="MIO_CD_LAYOUT_VALID_AREA" val="False"/>
  <p:tag name="MIO_EMBED_FONT" val="False"/>
  <p:tag name="MIO_MATCH_COLOR_SCHEME" val="False"/>
  <p:tag name="MIO_NUMBER_OF_VALID_LAYOUTS" val="23"/>
  <p:tag name="MIO_EKGUID" val="b812f888-6652-4231-8919-2deffb33c80d"/>
  <p:tag name="MIO_DBID" val="90654431-81D8-474F-85F9-88ADAD5450B4"/>
  <p:tag name="MIO_OBJECTNAME" val="Siemens Healthineers"/>
  <p:tag name="MIO_LASTDOWNLOADED" val="23.04.2025 13:37:45.224"/>
  <p:tag name="MIO_CONTENTTAG" val="rM6j0UKZ+UOKTSUZL8Zn5Q=="/>
  <p:tag name="MIO_CDID" val="bfe24105-4302-4feb-8fb3-04bfa7265f93"/>
</p:tagLst>
</file>

<file path=ppt/tags/tag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QBAQEBAQEBAQEBAQEBAQMAAAAAAAAAAwAAAAMAAAAA/////wUA/gsAAAAAAAAAAAAAIAD///////////////8AAAD///////////////8DAAAAAgD///////8DAAAAAgD///////////////////////////////////////////////////////////////////////////////////////////////////////////////////////////////////////////////////////////////////////////////////////////////////////////////////////////////////////////////////////////////////////////////////////////////////////////////////////////////////////////////////////////////////////////////////////////////////////////////////////////////////////////////////////////////////////////////////////////////8BACAA////////////////AAAO////////AwAAAAQA////////////////////////////////////////////////////////////////////////////////////////////////////////////////////////////////////////////////////////////////////////////////////////////////////////////////////////////////////////////////////////////////////////////////////////////////////////////////////////////////////////////////////////////////////////////////////////////////////////////////////////////////////////////////////////////////////////////////////////////////////////////////////////AgACAP///////wUAAAACABAAC+ZZZ6D4AF1Bom1Z7fFlPu4EAAAAAAADAAAAAAADAAAAAwADAAAAAAADAAAAAwADAAIA////////BQAAAAMAEAAL7H9YsyaiYk+w2xTU5b0zRQQAAAABAAMAAAACAAMAAAAEAAMAAAACAP///////wQAAQD///////8FAAAABAAQAAsdt3Dq0vZIQY8d+GITtFZw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5llnoPgAXUGibVnt8WU+7gREYXRhAAUAAAAAAk5hbWUADQAAAExpbmtEYXRhTGlzdAAQVmVyc2lvbgAAAAAACUxhc3RXcml0ZQBUDS7KlgEAAAABAP////9hAGEAAAAFX2lkABAAAAAE7H9YsyaiYk+w2xTU5b0zRQREYXRhAAUAAAAAAk5hbWUADQAAAExpbmtEYXRhTGlzdAAQVmVyc2lvbgABAAAACUxhc3RXcml0ZQBVDS7KlgEAAAACAP////9wAHAAAAAFX2lkABAAAAAEHbdw6tL2SEGPHfhiE7RWcANEYXRhABYAAAACUGVyc29uYWxJZAABAAAAAAACTmFtZQALAAAAUGVyc29uYWxJZAAQVmVyc2lvbgAAAAAACUxhc3RXcml0ZQCUDS7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EAP///////wUAAAAEAP///////////////////////////////////////////////////////////////////////////////////////////////////////////////////////////////////////////////////////////////////////////////////////////////////////////////////////////////////////////////////////////////////////////////////////////////////////////////////////////////////////////////////////////////////////////////////////////////////////////////////////////////////////////////////////////////wEAIAH///////////////8AAA7///////8FAAAABAD///////////////////////////////////////////////////////////////////////////////////////////////////////////////////////////////////////////////////////////////////////////////////////////////////////////////////////////////////////////////////////////////////////////////////////////////////////////////////////////////////////////////////////////////////////////////////////////////////////////////////////////////////////////////////////////////////////////////////////////////////////////////////////8CAAIBAwAAAAIA////////DgAGTGlua0RhdGFMaXN0XzAEAAAAAAAFAAAAAAAFAAAAAwAFAAAAAAAFAAAAAwADAAIBAwAAAAMA////////DgAGTGlua0RhdGFMaXN0XzEEAAAAAQAFAAAAAgAFAAAABAAFAAAAAgAFAAAABAAEAAQBAwAAAAQA////////DAAGUGVyc29uYWxJZF8wBAAAAAIABQAAAAMABQAAAAEABQAAAAM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55379636283"/>
  <p:tag name="EMPOWERCHARTSPROPERTIES_B_LENGTH" val="24576"/>
  <p:tag name="DOWN_MIGRATION_INITIAL_LAYOUT_REQUIRED" val="9.2.99"/>
  <p:tag name="RUNTIME_ID" val="adca12ac-32f4-4b4f-9a2d-2c19b550bf1e"/>
</p:tagLst>
</file>

<file path=ppt/tags/tag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BAD///////////////////////////////////////////////////////////////////////////////////////////////////////////////////////////////////////////////////////////////////////////////////////////////////////////////////////////////////////////////////////////////////////////////////////////////////////////////////////////////////////////////////////////////////////////////////////////////////////////////////////////////////////////////////////////////////////////////////////////////8BACAA////////////////AAAO////////AwAAAAMA////////////////////////////////////////////////////////////////////////////////////////////////////////////////////////////////////////////////////////////////////////////////////////////////////////////////////////////////////////////////////////////////////////////////////////////////////////////////////////////////////////////////////////////////////////////////////////////////////////////////////////////////////////////////////////////////////////////////////////////////////////////////////////AgACAP///////wUAAAACABAACwwIBtpNla1FuLTQCfgidq8EAAAAAAADAAAABAADAAAAAwADAAAABAD///////8DAAEA////////BQAAAAMAEAALCqOl7fWFJUKSawPHfna33gQAAAABAAMAAAACAAMAAAABAAQAAgD///////8FAAAABAAQAAulY/gDJ1EiQbP57YbrsDGF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AgG2k2VrUW4tNAJ+CJ2rwREYXRhAAUAAAAAAk5hbWUADQAAAExpbmtEYXRhTGlzdAAQVmVyc2lvbgAAAAAACUxhc3RXcml0ZQDWDS7KlgEAAAABAP////9hAGEAAAAFX2lkABAAAAAECqOl7fWFJUKSawPHfna33gREYXRhAAUAAAAAAk5hbWUADQAAAExpbmtEYXRhTGlzdAAQVmVyc2lvbgABAAAACUxhc3RXcml0ZQDXDS7KlgEAAAACAP////9wAHAAAAAFX2lkABAAAAAEpWP4AydRIkGz+e2G67AxhQNEYXRhABYAAAACUGVyc29uYWxJZAABAAAAAAACTmFtZQALAAAAUGVyc29uYWxJZAAQVmVyc2lvbgAAAAAACUxhc3RXcml0ZQAJDi7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EAIAH///////////////8AAA7///////8FAAAABAD///////////////////////////////////////////////////////////////////////////////////////////////////////////////////////////////////////////////////////////////////////////////////////////////////////////////////////////////////////////////////////////////////////////////////////////////////////////////////////////////////////////////////////////////////////////////////////////////////////////////////////////////////////////////////////////////////////////////////////////////////////////////////////8CAAIBAwAAAAIA////////DgAGTGlua0RhdGFMaXN0XzAEAAAAAAAFAAAAAAAFAAAAAwAFAAAAAAAFAAAABAA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55380821492"/>
  <p:tag name="EMPOWERCHARTSPROPERTIES_B_LENGTH" val="24576"/>
  <p:tag name="DOWN_MIGRATION_INITIAL_LAYOUT_REQUIRED" val="9.2.99"/>
  <p:tag name="RUNTIME_ID" val="aed4acbe-585e-4ecb-b23a-6ccde438e7ba"/>
</p:tagLst>
</file>

<file path=ppt/tags/tag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wUA2gsAAAAAAAAAAAAAIAD///////////////8AAAD///////////////8DAAAAAgD///////8DAAAABAD///////8DAAAABAD///////8DAAAABAD///////8DAAAABAD///////////////////////////////////////////////////////////////////////////////////////////////////////////////////////////////////////////////////////////////////////////////////////////////////////////////////////////////////////////////////////////////////////////////////////////////////////////////////////////////////////////////////////////////////////////////////////////////////////////////////////////////////////////////8BACAA////////////////AAAO////////AwAAAAMA////////////////////////////////////////////////////////////////////////////////////////////////////////////////////////////////////////////////////////////////////////////////////////////////////////////////////////////////////////////////////////////////////////////////////////////////////////////////////////////////////////////////////////////////////////////////////////////////////////////////////////////////////////////////////////////////////////////////////////////////////////////////////////AgABAP///////wUAAAACABAAC8Enrw/6fypFrXXU3mhiTb0EAAAAAAADAAAAAAADAAAABAADAAIA////////BQAAAAMAEAAL20Zugu/2VEm7imCCFtd3BQQAAAABAAMAAAAEAAMAAAABAAMAAAAEAP///////wQABQD///////8FAAAABAAQAAt2kD0mNFCORqjyB9ngwCDtBAAAAAIAAwAAAAIAAwAAAAMAAwAAAAAAAwAAAAM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SevD/p/KkWtddTeaGJNvQREYXRhAAUAAAAAAk5hbWUADQAAAExpbmtEYXRhTGlzdAAQVmVyc2lvbgABAAAACUxhc3RXcml0ZQA3Di7KlgEAAAABAP////9hAGEAAAAFX2lkABAAAAAE20Zugu/2VEm7imCCFtd3BQREYXRhAAUAAAAAAk5hbWUADQAAAExpbmtEYXRhTGlzdAAQVmVyc2lvbgAAAAAACUxhc3RXcml0ZQA2Di7KlgEAAAACAP////9wAHAAAAAFX2lkABAAAAAEdpA9JjRQjkao8gfZ4MAg7QNEYXRhABYAAAACUGVyc29uYWxJZAABAAAAAAACTmFtZQALAAAAUGVyc29uYWxJZAAQVmVyc2lvbgAAAAAACUxhc3RXcml0ZQBRDi7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DAP///////////////////////////////////////////////////////////////////////////////////////////////////////////////////////////////////////////////////////////////////////////////////////////////////////////////////////////////////////////////////////////////////////////////////////////////////////////////////////////////////////////////////////////////////////////////////////////////////////////////////////////////////////////////////////////////////////////////////////////////wEAIAH///////////////8AAA7///////8FAAAABAD///////////////////////////////////////////////////////////////////////////////////////////////////////////////////////////////////////////////////////////////////////////////////////////////////////////////////////////////////////////////////////////////////////////////////////////////////////////////////////////////////////////////////////////////////////////////////////////////////////////////////////////////////////////////////////////////////////////////////////////////////////////////////////8CAAEBAwAAAAIA////////DgAGTGlua0RhdGFMaXN0XzEEAAAAAAAFAAAAAwAFAAAABAADAAIBAwAAAAMA////////DgAGTGlua0RhdGFMaXN0XzAEAAAAAQAFAAAAAAAFAAAAAgA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55381537059"/>
  <p:tag name="EMPOWERCHARTSPROPERTIES_B_LENGTH" val="24576"/>
  <p:tag name="DOWN_MIGRATION_INITIAL_LAYOUT_REQUIRED" val="9.2.99"/>
  <p:tag name="RUNTIME_ID" val="134f3fbe-d7b5-4115-92ab-2562c947011e"/>
</p:tagLst>
</file>

<file path=ppt/tags/tag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wUACgwAAAAAAAAAAAAAIAD///////////////8AAAD///////////////8DAAAAAgD///////8DAAAABAD///////////////////////////////////////////////////////////////////////////////////////////////////////////////////////////////////////////////////////////////////////////////////////////////////////////////////////////////////////////////////////////////////////////////////////////////////////////////////////////////////////////////////////////////////////////////////////////////////////////////////////////////////////////////////////////////////////////////////////////////8BACAA////////////////AAAO////////AwAAAAQA////////////////////////////////////////////////////////////////////////////////////////////////////////////////////////////////////////////////////////////////////////////////////////////////////////////////////////////////////////////////////////////////////////////////////////////////////////////////////////////////////////////////////////////////////////////////////////////////////////////////////////////////////////////////////////////////////////////////////////////////////////////////////////AgABAP///////wUAAAACABAAC48wzUJ+06pJjJEQQzxL76AEAAAAAAADAAAAAAADAAAAAwADAAEA////////BQAAAAMAEAALGuHYrKhdZka2730gOuqigAQAAAABAAMAAAACAAMAAAAEAAQAAgD///////8FAAAABAAQAAsfW2jxMDelRYJGW7QtuF0PBAAAAAIAAwAAAAMAAwAAAAE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zDNQn7TqkmMkRBDPEvvoAREYXRhAAUAAAAAAk5hbWUADQAAAExpbmtEYXRhTGlzdAAQVmVyc2lvbgABAAAACUxhc3RXcml0ZQCYDi7KlgEAAAABAP////9hAGEAAAAFX2lkABAAAAAEGuHYrKhdZka2730gOuqigAREYXRhAAUAAAAAAk5hbWUADQAAAExpbmtEYXRhTGlzdAAQVmVyc2lvbgAAAAAACUxhc3RXcml0ZQCHDi7KlgEAAAACAP////9wAHAAAAAFX2lkABAAAAAEH1to8TA3pUWCRlu0LbhdDwNEYXRhABYAAAACUGVyc29uYWxJZAABAAAAAAACTmFtZQALAAAAUGVyc29uYWxJZAAQVmVyc2lvbgAAAAAACUxhc3RXcml0ZQC2Di7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55382562405"/>
  <p:tag name="EMPOWERCHARTSPROPERTIES_B_LENGTH" val="24576"/>
  <p:tag name="DOWN_MIGRATION_INITIAL_LAYOUT_REQUIRED" val="9.2.99"/>
  <p:tag name="RUNTIME_ID" val="c9cb587e-e548-4dd2-b3f5-a669af2d681c"/>
</p:tagLst>
</file>

<file path=ppt/tags/tag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BAD///////8DAAAABAD///////8DAAAAAgD///////////////////////////////////////////////////////////////////////////////////////////////////////////////////////////////////////////////////////////////////////////////////////////////////////////////////////////////////////////////////////////////////////////////////////////////////////////////////////////////////////////////////////////////////////////////////////////////////////////////////////////////////////////////////////////////////////////////8BACAA////////////////AAAO////////AwAAAAMA////////////////////////////////////////////////////////////////////////////////////////////////////////////////////////////////////////////////////////////////////////////////////////////////////////////////////////////////////////////////////////////////////////////////////////////////////////////////////////////////////////////////////////////////////////////////////////////////////////////////////////////////////////////////////////////////////////////////////////////////////////////////////////AgADAP///////wUAAAACABAACx7q71GkLIhEmNGL1oanuaMEAAAAAAADAAAABAADAAAAAwADAAAABAADAAAAAwADAAAAAAD///////8DAAIA////////BQAAAAMAEAALw0MHh1be30+vyopKnPa36AQAAAABAAMAAAACAAMAAAABAAMAAAACAP///////wQAAgD///////8FAAAABAAQAAu+W7A8vZdCQq0g45tnuvJQ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HurvUaQsiESY0YvWhqe5owREYXRhAAUAAAAAAk5hbWUADQAAAExpbmtEYXRhTGlzdAAQVmVyc2lvbgAAAAAACUxhc3RXcml0ZQB+n4zOlgEAAAABAP////9hAGEAAAAFX2lkABAAAAAEw0MHh1be30+vyopKnPa36AREYXRhAAUAAAAAAk5hbWUADQAAAExpbmtEYXRhTGlzdAAQVmVyc2lvbgABAAAACUxhc3RXcml0ZQB/n4zOlgEAAAACAP////9wAHAAAAAFX2lkABAAAAAEvluwPL2XQkKtIOObZ7ryUANEYXRhABYAAAACUGVyc29uYWxJZAABAAAAAAACTmFtZQALAAAAUGVyc29uYWxJZAAQVmVyc2lvbgAAAAAACUxhc3RXcml0ZQCXn4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CAP///////////////////////////////////////////////////////////////////////////////////////////////////////////////////////////////////////////////////////////////////////////////////////////////////////////////////////////////////////////////////////////////////////////////////////////////////////////////////////////////////////////////////////////////////////////////////////////////////////////////////////////////////////////////////////////////////////////////wEAIAH///////////////8AAA7///////8FAAAABAD///////////////////////////////////////////////////////////////////////////////////////////////////////////////////////////////////////////////////////////////////////////////////////////////////////////////////////////////////////////////////////////////////////////////////////////////////////////////////////////////////////////////////////////////////////////////////////////////////////////////////////////////////////////////////////////////////////////////////////////////////////////////////////8CAAMBAwAAAAIA////////DgAGTGlua0RhdGFMaXN0XzAEAAAAAAAFAAAAAAAFAAAAAwAFAAAAAAAFAAAAAwAFAAAAAAD///////8DAAIBAwAAAAMA////////DgAGTGlua0RhdGFMaXN0XzEEAAAAAQAFAAAAAgAFAAAABAAFAAAAAg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445832710"/>
  <p:tag name="EMPOWERCHARTSPROPERTIES_B_LENGTH" val="24576"/>
  <p:tag name="DOWN_MIGRATION_INITIAL_LAYOUT_REQUIRED" val="9.2.99"/>
  <p:tag name="RUNTIME_ID" val="ed008732-d6d4-4d28-9d1d-b71a1b21ee87"/>
</p:tagLst>
</file>

<file path=ppt/tags/tag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AgD///////8DAAAAAwD///////8DAAAAAwD///////////////////////////////////////////////////////////////////////////////////////////////////////////////////////////////////////////////////////////////////////////////////////////////////////////////////////////////////////////////////////////////////////////////////////////////////////////////////////////////////////////////////////////////////////////////////////////////////////////////////////////////////////////////////////////////////////////////8BACAA////////////////AAAO////////AwAAAAMA////////////////////////////////////////////////////////////////////////////////////////////////////////////////////////////////////////////////////////////////////////////////////////////////////////////////////////////////////////////////////////////////////////////////////////////////////////////////////////////////////////////////////////////////////////////////////////////////////////////////////////////////////////////////////////////////////////////////////////////////////////////////////////AgABAP///////wUAAAACABAACwtnFALXaOFNpM2Hvg0ohskEAAAAAAADAAAAAAADAAAABAADAAMA////////BQAAAAMAEAALKwXFto/P8kacBMoz3ToEKgQAAAABAAMAAAAEAAMAAAABAAMAAAAAAP///////wMAAAAAAP///////wQAAQD///////8FAAAABAAQAAtfHY6WEZcGQazkwOL4nc2i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C2cUAtdo4U2kzYe+DSiGyQREYXRhAAUAAAAAAk5hbWUADQAAAExpbmtEYXRhTGlzdAAQVmVyc2lvbgABAAAACUxhc3RXcml0ZQDSn4zOlgEAAAABAP////9hAGEAAAAFX2lkABAAAAAEKwXFto/P8kacBMoz3ToEKgREYXRhAAUAAAAAAk5hbWUADQAAAExpbmtEYXRhTGlzdAAQVmVyc2lvbgAAAAAACUxhc3RXcml0ZQDQn4zOlgEAAAACAP////9wAHAAAAAFX2lkABAAAAAEXx2OlhGXBkGs5MDi+J3NogNEYXRhABYAAAACUGVyc29uYWxJZAABAAAAAAACTmFtZQALAAAAUGVyc29uYWxJZAAQVmVyc2lvbgAAAAAACUxhc3RXcml0ZQDnn4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DAP///////wUAAAADAP///////////////////////////////////////////////////////////////////////////////////////////////////////////////////////////////////////////////////////////////////////////////////////////////////////////////////////////////////////////////////////////////////////////////////////////////////////////////////////////////////////////////////////////////////////////////////////////////////////////////////////////////////////////////////////////////////////////////wEAIAH///////////////8AAA7///////8FAAAABAD///////////////////////////////////////////////////////////////////////////////////////////////////////////////////////////////////////////////////////////////////////////////////////////////////////////////////////////////////////////////////////////////////////////////////////////////////////////////////////////////////////////////////////////////////////////////////////////////////////////////////////////////////////////////////////////////////////////////////////////////////////////////////////8CAAEBAwAAAAIA////////DgAGTGlua0RhdGFMaXN0XzEEAAAAAAAFAAAAAwAFAAAABAADAAMBAwAAAAMA////////DgAGTGlua0RhdGFMaXN0XzAEAAAAAQAFAAAAAAAFAAAAAgAFAAAAAAAFAAAABAAFAAAAAAAFAAAABAAEAAMBAwAAAAQA////////DAAGUGVyc29uYWxJZF8wBAAAAAIABQAAAAIABQAAAAEABQAAAAM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446637908"/>
  <p:tag name="EMPOWERCHARTSPROPERTIES_B_LENGTH" val="24576"/>
  <p:tag name="DOWN_MIGRATION_INITIAL_LAYOUT_REQUIRED" val="9.2.99"/>
  <p:tag name="RUNTIME_ID" val="5b7b4b62-7fb8-45c2-b2d1-1a886283dfa0"/>
</p:tagLst>
</file>

<file path=ppt/tags/tag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BAD///////8DAAAABAD///////8DAAAABAD///////////////////////////////////////////////////////////////////////////////////////////////////////////////////////////////////////////////////////////////////////////////////////////////////////////////////////////////////////////////////////////////////////////////////////////////////////////////////////////////////////////////////////////////////////////////////////////////////////////////////////////////////////////////////////////////////////////////8BACAA////////////////AAAO////////AwAAAAMA////////////////////////////////////////////////////////////////////////////////////////////////////////////////////////////////////////////////////////////////////////////////////////////////////////////////////////////////////////////////////////////////////////////////////////////////////////////////////////////////////////////////////////////////////////////////////////////////////////////////////////////////////////////////////////////////////////////////////////////////////////////////////////AgADAP///////wUAAAACABAAC4E8kYVgTP1Kigs957kHGEUEAAAAAAADAAAABAADAAAAAwADAAAABAD///////8DAAAABAD///////8DAAEA////////BQAAAAMAEAALuLrejQA99UaTEeAQODHKLAQAAAABAAMAAAACAAMAAAABAAQAAwD///////8FAAAABAAQAAs5NOkil3x+RrK5hrtu0aMJBAAAAAIAAwAAAAAAAw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gTyRhWBM/UqKCz3nuQcYRQREYXRhAAUAAAAAAk5hbWUADQAAAExpbmtEYXRhTGlzdAAQVmVyc2lvbgABAAAACUxhc3RXcml0ZQBpwozOlgEAAAABAP////9hAGEAAAAFX2lkABAAAAAEuLrejQA99UaTEeAQODHKLAREYXRhAAUAAAAAAk5hbWUADQAAAExpbmtEYXRhTGlzdAAQVmVyc2lvbgAAAAAACUxhc3RXcml0ZQBpwozOlgEAAAACAP////9wAHAAAAAFX2lkABAAAAAEOTTpIpd8fkayuYa7btGjCQNEYXRhABYAAAACUGVyc29uYWxJZAABAAAAAAACTmFtZQALAAAAUGVyc29uYWxJZAAQVmVyc2lvbgAAAAAACUxhc3RXcml0ZQB7wo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CAP///////wUAAAACAP///////////////////////////////////////////////////////////////////////////////////////////////////////////////////////////////////////////////////////////////////////////////////////////////////////////////////////////////////////////////////////////////////////////////////////////////////////////////////////////////////////////////////////////////////////////////////////////////////////////////////////////////////////////////////////////////////////////////wEAIAH///////////////8AAA7///////8FAAAABAD///////////////////////////////////////////////////////////////////////////////////////////////////////////////////////////////////////////////////////////////////////////////////////////////////////////////////////////////////////////////////////////////////////////////////////////////////////////////////////////////////////////////////////////////////////////////////////////////////////////////////////////////////////////////////////////////////////////////////////////////////////////////////////8CAAMBAwAAAAIA////////DgAGTGlua0RhdGFMaXN0XzEEAAAAAAAFAAAAAwAFAAAABAAFAAAAAAD///////8FAAAAAAD///////8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535176252"/>
  <p:tag name="EMPOWERCHARTSPROPERTIES_B_LENGTH" val="24576"/>
  <p:tag name="DOWN_MIGRATION_INITIAL_LAYOUT_REQUIRED" val="9.2.99"/>
  <p:tag name="RUNTIME_ID" val="decc2407-7d27-4bf1-b8e1-0840c6dda908"/>
</p:tagLst>
</file>

<file path=ppt/tags/tag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wUA/gsAAAAAAAAAAAAAIAD///////////////8AAAD///////////////8DAAAAAgD///////8DAAAAAgD///////////////////////////////////////////////////////////////////////////////////////////////////////////////////////////////////////////////////////////////////////////////////////////////////////////////////////////////////////////////////////////////////////////////////////////////////////////////////////////////////////////////////////////////////////////////////////////////////////////////////////////////////////////////////////////////////////////////////////////////8BACAA////////////////AAAO////////AwAAAAQA////////////////////////////////////////////////////////////////////////////////////////////////////////////////////////////////////////////////////////////////////////////////////////////////////////////////////////////////////////////////////////////////////////////////////////////////////////////////////////////////////////////////////////////////////////////////////////////////////////////////////////////////////////////////////////////////////////////////////////////////////////////////////////AgACAP///////wUAAAACABAAC36tamxvhVRAkmBdf9DDFJ4EAAAAAAADAAAAAAADAAAAAwADAAAAAAADAAAAAwADAAIA////////BQAAAAMAEAALA90liK3zq0qo6T81lBC9FQQAAAABAAMAAAACAAMAAAAEAAMAAAACAP///////wQAAQD///////8FAAAABAAQAAuIM6OfP8IDRIlZCPNKw+D4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fq1qbG+FVECSYF1/0MMUngREYXRhAAUAAAAAAk5hbWUADQAAAExpbmtEYXRhTGlzdAAQVmVyc2lvbgAAAAAACUxhc3RXcml0ZQCYwozOlgEAAAABAP////9hAGEAAAAFX2lkABAAAAAEA90liK3zq0qo6T81lBC9FQREYXRhAAUAAAAAAk5hbWUADQAAAExpbmtEYXRhTGlzdAAQVmVyc2lvbgABAAAACUxhc3RXcml0ZQCYwozOlgEAAAACAP////9wAHAAAAAFX2lkABAAAAAEiDOjnz/CA0SJWQjzSsPg+ANEYXRhABYAAAACUGVyc29uYWxJZAABAAAAAAACTmFtZQALAAAAUGVyc29uYWxJZAAQVmVyc2lvbgAAAAAACUxhc3RXcml0ZQCrwo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EAP///////////////////////////////////////////////////////////////////////////////////////////////////////////////////////////////////////////////////////////////////////////////////////////////////////////////////////////////////////////////////////////////////////////////////////////////////////////////////////////////////////////////////////////////////////////////////////////////////////////////////////////////////////////////////////////////////////////////wEAIAH///////////////8AAA7///////8FAAAABAD///////////////////////////////////////////////////////////////////////////////////////////////////////////////////////////////////////////////////////////////////////////////////////////////////////////////////////////////////////////////////////////////////////////////////////////////////////////////////////////////////////////////////////////////////////////////////////////////////////////////////////////////////////////////////////////////////////////////////////////////////////////////////////8CAAIBAwAAAAIA////////DgAGTGlua0RhdGFMaXN0XzAEAAAAAAAFAAAAAAAFAAAAAwAFAAAAAAAFAAAAAwADAAIBAwAAAAMA////////DgAGTGlua0RhdGFMaXN0XzEEAAAAAQAFAAAAAgAFAAAABAAFAAAAAgAFAAAABAAEAAMBAwAAAAQA////////DAAGUGVyc29uYWxJZF8wBAAAAAIABQAAAAMABQAAAAEABQAAAAM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535618438"/>
  <p:tag name="EMPOWERCHARTSPROPERTIES_B_LENGTH" val="24576"/>
  <p:tag name="DOWN_MIGRATION_INITIAL_LAYOUT_REQUIRED" val="9.2.99"/>
  <p:tag name="RUNTIME_ID" val="015bae55-e735-4ca8-a411-49eb9dfb6d00"/>
</p:tagLst>
</file>

<file path=ppt/tags/tag1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gYBAQEBAQEBAQEBAQEBAQMAAAAAAAAAAwAAAAMAAAAA/////wUAzgsAAAAAAAAAAAAAIAD///////////////8AAAD///////////////8DAAAAAgD///////8DAAAAAgD///////8DAAAAAgD///////8DAAAAAgD///////8DAAAAAgD///////8DAAAAAgD///////////////////////////////////////////////////////////////////////////////////////////////////////////////////////////////////////////////////////////////////////////////////////////////////////////////////////////////////////////////////////////////////////////////////////////////////////////////////////////////////////////////////////////////////////////////////////////////////////////////////////////////8BACAA////////////////AAAO////////AwAAAAMA////////////////////////////////////////////////////////////////////////////////////////////////////////////////////////////////////////////////////////////////////////////////////////////////////////////////////////////////////////////////////////////////////////////////////////////////////////////////////////////////////////////////////////////////////////////////////////////////////////////////////////////////////////////////////////////////////////////////////////////////////////////////////////AgAGAP///////wUAAAACABAAC6feukSU73JOrRkaR4esHpQEAAAAAAADAAAAAAADAAAABAADAAAAAAADAAAAAwADAAAAAAD///////8DAAAAAAD///////8DAAAAAAD///////8DAAAAAAD///////8DAAIA////////BQAAAAMAEAALZS7cojiRu0SHQNCQeXobDgQAAAABAAMAAAAEAAMAAAABAAMAAAACAP///////wQAAQD///////8FAAAABAAQAAtb5/F38V/DSJ2pfG1N7oJd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p966RJTvck6tGRpHh6welAREYXRhAAUAAAAAAk5hbWUADQAAAExpbmtEYXRhTGlzdAAQVmVyc2lvbgAAAAAACUxhc3RXcml0ZQDXwozOlgEAAAABAP////9hAGEAAAAFX2lkABAAAAAEZS7cojiRu0SHQNCQeXobDgREYXRhAAUAAAAAAk5hbWUADQAAAExpbmtEYXRhTGlzdAAQVmVyc2lvbgABAAAACUxhc3RXcml0ZQDZwozOlgEAAAACAP////9wAHAAAAAFX2lkABAAAAAEW+fxd/Ffw0idqXxtTe6CXQNEYXRhABYAAAACUGVyc29uYWxJZAABAAAAAAACTmFtZQALAAAAUGVyc29uYWxJZAAQVmVyc2lvbgAAAAAACUxhc3RXcml0ZQDuwo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CAP///////wUAAAACAP///////wUAAAACAP///////wUAAAACAP///////wUAAAACAP///////wUAAAACAP///////////////////////////////////////////////////////////////////////////////////////////////////////////////////////////////////////////////////////////////////////////////////////////////////////////////////////////////////////////////////////////////////////////////////////////////////////////////////////////////////////////////////////////////////////////////////////////////////////////////////////////////wEAIAH///////////////8AAA7///////8FAAAABAD///////////////////////////////////////////////////////////////////////////////////////////////////////////////////////////////////////////////////////////////////////////////////////////////////////////////////////////////////////////////////////////////////////////////////////////////////////////////////////////////////////////////////////////////////////////////////////////////////////////////////////////////////////////////////////////////////////////////////////////////////////////////////////8CAAYBAwAAAAIA////////DgAGTGlua0RhdGFMaXN0XzAEAAAAAAAFAAAAAAAFAAAAAwAFAAAAAAAFAAAAAwAFAAAAAAD///////8FAAAAAAD///////8FAAAAAAD///////8FAAAAAAD///////8DAAIBAwAAAAMA////////DgAGTGlua0RhdGFMaXN0XzEEAAAAAQAFAAAAAgAFAAAABAAFAAAAAg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536304464"/>
  <p:tag name="EMPOWERCHARTSPROPERTIES_B_LENGTH" val="24576"/>
  <p:tag name="DOWN_MIGRATION_INITIAL_LAYOUT_REQUIRED" val="9.2.99"/>
  <p:tag name="RUNTIME_ID" val="52ed0a24-0f78-4245-9ab3-5a08ac978ae6"/>
</p:tagLst>
</file>

<file path=ppt/tags/tag1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MAAAAAAAAAAwAAAAMAAAAA/////wUA2gsAAAAAAAAAAAAAIAD///////////////8AAAD///////////////8DAAAABAD///////8DAAAABAD///////8DAAAABAD///////8DAAAABAD///////////////////////////////////////////////////////////////////////////////////////////////////////////////////////////////////////////////////////////////////////////////////////////////////////////////////////////////////////////////////////////////////////////////////////////////////////////////////////////////////////////////////////////////////////////////////////////////////////////////////////////////////////////////////////////////8BACAA////////////////AAAO////////AwAAAAMA////////////////////////////////////////////////////////////////////////////////////////////////////////////////////////////////////////////////////////////////////////////////////////////////////////////////////////////////////////////////////////////////////////////////////////////////////////////////////////////////////////////////////////////////////////////////////////////////////////////////////////////////////////////////////////////////////////////////////////////////////////////////////////AgACAP///////wUAAAACABAACwNkV2A1x7JLmYKJ5PT/ZWEEAAAAAAADAAAABAADAAAAAwADAAAABAADAAAAAwADAAIA////////BQAAAAMAEAALY3UioBL5vUKJ27xp2lpyYQQAAAABAAMAAAACAAMAAAABAAMAAAACAP///////wQABAD///////8FAAAABAAQAAuijSxMw6O3R70zk6y4TuBfBAAAAAIAAwAAAAAAAwAAAAIAAwAAAAAAAwAAAAI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A2RXYDXHskuZgonk9P9lYQREYXRhAAUAAAAAAk5hbWUADQAAAExpbmtEYXRhTGlzdAAQVmVyc2lvbgAAAAAACUxhc3RXcml0ZQAHw4zOlgEAAAABAP////9hAGEAAAAFX2lkABAAAAAEY3UioBL5vUKJ27xp2lpyYQREYXRhAAUAAAAAAk5hbWUADQAAAExpbmtEYXRhTGlzdAAQVmVyc2lvbgABAAAACUxhc3RXcml0ZQANw4zOlgEAAAACAP////9wAHAAAAAFX2lkABAAAAAEoo0sTMOjt0e9M5OsuE7gXwNEYXRhABYAAAACUGVyc29uYWxJZAABAAAAAAACTmFtZQALAAAAUGVyc29uYWxJZAAQVmVyc2lvbgAAAAAACUxhc3RXcml0ZQAgw4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EAIAH///////////////8AAA7///////8FAAAABAD///////////////////////////////////////////////////////////////////////////////////////////////////////////////////////////////////////////////////////////////////////////////////////////////////////////////////////////////////////////////////////////////////////////////////////////////////////////////////////////////////////////////////////////////////////////////////////////////////////////////////////////////////////////////////////////////////////////////////////////////////////////////////////8CAAIBAwAAAAIA////////DgAGTGlua0RhdGFMaXN0XzAEAAAAAAAFAAAAAAAFAAAAAwAFAAAAAAAFAAAAAwADAAIBAwAAAAMA////////DgAGTGlua0RhdGFMaXN0XzEEAAAAAQAFAAAAAgAFAAAABAAFAAAAAg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536812445"/>
  <p:tag name="EMPOWERCHARTSPROPERTIES_B_LENGTH" val="24576"/>
  <p:tag name="DOWN_MIGRATION_INITIAL_LAYOUT_REQUIRED" val="9.2.99"/>
  <p:tag name="RUNTIME_ID" val="a98cf532-e904-436c-bc5e-819397b9cc0c"/>
</p:tagLst>
</file>

<file path=ppt/tags/tag1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QBAQEBAQEBAQEBAQEBAQMAAAAAAAAAAwAAAAMAAAAA/////wUAwgsAAAAAAAAAAAAAIAD///////////////8AAAD///////////////8DAAAABAD///////8DAAAABAD///////8DAAAABAD///////8DAAAABAD///////8DAAAABAD///////////////////////////////////////////////////////////////////////////////////////////////////////////////////////////////////////////////////////////////////////////////////////////////////////////////////////////////////////////////////////////////////////////////////////////////////////////////////////////////////////////////////////////////////////////////////////////////////////////////////////////////////////////////8BACAA////////////////AAAO////////AwAAAAMA////////////////////////////////////////////////////////////////////////////////////////////////////////////////////////////////////////////////////////////////////////////////////////////////////////////////////////////////////////////////////////////////////////////////////////////////////////////////////////////////////////////////////////////////////////////////////////////////////////////////////////////////////////////////////////////////////////////////////////////////////////////////////////AgAEAP///////wUAAAACABAAC5Xi3VRLvu5Jkwl7twpcrREEAAAAAAADAAAABAADAAAAAwADAAAABAD///////8DAAAABAD///////8DAAAABAD///////8DAAEA////////BQAAAAMAEAAL6vYXoDuknkCUCtFs7s/FGQQAAAABAAMAAAACAAMAAAABAAQABQD///////8FAAAABAAQAAtM9scXeEdKTpRus1lYoCYiBAAAAAIAAwAAAAAAAwAAAAIAAwAAAAAAAwAAAAIAAwAAAAAAAwAAAAIAAwAAAAAAAwAAAAI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eLdVEu+7kmTCXu3ClytEQREYXRhAAUAAAAAAk5hbWUADQAAAExpbmtEYXRhTGlzdAAQVmVyc2lvbgAAAAAACUxhc3RXcml0ZQBBw4zOlgEAAAABAP////9hAGEAAAAFX2lkABAAAAAE6vYXoDuknkCUCtFs7s/FGQREYXRhAAUAAAAAAk5hbWUADQAAAExpbmtEYXRhTGlzdAAQVmVyc2lvbgABAAAACUxhc3RXcml0ZQBFw4zOlgEAAAACAP////9wAHAAAAAFX2lkABAAAAAETPbHF3hHSk6UbrNZWKAmIgNEYXRhABYAAAACUGVyc29uYWxJZAABAAAAAAACTmFtZQALAAAAUGVyc29uYWxJZAAQVmVyc2lvbgAAAAAACUxhc3RXcml0ZQBXw4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CAP///////wUAAAACAP///////////////////////////////////////////////////////////////////////////////////////////////////////////////////////////////////////////////////////////////////////////////////////////////////////////////////////////////////////////////////////////////////////////////////////////////////////////////////////////////////////////////////////////////////////////////////////////////////////////////////////////////////////////////////////////////wEAIAH///////////////8AAA7///////8FAAAABAD///////////////////////////////////////////////////////////////////////////////////////////////////////////////////////////////////////////////////////////////////////////////////////////////////////////////////////////////////////////////////////////////////////////////////////////////////////////////////////////////////////////////////////////////////////////////////////////////////////////////////////////////////////////////////////////////////////////////////////////////////////////////////////8CAAQBAwAAAAIA////////DgAGTGlua0RhdGFMaXN0XzAEAAAAAAAFAAAAAAAFAAAAAwAFAAAAAAAFAAAABAAFAAAAAAAFAAAABAAFAAAAAAD///////8DAAEBAwAAAAMA////////DgAGTGlua0RhdGFMaXN0XzEEAAAAAQAFAAAAAgAFAAAABAAEAAMBAwAAAAQA////////DAAGUGVyc29uYWxJZF8wBAAAAAIABQAAAAM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537407352"/>
  <p:tag name="EMPOWERCHARTSPROPERTIES_B_LENGTH" val="24576"/>
  <p:tag name="DOWN_MIGRATION_INITIAL_LAYOUT_REQUIRED" val="9.2.99"/>
  <p:tag name="RUNTIME_ID" val="eb66cc6f-8e05-40c7-b502-a87c1d9a600d"/>
</p:tagLst>
</file>

<file path=ppt/tags/tag1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5gsAAAAAAAAAAAAAIAD///////////////8AAAD///////////////8DAAAAAgD///////8DAAAAAgD///////8DAAAAAwD///////8DAAAAAwD///////////////////////////////////////////////////////////////////////////////////////////////////////////////////////////////////////////////////////////////////////////////////////////////////////////////////////////////////////////////////////////////////////////////////////////////////////////////////////////////////////////////////////////////////////////////////////////////////////////////////////////////////////////////////////////////8BACAA////////////////AAAO////////AwAAAAMA////////////////////////////////////////////////////////////////////////////////////////////////////////////////////////////////////////////////////////////////////////////////////////////////////////////////////////////////////////////////////////////////////////////////////////////////////////////////////////////////////////////////////////////////////////////////////////////////////////////////////////////////////////////////////////////////////////////////////////////////////////////////////////AgACAP///////wUAAAACABAAC1SOygRQhThPu9TFxq81Na4EAAAAAAADAAAAAAADAAAABAADAAAAAAADAAAAAwADAAQA////////BQAAAAMAEAALlUGq+BJlgE+En3y97xhO7AQAAAABAAMAAAAEAAMAAAABAAMAAAACAP///////wMAAAAAAP///////wMAAAAAAP///////wQAAQD///////8FAAAABAAQAAs0ebfqwrgxSbw8qaUzECIc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VI7KBFCFOE+71MXGrzU1rgREYXRhAAUAAAAAAk5hbWUADQAAAExpbmtEYXRhTGlzdAAQVmVyc2lvbgABAAAACUxhc3RXcml0ZQB6w4zOlgEAAAABAP////9hAGEAAAAFX2lkABAAAAAElUGq+BJlgE+En3y97xhO7AREYXRhAAUAAAAAAk5hbWUADQAAAExpbmtEYXRhTGlzdAAQVmVyc2lvbgAAAAAACUxhc3RXcml0ZQB6w4zOlgEAAAACAP////9wAHAAAAAFX2lkABAAAAAENHm36sK4MUm8PKmlMxAiHANEYXRhABYAAAACUGVyc29uYWxJZAABAAAAAAACTmFtZQALAAAAUGVyc29uYWxJZAAQVmVyc2lvbgAAAAAACUxhc3RXcml0ZQCQw4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DAP///////wUAAAADAP///////wUAAAADAP///////////////////////////////////////////////////////////////////////////////////////////////////////////////////////////////////////////////////////////////////////////////////////////////////////////////////////////////////////////////////////////////////////////////////////////////////////////////////////////////////////////////////////////////////////////////////////////////////////////////////////////////////////////////////////////////wEAIAH///////////////8AAA7///////8FAAAABAD///////////////////////////////////////////////////////////////////////////////////////////////////////////////////////////////////////////////////////////////////////////////////////////////////////////////////////////////////////////////////////////////////////////////////////////////////////////////////////////////////////////////////////////////////////////////////////////////////////////////////////////////////////////////////////////////////////////////////////////////////////////////////////8CAAIBAwAAAAIA////////DgAGTGlua0RhdGFMaXN0XzEEAAAAAAAFAAAAAwAFAAAABAAFAAAAAwD///////8DAAQBAwAAAAMA////////DgAGTGlua0RhdGFMaXN0XzAEAAAAAQAFAAAAAAAFAAAAAgAFAAAAAAAFAAAAAgAFAAAAAAD///////8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537950393"/>
  <p:tag name="EMPOWERCHARTSPROPERTIES_B_LENGTH" val="24576"/>
  <p:tag name="DOWN_MIGRATION_INITIAL_LAYOUT_REQUIRED" val="9.2.99"/>
  <p:tag name="RUNTIME_ID" val="29232f8b-be71-49bf-b866-f8495e3ef834"/>
</p:tagLst>
</file>

<file path=ppt/tags/tag1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wgsAAAAAAAAAAAAAIAD///////////////8AAAD///////////////8DAAAAAgD///////8DAAAAAgD///////8DAAAAAgD///////8DAAAAAgD///////////////////////////////////////////////////////////////////////////////////////////////////////////////////////////////////////////////////////////////////////////////////////////////////////////////////////////////////////////////////////////////////////////////////////////////////////////////////////////////////////////////////////////////////////////////////////////////////////////////////////////////////////////////////////////////8BACAA////////////////AAAO////////AwAAAAQA////////////////////////////////////////////////////////////////////////////////////////////////////////////////////////////////////////////////////////////////////////////////////////////////////////////////////////////////////////////////////////////////////////////////////////////////////////////////////////////////////////////////////////////////////////////////////////////////////////////////////////////////////////////////////////////////////////////////////////////////////////////////////////AgAEAP///////wUAAAACABAAC//L+gj4UJFGjiCcbsItg1YEAAAAAAADAAAAAAADAAAAAwADAAAAAAADAAAAAwADAAAAAAADAAAAAwADAAAAAAD///////8DAAMA////////BQAAAAMAEAALBlVvEOnV5Um05VQDPNv0QwQAAAABAAMAAAACAAMAAAAEAAMAAAACAAMAAAAEAAMAAAACAAMAAAAEAAQAAwD///////8FAAAABAAQAAtcJvo6gGYIT7iJUetYvPVrBAAAAAIAAwAAAAMAAwAAAAEAAwAAAAM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8v6CPhQkUaOIJxuwi2DVgREYXRhAAUAAAAAAk5hbWUADQAAAExpbmtEYXRhTGlzdAAQVmVyc2lvbgAAAAAACUxhc3RXcml0ZQCww4zOlgEAAAABAP////9hAGEAAAAFX2lkABAAAAAEBlVvEOnV5Um05VQDPNv0QwREYXRhAAUAAAAAAk5hbWUADQAAAExpbmtEYXRhTGlzdAAQVmVyc2lvbgABAAAACUxhc3RXcml0ZQDAw4zOlgEAAAACAP////9wAHAAAAAFX2lkABAAAAAEXCb6OoBmCE+4iVHrWLz1awNEYXRhABYAAAACUGVyc29uYWxJZAABAAAAAAACTmFtZQALAAAAUGVyc29uYWxJZAAQVmVyc2lvbgAAAAAACUxhc3RXcml0ZQDRw4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CAP///////wUAAAACAP///////wUAAAACAP///////wUAAAACAP///////////////////////////////////////////////////////////////////////////////////////////////////////////////////////////////////////////////////////////////////////////////////////////////////////////////////////////////////////////////////////////////////////////////////////////////////////////////////////////////////////////////////////////////////////////////////////////////////////////////////////////////////////////////////////////////wEAIAH///////////////8AAA7///////8FAAAABAD///////////////////////////////////////////////////////////////////////////////////////////////////////////////////////////////////////////////////////////////////////////////////////////////////////////////////////////////////////////////////////////////////////////////////////////////////////////////////////////////////////////////////////////////////////////////////////////////////////////////////////////////////////////////////////////////////////////////////////////////////////////////////////8CAAQBAwAAAAIA////////DgAGTGlua0RhdGFMaXN0XzAEAAAAAAAFAAAAAAAFAAAAAwAFAAAAAAAFAAAAAwAFAAAAAAAFAAAAAwAFAAAAAAD///////8DAAMBAwAAAAMA////////DgAGTGlua0RhdGFMaXN0XzEEAAAAAQAFAAAAAgAFAAAABAAFAAAAAgAFAAAABAAFAAAAAgD///////8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538595250"/>
  <p:tag name="EMPOWERCHARTSPROPERTIES_B_LENGTH" val="24576"/>
  <p:tag name="DOWN_MIGRATION_INITIAL_LAYOUT_REQUIRED" val="9.2.99"/>
  <p:tag name="RUNTIME_ID" val="80b436b3-fe37-4b33-af39-ae533fe6b24d"/>
</p:tagLst>
</file>

<file path=ppt/tags/tag1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QBAQEBAQEBAQEBAQEBAQMAAAAAAAAAAwAAAAMAAAAA/////wUA8gsAAAAAAAAAAAAAIAD///////////////8AAAD///////////////8DAAAAAgD///////8DAAAAAgD///////8DAAAAAwD///////////////////////////////////////////////////////////////////////////////////////////////////////////////////////////////////////////////////////////////////////////////////////////////////////////////////////////////////////////////////////////////////////////////////////////////////////////////////////////////////////////////////////////////////////////////////////////////////////////////////////////////////////////////////////////////////////////////8BACAA////////////////AAAO////////AwAAAAQA////////////////////////////////////////////////////////////////////////////////////////////////////////////////////////////////////////////////////////////////////////////////////////////////////////////////////////////////////////////////////////////////////////////////////////////////////////////////////////////////////////////////////////////////////////////////////////////////////////////////////////////////////////////////////////////////////////////////////////////////////////////////////////AgACAP///////wUAAAACABAAC88vkBzE081Gv/egccosCikEAAAAAAADAAAAAAADAAAAAwADAAAAAAADAAAAAwADAAMA////////BQAAAAMAEAALNs6PqnSrV0mcCUUjJTT/BwQAAAABAAMAAAACAAMAAAAEAAMAAAACAP///////wMAAAAAAP///////wQAAQD///////8FAAAABAAQAAtcldD6BWsCQYumNngLCCM7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y+QHMTTzUa/96BxyiwKKQREYXRhAAUAAAAAAk5hbWUADQAAAExpbmtEYXRhTGlzdAAQVmVyc2lvbgABAAAACUxhc3RXcml0ZQDww4zOlgEAAAABAP////9hAGEAAAAFX2lkABAAAAAENs6PqnSrV0mcCUUjJTT/BwREYXRhAAUAAAAAAk5hbWUADQAAAExpbmtEYXRhTGlzdAAQVmVyc2lvbgAAAAAACUxhc3RXcml0ZQDvw4zOlgEAAAACAP////9wAHAAAAAFX2lkABAAAAAEXJXQ+gVrAkGLpjZ4CwgjOwNEYXRhABYAAAACUGVyc29uYWxJZAABAAAAAAACTmFtZQALAAAAUGVyc29uYWxJZAAQVmVyc2lvbgAAAAAACUxhc3RXcml0ZQAUxI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DAP///////wUAAAADAP///////wUAAAADAP///////wUAAAAEAP///////////////////////////////////////////////////////////////////////////////////////////////////////////////////////////////////////////////////////////////////////////////////////////////////////////////////////////////////////////////////////////////////////////////////////////////////////////////////////////////////////////////////////////////////////////////////////////////////////////////////////////////////////////////////////////////wEAIAH///////////////8AAA7///////8FAAAABAD///////////////////////////////////////////////////////////////////////////////////////////////////////////////////////////////////////////////////////////////////////////////////////////////////////////////////////////////////////////////////////////////////////////////////////////////////////////////////////////////////////////////////////////////////////////////////////////////////////////////////////////////////////////////////////////////////////////////////////////////////////////////////////8CAAIBAwAAAAIA////////DgAGTGlua0RhdGFMaXN0XzEEAAAAAAAFAAAAAwAFAAAABAAFAAAAAwAFAAAABAADAAMBAwAAAAMA////////DgAGTGlua0RhdGFMaXN0XzAEAAAAAQAFAAAAAAAFAAAAAgAFAAAAAAAFAAAAAgAFAAAAAAAFAAAABAAEAAQBAwAAAAQA////////DAAGUGVyc29uYWxJZF8wBAAAAAIABQAAAAIABQAAAAEABQAAAAIA////////BQAAAAM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539274620"/>
  <p:tag name="EMPOWERCHARTSPROPERTIES_B_LENGTH" val="24576"/>
  <p:tag name="DOWN_MIGRATION_INITIAL_LAYOUT_REQUIRED" val="9.2.99"/>
  <p:tag name="RUNTIME_ID" val="fdd84a75-4bfc-43f3-97c3-1f7cc30bc901"/>
</p:tagLst>
</file>

<file path=ppt/tags/tag1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wgBAQEBAQEBAQEBAQEBAQMAAAAAAAAAAwAAAAMAAAAA/////wUAngsAAAAAAAAAAAAAIAD///////////////8AAAD///////////////8DAAAAAgD///////8DAAAAAgD///////8DAAAAAgD///////8DAAAAAgD///////8DAAAAAwD///////8DAAAAAwD///////8DAAAAAwD///////////////////////////////////////////////////////////////////////////////////////////////////////////////////////////////////////////////////////////////////////////////////////////////////////////////////////////////////////////////////////////////////////////////////////////////////////////////////////////////////////////////////////////////////////////////////////////////////////////////8BACAA////////////////AAAO////////AwAAAAMA////////////////////////////////////////////////////////////////////////////////////////////////////////////////////////////////////////////////////////////////////////////////////////////////////////////////////////////////////////////////////////////////////////////////////////////////////////////////////////////////////////////////////////////////////////////////////////////////////////////////////////////////////////////////////////////////////////////////////////////////////////////////////////AgAEAP///////wUAAAACABAACyehUw6PCv1PlTF6+zuNOV8EAAAAAAADAAAAAAADAAAABAADAAAAAAADAAAABAADAAAAAAADAAAAAwADAAAAAAADAAAAAwADAAcA////////BQAAAAMAEAALJRbHpIovjUiWo9hvSZAGRAQAAAABAAMAAAAEAAMAAAABAAMAAAAEAP///////wMAAAACAP///////wMAAAACAP///////wMAAAAAAP///////wMAAAAAAP///////wMAAAAAAP///////wQAAgD///////8FAAAABAAQAAu/VLiORj8pT4Ux2aQ532APBAAAAAIAAwAAAAIAAwAAAAM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J6FTDo8K/U+VMXr7O405XwREYXRhAAUAAAAAAk5hbWUADQAAAExpbmtEYXRhTGlzdAAQVmVyc2lvbgAAAAAACUxhc3RXcml0ZQA+xIzOlgEAAAABAP////9hAGEAAAAFX2lkABAAAAAEJRbHpIovjUiWo9hvSZAGRAREYXRhAAUAAAAAAk5hbWUADQAAAExpbmtEYXRhTGlzdAAQVmVyc2lvbgABAAAACUxhc3RXcml0ZQA+xIzOlgEAAAACAP////9wAHAAAAAFX2lkABAAAAAEv1S4jkY/KU+FMdmkOd9gDwNEYXRhABYAAAACUGVyc29uYWxJZAABAAAAAAACTmFtZQALAAAAUGVyc29uYWxJZAAQVmVyc2lvbgAAAAAACUxhc3RXcml0ZQBPxI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BeCwAAAAAAAAAAAAAgAf///////////////wAAAP///////////////wUAAAACAP///////wUAAAACAP///////wUAAAACAP///////wUAAAACAP///////wUAAAADAP///////wUAAAADAP///////wUAAAADAP///////wUAAAAEAP///////////////////////////////////////////////////////////////////////////////////////////////////////////////////////////////////////////////////////////////////////////////////////////////////////////////////////////////////////////////////////////////////////////////////////////////////////////////////////////////////////////////////////////////////////////////////////////////wEAIAH///////////////8AAA7///////8FAAAABAD///////////////////////////////////////////////////////////////////////////////////////////////////////////////////////////////////////////////////////////////////////////////////////////////////////////////////////////////////////////////////////////////////////////////////////////////////////////////////////////////////////////////////////////////////////////////////////////////////////////////////////////////////////////////////////////////////////////////////////////////////////////////////////8CAAQBAwAAAAIA////////DgAGTGlua0RhdGFMaXN0XzAEAAAAAAAFAAAAAAAFAAAAAwAFAAAAAAAFAAAAAwAFAAAAAAAFAAAAAwAFAAAAAAAFAAAAAwADAAcBAwAAAAMA////////DgAGTGlua0RhdGFMaXN0XzEEAAAAAQAFAAAAAgAFAAAABAAFAAAAAgAFAAAABAAFAAAAAgAFAAAABAAFAAAAAgAFAAAABAAFAAAAAAAFAAAABAAFAAAAAAAFAAAABAAFAAAAAAAFAAAABAAEAAgBAwAAAAQA////////DAAGUGVyc29uYWxJZF8wBAAAAAIABQAAAAMABQAAAAEABQAAAAMA////////BQAAAAMA////////BQAAAAMA////////BQAAAAMA////////BQAAAAMA////////BQAAAAM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539843322"/>
  <p:tag name="EMPOWERCHARTSPROPERTIES_B_LENGTH" val="24576"/>
  <p:tag name="DOWN_MIGRATION_INITIAL_LAYOUT_REQUIRED" val="9.2.99"/>
  <p:tag name="RUNTIME_ID" val="8868ed80-7c2c-48c7-b3a3-0501875f76eb"/>
</p:tagLst>
</file>

<file path=ppt/tags/tag1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BAD///////8DAAAAAgD///////////////////////////////////////////////////////////////////////////////////////////////////////////////////////////////////////////////////////////////////////////////////////////////////////////////////////////////////////////////////////////////////////////////////////////////////////////////////////////////////////////////////////////////////////////////////////////////////////////////////////////////////////////////////////////////////////////////////////////////8BACAA////////////////AAAO////////AwAAAAMA////////////////////////////////////////////////////////////////////////////////////////////////////////////////////////////////////////////////////////////////////////////////////////////////////////////////////////////////////////////////////////////////////////////////////////////////////////////////////////////////////////////////////////////////////////////////////////////////////////////////////////////////////////////////////////////////////////////////////////////////////////////////////////AgACAP///////wUAAAACABAACxP18C0KJwhOmqvAkjGUBhUEAAAAAAADAAAABAADAAAAAwADAAAAAAD///////8DAAEA////////BQAAAAMAEAALD4wbZ7hQwkCP3fIB5eIbsAQAAAABAAMAAAACAAMAAAABAAQAAQD///////8FAAAABAAQAAtNwhoaHa5yQ6r6863K8Lm5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E/XwLQonCE6aq8CSMZQGFQREYXRhAAUAAAAAAk5hbWUADQAAAExpbmtEYXRhTGlzdAAQVmVyc2lvbgAAAAAACUxhc3RXcml0ZQBtxIzOlgEAAAABAP////9hAGEAAAAFX2lkABAAAAAED4wbZ7hQwkCP3fIB5eIbsAREYXRhAAUAAAAAAk5hbWUADQAAAExpbmtEYXRhTGlzdAAQVmVyc2lvbgABAAAACUxhc3RXcml0ZQBtxIzOlgEAAAACAP////9wAHAAAAAFX2lkABAAAAAETcIaGh2uckOq+vOtyvC5uQNEYXRhABYAAAACUGVyc29uYWxJZAABAAAAAAACTmFtZQALAAAAUGVyc29uYWxJZAAQVmVyc2lvbgAAAAAACUxhc3RXcml0ZQCVxI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EAIAH///////////////8AAA7///////8FAAAABAD///////////////////////////////////////////////////////////////////////////////////////////////////////////////////////////////////////////////////////////////////////////////////////////////////////////////////////////////////////////////////////////////////////////////////////////////////////////////////////////////////////////////////////////////////////////////////////////////////////////////////////////////////////////////////////////////////////////////////////////////////////////////////////8CAAIBAwAAAAIA////////DgAGTGlua0RhdGFMaXN0XzAEAAAAAAAFAAAAAAAFAAAAAwAFAAAAAAAFAAAABAADAAEBAwAAAAMA////////DgAGTGlua0RhdGFMaXN0XzEEAAAAAQAFAAAAAgAFAAAABAAEAAIBAwAAAAQA////////DAAGUGVyc29uYWxJZF8wBAAAAAIABQAAAAM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540547318"/>
  <p:tag name="EMPOWERCHARTSPROPERTIES_B_LENGTH" val="24576"/>
  <p:tag name="DOWN_MIGRATION_INITIAL_LAYOUT_REQUIRED" val="9.2.99"/>
  <p:tag name="RUNTIME_ID" val="97bcaaab-afd3-457f-9728-f4362c6ff479"/>
</p:tagLst>
</file>

<file path=ppt/tags/tag1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UBAQEBAQEBAQEBAQEBAQMAAAAAAAAAAwAAAAMAAAAA/////wUA/gsAAAAAAAAAAAAAIAD///////////////8AAAD///////////////8DAAAABAD///////8DAAAABAD///////////////////////////////////////////////////////////////////////////////////////////////////////////////////////////////////////////////////////////////////////////////////////////////////////////////////////////////////////////////////////////////////////////////////////////////////////////////////////////////////////////////////////////////////////////////////////////////////////////////////////////////////////////////////////////////////////////////////////////////8BACAA////////////////AAAO////////AwAAAAMA////////////////////////////////////////////////////////////////////////////////////////////////////////////////////////////////////////////////////////////////////////////////////////////////////////////////////////////////////////////////////////////////////////////////////////////////////////////////////////////////////////////////////////////////////////////////////////////////////////////////////////////////////////////////////////////////////////////////////////////////////////////////////////AgACAP///////wUAAAACABAAC+p3tnK5LxdAkYuk33gftYUEAAAAAAADAAAABAADAAAAAwADAAAABAD///////8DAAEA////////BQAAAAMAEAAL84PT21iV3UCvAJFHn6r+JAQAAAABAAMAAAACAAMAAAABAAQAAgD///////8FAAAABAAQAAtEM/0AxZ5FToScbiogdKvbBAAAAAIAAwAAAAAAAw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6ne2crkvF0CRi6TfeB+1hQREYXRhAAUAAAAAAk5hbWUADQAAAExpbmtEYXRhTGlzdAAQVmVyc2lvbgAAAAAACUxhc3RXcml0ZQDMyozOlgEAAAABAP////9hAGEAAAAFX2lkABAAAAAE84PT21iV3UCvAJFHn6r+JAREYXRhAAUAAAAAAk5hbWUADQAAAExpbmtEYXRhTGlzdAAQVmVyc2lvbgABAAAACUxhc3RXcml0ZQDOyozOlgEAAAACAP////9wAHAAAAAFX2lkABAAAAAERDP9AMWeRU6EnG4qIHSr2wNEYXRhABYAAAACUGVyc29uYWxJZAABAAAAAAACTmFtZQALAAAAUGVyc29uYWxJZAAQVmVyc2lvbgAAAAAACUxhc3RXcml0ZQDgyo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CAP///////wUAAAACAP///////wUAAAAEAP///////wUAAAAEAP///////wUAAAAEAP///////////////////////////////////////////////////////////////////////////////////////////////////////////////////////////////////////////////////////////////////////////////////////////////////////////////////////////////////////////////////////////////////////////////////////////////////////////////////////////////////////////////////////////////////////////////////////////////////////////////////////////////////////////////wEAIAH///////////////8AAA7///////8FAAAABAD///////////////////////////////////////////////////////////////////////////////////////////////////////////////////////////////////////////////////////////////////////////////////////////////////////////////////////////////////////////////////////////////////////////////////////////////////////////////////////////////////////////////////////////////////////////////////////////////////////////////////////////////////////////////////////////////////////////////////////////////////////////////////////8CAAIBAwAAAAIA////////DgAGTGlua0RhdGFMaXN0XzAEAAAAAAAFAAAAAAAFAAAAAwAFAAAAAAAFAAAABAADAAEBAwAAAAMA////////DgAGTGlua0RhdGFMaXN0XzEEAAAAAQAFAAAAAgAFAAAABAAEAAUBAwAAAAQA////////DAAGUGVyc29uYWxJZF8wBAAAAAIABQAAAAMABQAAAAEABQAAAAI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556628499"/>
  <p:tag name="EMPOWERCHARTSPROPERTIES_B_LENGTH" val="24576"/>
  <p:tag name="DOWN_MIGRATION_INITIAL_LAYOUT_REQUIRED" val="9.2.99"/>
  <p:tag name="RUNTIME_ID" val="855cb7bc-7434-4ea6-bf49-8cef9cffed20"/>
</p:tagLst>
</file>

<file path=ppt/tags/tag1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AgD///////8DAAAAAgD///////8DAAAAAgD///////////////////////////////////////////////////////////////////////////////////////////////////////////////////////////////////////////////////////////////////////////////////////////////////////////////////////////////////////////////////////////////////////////////////////////////////////////////////////////////////////////////////////////////////////////////////////////////////////////////////////////////////////////////////////////////////////////////8BACAA////////////////AAAO////////AwAAAAQA////////////////////////////////////////////////////////////////////////////////////////////////////////////////////////////////////////////////////////////////////////////////////////////////////////////////////////////////////////////////////////////////////////////////////////////////////////////////////////////////////////////////////////////////////////////////////////////////////////////////////////////////////////////////////////////////////////////////////////////////////////////////////////AgADAP///////wUAAAACABAAC7U1QhtUCdNIm49JIBGrRSIEAAAAAAADAAAAAAADAAAAAwADAAAAAAD///////8DAAAAAAD///////8DAAEA////////BQAAAAMAEAALXt2WL+hVV0OA3k0hAuJ1XAQAAAABAAMAAAACAAMAAAAEAAQAAQD///////8FAAAABAAQAAvX08R4186IS4lVQX6ABcnh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TVCG1QJ00ibj0kgEatFIgREYXRhAAUAAAAAAk5hbWUADQAAAExpbmtEYXRhTGlzdAAQVmVyc2lvbgABAAAACUxhc3RXcml0ZQADy4zOlgEAAAABAP////9hAGEAAAAFX2lkABAAAAAEXt2WL+hVV0OA3k0hAuJ1XAREYXRhAAUAAAAAAk5hbWUADQAAAExpbmtEYXRhTGlzdAAQVmVyc2lvbgAAAAAACUxhc3RXcml0ZQACy4zOlgEAAAACAP////9wAHAAAAAFX2lkABAAAAAE19PEeNfOiEuJVUF+gAXJ4QNEYXRhABYAAAACUGVyc29uYWxJZAABAAAAAAACTmFtZQALAAAAUGVyc29uYWxJZAAQVmVyc2lvbgAAAAAACUxhc3RXcml0ZQAUy4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CAP///////wUAAAACAP///////////////////////////////////////////////////////////////////////////////////////////////////////////////////////////////////////////////////////////////////////////////////////////////////////////////////////////////////////////////////////////////////////////////////////////////////////////////////////////////////////////////////////////////////////////////////////////////////////////////////////////////////////////////////////////////////////////////wEAIAH///////////////8AAA7///////8FAAAABAD///////////////////////////////////////////////////////////////////////////////////////////////////////////////////////////////////////////////////////////////////////////////////////////////////////////////////////////////////////////////////////////////////////////////////////////////////////////////////////////////////////////////////////////////////////////////////////////////////////////////////////////////////////////////////////////////////////////////////////////////////////////////////////8CAAMBAwAAAAIA////////DgAGTGlua0RhdGFMaXN0XzEEAAAAAAAFAAAAAwAFAAAABAAFAAAAAAAFAAAABAAFAAAAAAAFAAAABAADAAEBAwAAAAMA////////DgAGTGlua0RhdGFMaXN0XzAEAAAAAQ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557171679"/>
  <p:tag name="EMPOWERCHARTSPROPERTIES_B_LENGTH" val="24576"/>
  <p:tag name="DOWN_MIGRATION_INITIAL_LAYOUT_REQUIRED" val="9.2.99"/>
  <p:tag name="RUNTIME_ID" val="ef7b512f-d469-4c03-a07e-02c112c4a064"/>
</p:tagLst>
</file>

<file path=ppt/tags/tag2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IBAQEBAQEBAQEBAQEBAQMAAAAAAAAAAwAAAAMAAAAA/////wUA2gsAAAAAAAAAAAAAIAD///////////////8AAAD///////////////8DAAAAAgD///////8DAAAAAgD///////8DAAAABAD///////8DAAAABAD///////////////////////////////////////////////////////////////////////////////////////////////////////////////////////////////////////////////////////////////////////////////////////////////////////////////////////////////////////////////////////////////////////////////////////////////////////////////////////////////////////////////////////////////////////////////////////////////////////////////////////////////////////////////////////////////8BACAA////////////////AAAO////////AwAAAAQA////////////////////////////////////////////////////////////////////////////////////////////////////////////////////////////////////////////////////////////////////////////////////////////////////////////////////////////////////////////////////////////////////////////////////////////////////////////////////////////////////////////////////////////////////////////////////////////////////////////////////////////////////////////////////////////////////////////////////////////////////////////////////////AgACAP///////wUAAAACABAAC+NmohTAOYxHmcTAotawYIoEAAAAAAADAAAAAAADAAAAAwADAAAAAAADAAAAAwADAAIA////////BQAAAAMAEAALgVulVwb12k+uimYENzWy7wQAAAABAAMAAAACAAMAAAAEAAMAAAACAAMAAAAEAAQABAD///////8FAAAABAAQAAuyKTTSWTpwRLGF1Dj8KfTQBAAAAAIAAwAAAAMAAwAAAAEAAwAAAAM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42aiFMA5jEeZxMCi1rBgigREYXRhAAUAAAAAAk5hbWUADQAAAExpbmtEYXRhTGlzdAAQVmVyc2lvbgAAAAAACUxhc3RXcml0ZQA3y4zOlgEAAAABAP////9hAGEAAAAFX2lkABAAAAAEgVulVwb12k+uimYENzWy7wREYXRhAAUAAAAAAk5hbWUADQAAAExpbmtEYXRhTGlzdAAQVmVyc2lvbgABAAAACUxhc3RXcml0ZQA5y4zOlgEAAAACAP////9wAHAAAAAFX2lkABAAAAAEsik00lk6cESxhdQ4/Cn00ANEYXRhABYAAAACUGVyc29uYWxJZAABAAAAAAACTmFtZQALAAAAUGVyc29uYWxJZAAQVmVyc2lvbgAAAAAACUxhc3RXcml0ZQBKy4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EAIAH///////////////8AAA7///////8FAAAABAD///////////////////////////////////////////////////////////////////////////////////////////////////////////////////////////////////////////////////////////////////////////////////////////////////////////////////////////////////////////////////////////////////////////////////////////////////////////////////////////////////////////////////////////////////////////////////////////////////////////////////////////////////////////////////////////////////////////////////////////////////////////////////////8CAAIBAwAAAAIA////////DgAGTGlua0RhdGFMaXN0XzAEAAAAAAAFAAAAAAAFAAAAAwAFAAAAAAAFAAAAAwADAAIBAwAAAAMA////////DgAGTGlua0RhdGFMaXN0XzEEAAAAAQAFAAAAAgAFAAAABAAFAAAAAg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188557692585"/>
  <p:tag name="EMPOWERCHARTSPROPERTIES_B_LENGTH" val="24576"/>
  <p:tag name="DOWN_MIGRATION_INITIAL_LAYOUT_REQUIRED" val="9.2.99"/>
  <p:tag name="RUNTIME_ID" val="b1970912-d292-420f-95cd-f0367096ce22"/>
</p:tagLst>
</file>

<file path=ppt/tags/tag2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AgD///////////////////////////////////////////////////////////////////////////////////////////////////////////////////////////////////////////////////////////////////////////////////////////////////////////////////////////////////////////////////////////////////////////////////////////////////////////////////////////////////////////////////////////////////////////////////////////////////////////////////////////////////////////////////////////////////////////////////////////////8BACAA////////////////AAAO////////AwAAAAMA////////////////////////////////////////////////////////////////////////////////////////////////////////////////////////////////////////////////////////////////////////////////////////////////////////////////////////////////////////////////////////////////////////////////////////////////////////////////////////////////////////////////////////////////////////////////////////////////////////////////////////////////////////////////////////////////////////////////////////////////////////////////////////AgACAP///////wUAAAACABAAC3Qp1m4vev5HtlivQQG2fIEEAAAAAAADAAAABAADAAAAAwADAAAAAAADAAAAAwADAAIA////////BQAAAAMAEAAL+4+2flA52E2NiEnehoLYkQQAAAABAAMAAAACAAMAAAABAAMAAAACAP///////wQAAQD///////8FAAAABAAQAAuyj2AdKMvRTKzQA2M7vrgx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CnWbi96/ke2WK9BAbZ8gQREYXRhAAUAAAAAAk5hbWUADQAAAExpbmtEYXRhTGlzdAAQVmVyc2lvbgAAAAAACUxhc3RXcml0ZQDFQ0fKlgEAAAABAP////9hAGEAAAAFX2lkABAAAAAE+4+2flA52E2NiEnehoLYkQREYXRhAAUAAAAAAk5hbWUADQAAAExpbmtEYXRhTGlzdAAQVmVyc2lvbgABAAAACUxhc3RXcml0ZQDGQ0fKlgEAAAACAP////9wAHAAAAAFX2lkABAAAAAEso9gHSjL0Uys0ANjO764MQNEYXRhABYAAAACUGVyc29uYWxJZAABAAAAAAACTmFtZQALAAAAUGVyc29uYWxJZAAQVmVyc2lvbgAAAAAACUxhc3RXcml0ZQDiQ0f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EAIAH///////////////8AAA7///////8FAAAABAD///////////////////////////////////////////////////////////////////////////////////////////////////////////////////////////////////////////////////////////////////////////////////////////////////////////////////////////////////////////////////////////////////////////////////////////////////////////////////////////////////////////////////////////////////////////////////////////////////////////////////////////////////////////////////////////////////////////////////////////////////////////////////////8CAAIBAwAAAAIA////////DgAGTGlua0RhdGFMaXN0XzAEAAAAAAAFAAAAAAAFAAAAAwAFAAAAAAAFAAAAAwADAAIBAwAAAAMA////////DgAGTGlua0RhdGFMaXN0XzEEAAAAAQAFAAAAAgAFAAAABAAFAAAAAg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71902847308"/>
  <p:tag name="EMPOWERCHARTSPROPERTIES_B_LENGTH" val="24576"/>
  <p:tag name="DOWN_MIGRATION_INITIAL_LAYOUT_REQUIRED" val="9.2.99"/>
  <p:tag name="RUNTIME_ID" val="b2026f38-c04d-4038-8e14-8272f1e5a94f"/>
</p:tagLst>
</file>

<file path=ppt/tags/tag2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BAD///////////////////////////////////////////////////////////////////////////////////////////////////////////////////////////////////////////////////////////////////////////////////////////////////////////////////////////////////////////////////////////////////////////////////////////////////////////////////////////////////////////////////////////////////////////////////////////////////////////////////////////////////////////////////////////////////////////////////////////////8BACAA////////////////AAAO////////AwAAAAMA////////////////////////////////////////////////////////////////////////////////////////////////////////////////////////////////////////////////////////////////////////////////////////////////////////////////////////////////////////////////////////////////////////////////////////////////////////////////////////////////////////////////////////////////////////////////////////////////////////////////////////////////////////////////////////////////////////////////////////////////////////////////////////AgABAP///////wUAAAACABAACznShF8mM2BPvwjXvvyImNgEAAAAAAADAAAAAAADAAAABAADAAEA////////BQAAAAMAEAAL39hx4cVn+0eam20ycP0aeQQAAAABAAMAAAAEAAMAAAABAAQAAgD///////8FAAAABAAQAAuPzPKxUom1RJ/7tfFDLoBR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OdKEXyYzYE+/CNe+/IiY2AREYXRhAAUAAAAAAk5hbWUADQAAAExpbmtEYXRhTGlzdAAQVmVyc2lvbgAAAAAACUxhc3RXcml0ZQDAHwzKlgEAAAABAP////9hAGEAAAAFX2lkABAAAAAE39hx4cVn+0eam20ycP0aeQREYXRhAAUAAAAAAk5hbWUADQAAAExpbmtEYXRhTGlzdAAQVmVyc2lvbgABAAAACUxhc3RXcml0ZQDBHwzKlgEAAAACAP////9wAHAAAAAFX2lkABAAAAAEj8zysVKJtUSf+7XxQy6AUQNEYXRhABYAAAACUGVyc29uYWxJZAABAAAAAAACTmFtZQALAAAAUGVyc29uYWxJZAAQVmVyc2lvbgAAAAAACUxhc3RXcml0ZQDnHwz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EAP///////////////////////////////////////////////////////////////////////////////////////////////////////////////////////////////////////////////////////////////////////////////////////////////////////////////////////////////////////////////////////////////////////////////////////////////////////////////////////////////////////////////////////////////////////////////////////////////////////////////////////////////////////////////////////////////////////////////////////////////wEAIAH///////////////8AAA7///////8FAAAABAD///////////////////////////////////////////////////////////////////////////////////////////////////////////////////////////////////////////////////////////////////////////////////////////////////////////////////////////////////////////////////////////////////////////////////////////////////////////////////////////////////////////////////////////////////////////////////////////////////////////////////////////////////////////////////////////////////////////////////////////////////////////////////////8CAAEBAwAAAAIA////////DgAGTGlua0RhdGFMaXN0XzAEAAAAAAAFAAAAAAAFAAAAAwADAAEBAwAAAAMA////////DgAGTGlua0RhdGFMaXN0XzEEAAAAAQAFAAAAAgAFAAAABAAEAAIBAwAAAAQA////////DAAGUGVyc29uYWxJZF8wBAAAAAIABQAAAAM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33144332252"/>
  <p:tag name="EMPOWERCHARTSPROPERTIES_B_LENGTH" val="24576"/>
  <p:tag name="DOWN_MIGRATION_INITIAL_LAYOUT_REQUIRED" val="9.2.99"/>
  <p:tag name="RUNTIME_ID" val="d82f0c14-03aa-46a7-985a-4a0278048a2d"/>
</p:tagLst>
</file>

<file path=ppt/tags/tag2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MAAAAAAAAAAwAAAAMAAAAA/////wUA5gsAAAAAAAAAAAAAIAD///////////////8AAAD///////////////8DAAAABAD///////8DAAAABAD///////8DAAAABAD///////8DAAAABAD///////8DAAAABAD///////////////////////////////////////////////////////////////////////////////////////////////////////////////////////////////////////////////////////////////////////////////////////////////////////////////////////////////////////////////////////////////////////////////////////////////////////////////////////////////////////////////////////////////////////////////////////////////////////////////////////////////////////////////8BACAA////////////////AAAO////////AwAAAAMA////////////////////////////////////////////////////////////////////////////////////////////////////////////////////////////////////////////////////////////////////////////////////////////////////////////////////////////////////////////////////////////////////////////////////////////////////////////////////////////////////////////////////////////////////////////////////////////////////////////////////////////////////////////////////////////////////////////////////////////////////////////////////////AgABAP///////wUAAAACABAAC07yASPJKMpKoIPZSc64EUQEAAAAAAADAAAABAADAAAAAwADAAEA////////BQAAAAMAEAALEqOp8mvdm0eL5UuAfa1eFgQAAAABAAMAAAACAAMAAAABAAQABQD///////8FAAAABAAQAAs78TMhE7WETpI6C2Wfr2c5BAAAAAIAAwAAAAAAAwAAAAI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vIBI8koykqgg9lJzrgRRAREYXRhAAUAAAAAAk5hbWUADQAAAExpbmtEYXRhTGlzdAAQVmVyc2lvbgAAAAAACUxhc3RXcml0ZQA3QdjJlgEAAAABAP////9hAGEAAAAFX2lkABAAAAAEEqOp8mvdm0eL5UuAfa1eFgREYXRhAAUAAAAAAk5hbWUADQAAAExpbmtEYXRhTGlzdAAQVmVyc2lvbgABAAAACUxhc3RXcml0ZQA3QdjJlgEAAAACAP////9wAHAAAAAFX2lkABAAAAAEO/EzIRO1hE6SOgtln69nOQNEYXRhABYAAAACUGVyc29uYWxJZAABAAAAAAACTmFtZQALAAAAUGVyc29uYWxJZAAQVmVyc2lvbgAAAAAACUxhc3RXcml0ZQBKQdjJ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399150986350"/>
  <p:tag name="EMPOWERCHARTSPROPERTIES_B_LENGTH" val="24576"/>
  <p:tag name="DOWN_MIGRATION_INITIAL_LAYOUT_REQUIRED" val="9.2.99"/>
  <p:tag name="RUNTIME_ID" val="f6c7c38a-1141-4914-aa4d-1fff3d2edf3b"/>
</p:tagLst>
</file>

<file path=ppt/tags/tag2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AgD///////////////////////////////////////////////////////////////////////////////////////////////////////////////////////////////////////////////////////////////////////////////////////////////////////////////////////////////////////////////////////////////////////////////////////////////////////////////////////////////////////////////////////////////////////////////////////////////////////////////////////////////////////////////////////////////////////////////////////////////8BACAA////////////////AAAO////////AwAAAAMA////////////////////////////////////////////////////////////////////////////////////////////////////////////////////////////////////////////////////////////////////////////////////////////////////////////////////////////////////////////////////////////////////////////////////////////////////////////////////////////////////////////////////////////////////////////////////////////////////////////////////////////////////////////////////////////////////////////////////////////////////////////////////////AgACAP///////wUAAAACABAAC3Qp1m4vev5HtlivQQG2fIEEAAAAAAADAAAABAADAAAAAwADAAAAAAADAAAAAwADAAIA////////BQAAAAMAEAAL+4+2flA52E2NiEnehoLYkQQAAAABAAMAAAACAAMAAAABAAMAAAACAP///////wQAAQD///////8FAAAABAAQAAuyj2AdKMvRTKzQA2M7vrgx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CnWbi96/ke2WK9BAbZ8gQREYXRhAAUAAAAAAk5hbWUADQAAAExpbmtEYXRhTGlzdAAQVmVyc2lvbgAAAAAACUxhc3RXcml0ZQDFQ0fKlgEAAAABAP////9hAGEAAAAFX2lkABAAAAAE+4+2flA52E2NiEnehoLYkQREYXRhAAUAAAAAAk5hbWUADQAAAExpbmtEYXRhTGlzdAAQVmVyc2lvbgABAAAACUxhc3RXcml0ZQDGQ0fKlgEAAAACAP////9wAHAAAAAFX2lkABAAAAAEso9gHSjL0Uys0ANjO764MQNEYXRhABYAAAACUGVyc29uYWxJZAABAAAAAAACTmFtZQALAAAAUGVyc29uYWxJZAAQVmVyc2lvbgAAAAAACUxhc3RXcml0ZQDiQ0f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EAIAH///////////////8AAA7///////8FAAAABAD///////////////////////////////////////////////////////////////////////////////////////////////////////////////////////////////////////////////////////////////////////////////////////////////////////////////////////////////////////////////////////////////////////////////////////////////////////////////////////////////////////////////////////////////////////////////////////////////////////////////////////////////////////////////////////////////////////////////////////////////////////////////////////8CAAIBAwAAAAIA////////DgAGTGlua0RhdGFMaXN0XzAEAAAAAAAFAAAAAAAFAAAAAwAFAAAAAAAFAAAAAwADAAIBAwAAAAMA////////DgAGTGlua0RhdGFMaXN0XzEEAAAAAQAFAAAAAgAFAAAABAAFAAAAAg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71902847308"/>
  <p:tag name="EMPOWERCHARTSPROPERTIES_B_LENGTH" val="24576"/>
  <p:tag name="DOWN_MIGRATION_INITIAL_LAYOUT_REQUIRED" val="9.2.99"/>
  <p:tag name="RUNTIME_ID" val="b1fc670d-8f76-452d-b488-736eb6be85fb"/>
</p:tagLst>
</file>

<file path=ppt/tags/tag2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6.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8.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2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0.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1.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2.xml><?xml version="1.0" encoding="utf-8"?>
<p:tagLst xmlns:a="http://schemas.openxmlformats.org/drawingml/2006/main" xmlns:r="http://schemas.openxmlformats.org/officeDocument/2006/relationships" xmlns:p="http://schemas.openxmlformats.org/presentationml/2006/main">
  <p:tag name="VCTCREATESHAPEHANDLED" val="0"/>
  <p:tag name="VCT-ANGLE" val="60"/>
</p:tagLst>
</file>

<file path=ppt/tags/tag33.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4.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5.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6.xml><?xml version="1.0" encoding="utf-8"?>
<p:tagLst xmlns:a="http://schemas.openxmlformats.org/drawingml/2006/main" xmlns:r="http://schemas.openxmlformats.org/officeDocument/2006/relationships" xmlns:p="http://schemas.openxmlformats.org/presentationml/2006/main">
  <p:tag name="VCTCREATESHAPEHANDLED" val="0"/>
  <p:tag name="VCT-ANGLE" val="60"/>
</p:tagLst>
</file>

<file path=ppt/tags/tag37.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38.xml><?xml version="1.0" encoding="utf-8"?>
<p:tagLst xmlns:a="http://schemas.openxmlformats.org/drawingml/2006/main" xmlns:r="http://schemas.openxmlformats.org/officeDocument/2006/relationships" xmlns:p="http://schemas.openxmlformats.org/presentationml/2006/main">
  <p:tag name="VCTCREATESHAPEHANDLED" val="0"/>
  <p:tag name="VCT_BODYSTYLE" val="1"/>
</p:tagLst>
</file>

<file path=ppt/tags/tag39.xml><?xml version="1.0" encoding="utf-8"?>
<p:tagLst xmlns:a="http://schemas.openxmlformats.org/drawingml/2006/main" xmlns:r="http://schemas.openxmlformats.org/officeDocument/2006/relationships" xmlns:p="http://schemas.openxmlformats.org/presentationml/2006/main">
  <p:tag name="VCTCREATESHAPEHANDLED" val="0"/>
</p:tagLst>
</file>

<file path=ppt/tags/tag40.xml><?xml version="1.0" encoding="utf-8"?>
<p:tagLst xmlns:a="http://schemas.openxmlformats.org/drawingml/2006/main" xmlns:r="http://schemas.openxmlformats.org/officeDocument/2006/relationships" xmlns:p="http://schemas.openxmlformats.org/presentationml/2006/main">
  <p:tag name="VCTCREATESHAPEHANDLED" val="0"/>
  <p:tag name="VCT_BODYSTYLE" val="1"/>
</p:tagLst>
</file>

<file path=ppt/tags/tag4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AgD///////////////////////////////////////////////////////////////////////////////////////////////////////////////////////////////////////////////////////////////////////////////////////////////////////////////////////////////////////////////////////////////////////////////////////////////////////////////////////////////////////////////////////////////////////////////////////////////////////////////////////////////////////////////////////////////////////////////////////////////8BACAA////////////////AAAO////////AwAAAAMA////////////////////////////////////////////////////////////////////////////////////////////////////////////////////////////////////////////////////////////////////////////////////////////////////////////////////////////////////////////////////////////////////////////////////////////////////////////////////////////////////////////////////////////////////////////////////////////////////////////////////////////////////////////////////////////////////////////////////////////////////////////////////////AgACAP///////wUAAAACABAAC3Qp1m4vev5HtlivQQG2fIEEAAAAAAADAAAABAADAAAAAwADAAAAAAADAAAAAwADAAIA////////BQAAAAMAEAAL+4+2flA52E2NiEnehoLYkQQAAAABAAMAAAACAAMAAAABAAMAAAACAP///////wQAAQD///////8FAAAABAAQAAuyj2AdKMvRTKzQA2M7vrgx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CnWbi96/ke2WK9BAbZ8gQREYXRhAAUAAAAAAk5hbWUADQAAAExpbmtEYXRhTGlzdAAQVmVyc2lvbgAAAAAACUxhc3RXcml0ZQDFQ0fKlgEAAAABAP////9hAGEAAAAFX2lkABAAAAAE+4+2flA52E2NiEnehoLYkQREYXRhAAUAAAAAAk5hbWUADQAAAExpbmtEYXRhTGlzdAAQVmVyc2lvbgABAAAACUxhc3RXcml0ZQDGQ0fKlgEAAAACAP////9wAHAAAAAFX2lkABAAAAAEso9gHSjL0Uys0ANjO764MQNEYXRhABYAAAACUGVyc29uYWxJZAABAAAAAAACTmFtZQALAAAAUGVyc29uYWxJZAAQVmVyc2lvbgAAAAAACUxhc3RXcml0ZQDiQ0f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EAIAH///////////////8AAA7///////8FAAAABAD///////////////////////////////////////////////////////////////////////////////////////////////////////////////////////////////////////////////////////////////////////////////////////////////////////////////////////////////////////////////////////////////////////////////////////////////////////////////////////////////////////////////////////////////////////////////////////////////////////////////////////////////////////////////////////////////////////////////////////////////////////////////////////8CAAIBAwAAAAIA////////DgAGTGlua0RhdGFMaXN0XzAEAAAAAAAFAAAAAAAFAAAAAwAFAAAAAAAFAAAAAwADAAIBAwAAAAMA////////DgAGTGlua0RhdGFMaXN0XzEEAAAAAQAFAAAAAgAFAAAABAAFAAAAAg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71902847308"/>
  <p:tag name="EMPOWERCHARTSPROPERTIES_B_LENGTH" val="24576"/>
  <p:tag name="DOWN_MIGRATION_INITIAL_LAYOUT_REQUIRED" val="9.2.99"/>
  <p:tag name="RUNTIME_ID" val="b2026f38-c04d-4038-8e14-8272f1e5a94f"/>
</p:tagLst>
</file>

<file path=ppt/tags/tag4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BAD///////////////////////////////////////////////////////////////////////////////////////////////////////////////////////////////////////////////////////////////////////////////////////////////////////////////////////////////////////////////////////////////////////////////////////////////////////////////////////////////////////////////////////////////////////////////////////////////////////////////////////////////////////////////////////////////////////////////////////////////8BACAA////////////////AAAO////////AwAAAAMA////////////////////////////////////////////////////////////////////////////////////////////////////////////////////////////////////////////////////////////////////////////////////////////////////////////////////////////////////////////////////////////////////////////////////////////////////////////////////////////////////////////////////////////////////////////////////////////////////////////////////////////////////////////////////////////////////////////////////////////////////////////////////////AgABAP///////wUAAAACABAACznShF8mM2BPvwjXvvyImNgEAAAAAAADAAAAAAADAAAABAADAAEA////////BQAAAAMAEAAL39hx4cVn+0eam20ycP0aeQQAAAABAAMAAAAEAAMAAAABAAQAAgD///////8FAAAABAAQAAuPzPKxUom1RJ/7tfFDLoBR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OdKEXyYzYE+/CNe+/IiY2AREYXRhAAUAAAAAAk5hbWUADQAAAExpbmtEYXRhTGlzdAAQVmVyc2lvbgAAAAAACUxhc3RXcml0ZQDAHwzKlgEAAAABAP////9hAGEAAAAFX2lkABAAAAAE39hx4cVn+0eam20ycP0aeQREYXRhAAUAAAAAAk5hbWUADQAAAExpbmtEYXRhTGlzdAAQVmVyc2lvbgABAAAACUxhc3RXcml0ZQDBHwzKlgEAAAACAP////9wAHAAAAAFX2lkABAAAAAEj8zysVKJtUSf+7XxQy6AUQNEYXRhABYAAAACUGVyc29uYWxJZAABAAAAAAACTmFtZQALAAAAUGVyc29uYWxJZAAQVmVyc2lvbgAAAAAACUxhc3RXcml0ZQDnHwz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EAP///////////////////////////////////////////////////////////////////////////////////////////////////////////////////////////////////////////////////////////////////////////////////////////////////////////////////////////////////////////////////////////////////////////////////////////////////////////////////////////////////////////////////////////////////////////////////////////////////////////////////////////////////////////////////////////////////////////////////////////////wEAIAH///////////////8AAA7///////8FAAAABAD///////////////////////////////////////////////////////////////////////////////////////////////////////////////////////////////////////////////////////////////////////////////////////////////////////////////////////////////////////////////////////////////////////////////////////////////////////////////////////////////////////////////////////////////////////////////////////////////////////////////////////////////////////////////////////////////////////////////////////////////////////////////////////8CAAEBAwAAAAIA////////DgAGTGlua0RhdGFMaXN0XzAEAAAAAAAFAAAAAAAFAAAAAwADAAEBAwAAAAMA////////DgAGTGlua0RhdGFMaXN0XzEEAAAAAQAFAAAAAgAFAAAABAAEAAIBAwAAAAQA////////DAAGUGVyc29uYWxJZF8wBAAAAAIABQAAAAM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33144332252"/>
  <p:tag name="EMPOWERCHARTSPROPERTIES_B_LENGTH" val="24576"/>
  <p:tag name="DOWN_MIGRATION_INITIAL_LAYOUT_REQUIRED" val="9.2.99"/>
  <p:tag name="RUNTIME_ID" val="d82f0c14-03aa-46a7-985a-4a0278048a2d"/>
</p:tagLst>
</file>

<file path=ppt/tags/tag4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MAAAAAAAAAAwAAAAMAAAAA/////wUA5gsAAAAAAAAAAAAAIAD///////////////8AAAD///////////////8DAAAABAD///////8DAAAABAD///////8DAAAABAD///////8DAAAABAD///////8DAAAABAD///////////////////////////////////////////////////////////////////////////////////////////////////////////////////////////////////////////////////////////////////////////////////////////////////////////////////////////////////////////////////////////////////////////////////////////////////////////////////////////////////////////////////////////////////////////////////////////////////////////////////////////////////////////////8BACAA////////////////AAAO////////AwAAAAMA////////////////////////////////////////////////////////////////////////////////////////////////////////////////////////////////////////////////////////////////////////////////////////////////////////////////////////////////////////////////////////////////////////////////////////////////////////////////////////////////////////////////////////////////////////////////////////////////////////////////////////////////////////////////////////////////////////////////////////////////////////////////////////AgABAP///////wUAAAACABAAC07yASPJKMpKoIPZSc64EUQEAAAAAAADAAAABAADAAAAAwADAAEA////////BQAAAAMAEAALEqOp8mvdm0eL5UuAfa1eFgQAAAABAAMAAAACAAMAAAABAAQABQD///////8FAAAABAAQAAs78TMhE7WETpI6C2Wfr2c5BAAAAAIAAwAAAAAAAwAAAAI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vIBI8koykqgg9lJzrgRRAREYXRhAAUAAAAAAk5hbWUADQAAAExpbmtEYXRhTGlzdAAQVmVyc2lvbgAAAAAACUxhc3RXcml0ZQA3QdjJlgEAAAABAP////9hAGEAAAAFX2lkABAAAAAEEqOp8mvdm0eL5UuAfa1eFgREYXRhAAUAAAAAAk5hbWUADQAAAExpbmtEYXRhTGlzdAAQVmVyc2lvbgABAAAACUxhc3RXcml0ZQA3QdjJlgEAAAACAP////9wAHAAAAAFX2lkABAAAAAEO/EzIRO1hE6SOgtln69nOQNEYXRhABYAAAACUGVyc29uYWxJZAABAAAAAAACTmFtZQALAAAAUGVyc29uYWxJZAAQVmVyc2lvbgAAAAAACUxhc3RXcml0ZQBKQdjJ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399150986350"/>
  <p:tag name="EMPOWERCHARTSPROPERTIES_B_LENGTH" val="24576"/>
  <p:tag name="DOWN_MIGRATION_INITIAL_LAYOUT_REQUIRED" val="9.2.99"/>
  <p:tag name="RUNTIME_ID" val="f6c7c38a-1141-4914-aa4d-1fff3d2edf3b"/>
</p:tagLst>
</file>

<file path=ppt/tags/tag4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AgD///////////////////////////////////////////////////////////////////////////////////////////////////////////////////////////////////////////////////////////////////////////////////////////////////////////////////////////////////////////////////////////////////////////////////////////////////////////////////////////////////////////////////////////////////////////////////////////////////////////////////////////////////////////////////////////////////////////////////////////////8BACAA////////////////AAAO////////AwAAAAMA////////////////////////////////////////////////////////////////////////////////////////////////////////////////////////////////////////////////////////////////////////////////////////////////////////////////////////////////////////////////////////////////////////////////////////////////////////////////////////////////////////////////////////////////////////////////////////////////////////////////////////////////////////////////////////////////////////////////////////////////////////////////////////AgACAP///////wUAAAACABAAC3Qp1m4vev5HtlivQQG2fIEEAAAAAAADAAAABAADAAAAAwADAAAAAAADAAAAAwADAAIA////////BQAAAAMAEAAL+4+2flA52E2NiEnehoLYkQQAAAABAAMAAAACAAMAAAABAAMAAAACAP///////wQAAQD///////8FAAAABAAQAAuyj2AdKMvRTKzQA2M7vrgx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CnWbi96/ke2WK9BAbZ8gQREYXRhAAUAAAAAAk5hbWUADQAAAExpbmtEYXRhTGlzdAAQVmVyc2lvbgAAAAAACUxhc3RXcml0ZQDFQ0fKlgEAAAABAP////9hAGEAAAAFX2lkABAAAAAE+4+2flA52E2NiEnehoLYkQREYXRhAAUAAAAAAk5hbWUADQAAAExpbmtEYXRhTGlzdAAQVmVyc2lvbgABAAAACUxhc3RXcml0ZQDGQ0fKlgEAAAACAP////9wAHAAAAAFX2lkABAAAAAEso9gHSjL0Uys0ANjO764MQNEYXRhABYAAAACUGVyc29uYWxJZAABAAAAAAACTmFtZQALAAAAUGVyc29uYWxJZAAQVmVyc2lvbgAAAAAACUxhc3RXcml0ZQDiQ0f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EAIAH///////////////8AAA7///////8FAAAABAD///////////////////////////////////////////////////////////////////////////////////////////////////////////////////////////////////////////////////////////////////////////////////////////////////////////////////////////////////////////////////////////////////////////////////////////////////////////////////////////////////////////////////////////////////////////////////////////////////////////////////////////////////////////////////////////////////////////////////////////////////////////////////////8CAAIBAwAAAAIA////////DgAGTGlua0RhdGFMaXN0XzAEAAAAAAAFAAAAAAAFAAAAAwAFAAAAAAAFAAAAAwADAAIBAwAAAAMA////////DgAGTGlua0RhdGFMaXN0XzEEAAAAAQAFAAAAAgAFAAAABAAFAAAAAg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71902847308"/>
  <p:tag name="EMPOWERCHARTSPROPERTIES_B_LENGTH" val="24576"/>
  <p:tag name="DOWN_MIGRATION_INITIAL_LAYOUT_REQUIRED" val="9.2.99"/>
  <p:tag name="RUNTIME_ID" val="b1fc670d-8f76-452d-b488-736eb6be85fb"/>
</p:tagLst>
</file>

<file path=ppt/tags/tag45.xml><?xml version="1.0" encoding="utf-8"?>
<p:tagLst xmlns:a="http://schemas.openxmlformats.org/drawingml/2006/main" xmlns:r="http://schemas.openxmlformats.org/officeDocument/2006/relationships" xmlns:p="http://schemas.openxmlformats.org/presentationml/2006/main">
  <p:tag name="EMPOWERCHARTSPROPERTIES_B_LENGTH" val="24576"/>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AgD///////8DAAAAAgD///////8DAAAAAgD///////////////////////////////////////////////////////////////////////////////////////////////////////////////////////////////////////////////////////////////////////////////////////////////////////////////////////////////////////////////////////////////////////////////////////////////////////////////////////////////////////////////////////////////////////////////////////////////////////////////////////////////////////////////////////////////////////////////8BACAA////////////////AAAO////////AwAAAAQA////////////////////////////////////////////////////////////////////////////////////////////////////////////////////////////////////////////////////////////////////////////////////////////////////////////////////////////////////////////////////////////////////////////////////////////////////////////////////////////////////////////////////////////////////////////////////////////////////////////////////////////////////////////////////////////////////////////////////////////////////////////////////////AgADAP///////wUAAAACABAAC9xQ24p0ge1GjjmmQ1f5a7QEAAAAAAADAAAAAAADAAAAAwADAAAAAAADAAAAAwADAAAAAAD///////8DAAIA////////BQAAAAMAEAALpzgEqEyYVUaMz4eRmwByVQQAAAABAAMAAAACAAMAAAAEAAMAAAACAP///////wQAAQD///////8FAAAABAAQAAv4HsHCTe6iTJLYyqZ2svjl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3FDbinSB7UaOOaZDV/lrtAREYXRhAAUAAAAAAk5hbWUADQAAAExpbmtEYXRhTGlzdAAQVmVyc2lvbgAAAAAACUxhc3RXcml0ZQBPYLrOlgEAAAABAP////9hAGEAAAAFX2lkABAAAAAEpzgEqEyYVUaMz4eRmwByVQREYXRhAAUAAAAAAk5hbWUADQAAAExpbmtEYXRhTGlzdAAQVmVyc2lvbgABAAAACUxhc3RXcml0ZQAeYbrOlgEAAAACAP////9wAHAAAAAFX2lkABAAAAAE+B7Bwk3uokyS2MqmdrL45QNEYXRhABYAAAACUGVyc29uYWxJZAABAAAAAAACTmFtZQALAAAAUGVyc29uYWxJZAAQVmVyc2lvbgAAAAAACUxhc3RXcml0ZQCpYbr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CAP///////wUAAAACAP///////////////////////////////////////////////////////////////////////////////////////////////////////////////////////////////////////////////////////////////////////////////////////////////////////////////////////////////////////////////////////////////////////////////////////////////////////////////////////////////////////////////////////////////////////////////////////////////////////////////////////////////////////////////////////////////////////////////wEAIAH///////////////8AAA7///////8FAAAABAD///////////////////////////////////////////////////////////////////////////////////////////////////////////////////////////////////////////////////////////////////////////////////////////////////////////////////////////////////////////////////////////////////////////////////////////////////////////////////////////////////////////////////////////////////////////////////////////////////////////////////////////////////////////////////////////////////////////////////////////////////////////////////////8CAAMBAwAAAAIA////////DgAGTGlua0RhdGFMaXN0XzAEAAAAAAAFAAAAAAAFAAAAAwAFAAAAAAD///////8FAAAAAAD///////8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RUNTIME_ID" val="dd4b7330-b71b-4586-903a-a7530cf5adc8"/>
  <p:tag name="DOWN_MIGRATION_INITIAL_LAYOUT_REQUIRED" val="9.2.99"/>
  <p:tag name="EMPOWERCHARTSPROPERTIES_LASTWRITEDATE" val="638828218434232715"/>
</p:tagLst>
</file>

<file path=ppt/tags/tag4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MAAAAAAAAAAwAAAAMAAAAA/////wUACgwAAAAAAAAAAAAAIAD///////////////8AAAD///////////////8DAAAAAgD///////8DAAAABAD///////////////////////////////////////////////////////////////////////////////////////////////////////////////////////////////////////////////////////////////////////////////////////////////////////////////////////////////////////////////////////////////////////////////////////////////////////////////////////////////////////////////////////////////////////////////////////////////////////////////////////////////////////////////////////////////////////////////////////////////8BACAA////////////////AAAO////////AwAAAAMA////////////////////////////////////////////////////////////////////////////////////////////////////////////////////////////////////////////////////////////////////////////////////////////////////////////////////////////////////////////////////////////////////////////////////////////////////////////////////////////////////////////////////////////////////////////////////////////////////////////////////////////////////////////////////////////////////////////////////////////////////////////////////////AgABAP///////wUAAAACABAAC7MbnEXd9JRKkqtk5T5Hjp0EAAAAAAADAAAAAAADAAAABAADAAEA////////BQAAAAMAEAALNHsU7ckXdkGKbLiI0BVXhwQAAAABAAMAAAAEAAMAAAABAAQAAgD///////8FAAAABAAQAAsBfvWc8TJBTbw2WbD+/Djq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sxucRd30lEqSq2TlPkeOnQREYXRhAAUAAAAAAk5hbWUADQAAAExpbmtEYXRhTGlzdAAQVmVyc2lvbgABAAAACUxhc3RXcml0ZQA8ZyDKlgEAAAABAP////9hAGEAAAAFX2lkABAAAAAENHsU7ckXdkGKbLiI0BVXhwREYXRhAAUAAAAAAk5hbWUADQAAAExpbmtEYXRhTGlzdAAQVmVyc2lvbgAAAAAACUxhc3RXcml0ZQA6ZyDKlgEAAAACAP////9wAHAAAAAFX2lkABAAAAAEAX71nPEyQU28Nlmw/vw46gNEYXRhABYAAAACUGVyc29uYWxJZAABAAAAAAACTmFtZQALAAAAUGVyc29uYWxJZAAQVmVyc2lvbgAAAAAACUxhc3RXcml0ZQCAZyD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46435123704"/>
  <p:tag name="EMPOWERCHARTSPROPERTIES_B_LENGTH" val="24576"/>
  <p:tag name="DOWN_MIGRATION_INITIAL_LAYOUT_REQUIRED" val="9.2.99"/>
  <p:tag name="RUNTIME_ID" val="090e7266-85a1-4db0-b674-1abdc47ed107"/>
</p:tagLst>
</file>

<file path=ppt/tags/tag4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CgwAAAAAAAAAAAAAIAD///////////////8AAAD///////////////8DAAAAAgD///////8DAAAABAD///////////////////////////////////////////////////////////////////////////////////////////////////////////////////////////////////////////////////////////////////////////////////////////////////////////////////////////////////////////////////////////////////////////////////////////////////////////////////////////////////////////////////////////////////////////////////////////////////////////////////////////////////////////////////////////////////////////////////////////////8BACAA////////////////AAAO////////AwAAAAMA////////////////////////////////////////////////////////////////////////////////////////////////////////////////////////////////////////////////////////////////////////////////////////////////////////////////////////////////////////////////////////////////////////////////////////////////////////////////////////////////////////////////////////////////////////////////////////////////////////////////////////////////////////////////////////////////////////////////////////////////////////////////////////AgABAP///////wUAAAACABAACznShF8mM2BPvwjXvvyImNgEAAAAAAADAAAAAAADAAAABAADAAEA////////BQAAAAMAEAAL39hx4cVn+0eam20ycP0aeQQAAAABAAMAAAAEAAMAAAABAAQAAgD///////8FAAAABAAQAAuPzPKxUom1RJ/7tfFDLoBRBAAAAAIAAwAAAAIAAwAAAAM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OdKEXyYzYE+/CNe+/IiY2AREYXRhAAUAAAAAAk5hbWUADQAAAExpbmtEYXRhTGlzdAAQVmVyc2lvbgAAAAAACUxhc3RXcml0ZQDAHwzKlgEAAAABAP////9hAGEAAAAFX2lkABAAAAAE39hx4cVn+0eam20ycP0aeQREYXRhAAUAAAAAAk5hbWUADQAAAExpbmtEYXRhTGlzdAAQVmVyc2lvbgABAAAACUxhc3RXcml0ZQDBHwzKlgEAAAACAP////9wAHAAAAAFX2lkABAAAAAEj8zysVKJtUSf+7XxQy6AUQNEYXRhABYAAAACUGVyc29uYWxJZAABAAAAAAACTmFtZQALAAAAUGVyc29uYWxJZAAQVmVyc2lvbgAAAAAACUxhc3RXcml0ZQDnHwz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EAP///////////////////////////////////////////////////////////////////////////////////////////////////////////////////////////////////////////////////////////////////////////////////////////////////////////////////////////////////////////////////////////////////////////////////////////////////////////////////////////////////////////////////////////////////////////////////////////////////////////////////////////////////////////////////////////////////////////////////////////////wEAIAH///////////////8AAA7///////8FAAAABAD///////////////////////////////////////////////////////////////////////////////////////////////////////////////////////////////////////////////////////////////////////////////////////////////////////////////////////////////////////////////////////////////////////////////////////////////////////////////////////////////////////////////////////////////////////////////////////////////////////////////////////////////////////////////////////////////////////////////////////////////////////////////////////8CAAEBAwAAAAIA////////DgAGTGlua0RhdGFMaXN0XzAEAAAAAAAFAAAAAAAFAAAAAwADAAEBAwAAAAMA////////DgAGTGlua0RhdGFMaXN0XzEEAAAAAQAFAAAAAgAFAAAABAAEAAIBAwAAAAQA////////DAAGUGVyc29uYWxJZF8wBAAAAAIABQAAAAM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33144332252"/>
  <p:tag name="EMPOWERCHARTSPROPERTIES_B_LENGTH" val="24576"/>
  <p:tag name="DOWN_MIGRATION_INITIAL_LAYOUT_REQUIRED" val="9.2.99"/>
  <p:tag name="RUNTIME_ID" val="d82f0c14-03aa-46a7-985a-4a0278048a2d"/>
</p:tagLst>
</file>

<file path=ppt/tags/tag4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AgD///////////////////////////////////////////////////////////////////////////////////////////////////////////////////////////////////////////////////////////////////////////////////////////////////////////////////////////////////////////////////////////////////////////////////////////////////////////////////////////////////////////////////////////////////////////////////////////////////////////////////////////////////////////////////////////////////////////////////////////////8BACAA////////////////AAAO////////AwAAAAMA////////////////////////////////////////////////////////////////////////////////////////////////////////////////////////////////////////////////////////////////////////////////////////////////////////////////////////////////////////////////////////////////////////////////////////////////////////////////////////////////////////////////////////////////////////////////////////////////////////////////////////////////////////////////////////////////////////////////////////////////////////////////////////AgACAP///////wUAAAACABAAC3Qp1m4vev5HtlivQQG2fIEEAAAAAAADAAAABAADAAAAAwADAAAAAAADAAAAAwADAAIA////////BQAAAAMAEAAL+4+2flA52E2NiEnehoLYkQQAAAABAAMAAAACAAMAAAABAAMAAAACAP///////wQAAQD///////8FAAAABAAQAAuyj2AdKMvRTKzQA2M7vrgx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CnWbi96/ke2WK9BAbZ8gQREYXRhAAUAAAAAAk5hbWUADQAAAExpbmtEYXRhTGlzdAAQVmVyc2lvbgAAAAAACUxhc3RXcml0ZQDFQ0fKlgEAAAABAP////9hAGEAAAAFX2lkABAAAAAE+4+2flA52E2NiEnehoLYkQREYXRhAAUAAAAAAk5hbWUADQAAAExpbmtEYXRhTGlzdAAQVmVyc2lvbgABAAAACUxhc3RXcml0ZQDGQ0fKlgEAAAACAP////9wAHAAAAAFX2lkABAAAAAEso9gHSjL0Uys0ANjO764MQNEYXRhABYAAAACUGVyc29uYWxJZAABAAAAAAACTmFtZQALAAAAUGVyc29uYWxJZAAQVmVyc2lvbgAAAAAACUxhc3RXcml0ZQDiQ0f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EAIAH///////////////8AAA7///////8FAAAABAD///////////////////////////////////////////////////////////////////////////////////////////////////////////////////////////////////////////////////////////////////////////////////////////////////////////////////////////////////////////////////////////////////////////////////////////////////////////////////////////////////////////////////////////////////////////////////////////////////////////////////////////////////////////////////////////////////////////////////////////////////////////////////////8CAAIBAwAAAAIA////////DgAGTGlua0RhdGFMaXN0XzAEAAAAAAAFAAAAAAAFAAAAAwAFAAAAAAAFAAAAAwADAAIBAwAAAAMA////////DgAGTGlua0RhdGFMaXN0XzEEAAAAAQAFAAAAAgAFAAAABAAFAAAAAg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71902847308"/>
  <p:tag name="EMPOWERCHARTSPROPERTIES_B_LENGTH" val="24576"/>
  <p:tag name="DOWN_MIGRATION_INITIAL_LAYOUT_REQUIRED" val="9.2.99"/>
  <p:tag name="RUNTIME_ID" val="b1fc670d-8f76-452d-b488-736eb6be85fb"/>
</p:tagLst>
</file>

<file path=ppt/tags/tag4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BAD///////8DAAAAAgD///////////////////////////////////////////////////////////////////////////////////////////////////////////////////////////////////////////////////////////////////////////////////////////////////////////////////////////////////////////////////////////////////////////////////////////////////////////////////////////////////////////////////////////////////////////////////////////////////////////////////////////////////////////////////////////////////////////////////////////////8BACAA////////////////AAAO////////AwAAAAMA////////////////////////////////////////////////////////////////////////////////////////////////////////////////////////////////////////////////////////////////////////////////////////////////////////////////////////////////////////////////////////////////////////////////////////////////////////////////////////////////////////////////////////////////////////////////////////////////////////////////////////////////////////////////////////////////////////////////////////////////////////////////////////AgACAP///////wUAAAACABAAC3Qp1m4vev5HtlivQQG2fIEEAAAAAAADAAAABAADAAAAAwADAAAAAAADAAAAAwADAAIA////////BQAAAAMAEAAL+4+2flA52E2NiEnehoLYkQQAAAABAAMAAAACAAMAAAABAAMAAAACAP///////wQAAQD///////8FAAAABAAQAAuyj2AdKMvRTKzQA2M7vrgx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dCnWbi96/ke2WK9BAbZ8gQREYXRhAAUAAAAAAk5hbWUADQAAAExpbmtEYXRhTGlzdAAQVmVyc2lvbgAAAAAACUxhc3RXcml0ZQDFQ0fKlgEAAAABAP////9hAGEAAAAFX2lkABAAAAAE+4+2flA52E2NiEnehoLYkQREYXRhAAUAAAAAAk5hbWUADQAAAExpbmtEYXRhTGlzdAAQVmVyc2lvbgABAAAACUxhc3RXcml0ZQDGQ0fKlgEAAAACAP////9wAHAAAAAFX2lkABAAAAAEso9gHSjL0Uys0ANjO764MQNEYXRhABYAAAACUGVyc29uYWxJZAABAAAAAAACTmFtZQALAAAAUGVyc29uYWxJZAAQVmVyc2lvbgAAAAAACUxhc3RXcml0ZQDiQ0f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EAIAH///////////////8AAA7///////8FAAAABAD///////////////////////////////////////////////////////////////////////////////////////////////////////////////////////////////////////////////////////////////////////////////////////////////////////////////////////////////////////////////////////////////////////////////////////////////////////////////////////////////////////////////////////////////////////////////////////////////////////////////////////////////////////////////////////////////////////////////////////////////////////////////////////8CAAIBAwAAAAIA////////DgAGTGlua0RhdGFMaXN0XzAEAAAAAAAFAAAAAAAFAAAAAwAFAAAAAAAFAAAAAwADAAIBAwAAAAMA////////DgAGTGlua0RhdGFMaXN0XzEEAAAAAQAFAAAAAgAFAAAABAAFAAAAAgAFAAAABAAEAAIBAwAAAAQA////////DAAGUGVyc29uYWxJZF8wBAAAAAIABQAAAAM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71902847308"/>
  <p:tag name="EMPOWERCHARTSPROPERTIES_B_LENGTH" val="24576"/>
  <p:tag name="DOWN_MIGRATION_INITIAL_LAYOUT_REQUIRED" val="9.2.99"/>
  <p:tag name="RUNTIME_ID" val="b2026f38-c04d-4038-8e14-8272f1e5a94f"/>
</p:tagLst>
</file>

<file path=ppt/tags/tag5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EBAQEBAQEBAQEBAQEBAQMAAAAAAAAAAwAAAAMAAAAA/////wUA5gsAAAAAAAAAAAAAIAD///////////////8AAAD///////////////8DAAAABAD///////8DAAAABAD///////8DAAAABAD///////8DAAAABAD///////8DAAAABAD///////////////////////////////////////////////////////////////////////////////////////////////////////////////////////////////////////////////////////////////////////////////////////////////////////////////////////////////////////////////////////////////////////////////////////////////////////////////////////////////////////////////////////////////////////////////////////////////////////////////////////////////////////////////8BACAA////////////////AAAO////////AwAAAAMA////////////////////////////////////////////////////////////////////////////////////////////////////////////////////////////////////////////////////////////////////////////////////////////////////////////////////////////////////////////////////////////////////////////////////////////////////////////////////////////////////////////////////////////////////////////////////////////////////////////////////////////////////////////////////////////////////////////////////////////////////////////////////////AgABAP///////wUAAAACABAAC07yASPJKMpKoIPZSc64EUQEAAAAAAADAAAABAADAAAAAwADAAEA////////BQAAAAMAEAALEqOp8mvdm0eL5UuAfa1eFgQAAAABAAMAAAACAAMAAAABAAQABQD///////8FAAAABAAQAAs78TMhE7WETpI6C2Wfr2c5BAAAAAIAAwAAAAAAAwAAAAIAAwAAAAA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TvIBI8koykqgg9lJzrgRRAREYXRhAAUAAAAAAk5hbWUADQAAAExpbmtEYXRhTGlzdAAQVmVyc2lvbgAAAAAACUxhc3RXcml0ZQA3QdjJlgEAAAABAP////9hAGEAAAAFX2lkABAAAAAEEqOp8mvdm0eL5UuAfa1eFgREYXRhAAUAAAAAAk5hbWUADQAAAExpbmtEYXRhTGlzdAAQVmVyc2lvbgABAAAACUxhc3RXcml0ZQA3QdjJlgEAAAACAP////9wAHAAAAAFX2lkABAAAAAEO/EzIRO1hE6SOgtln69nOQNEYXRhABYAAAACUGVyc29uYWxJZAABAAAAAAACTmFtZQALAAAAUGVyc29uYWxJZAAQVmVyc2lvbgAAAAAACUxhc3RXcml0ZQBKQdjJ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CAP///////////////////////////////////////////////////////////////////////////////////////////////////////////////////////////////////////////////////////////////////////////////////////////////////////////////////////////////////////////////////////////////////////////////////////////////////////////////////////////////////////////////////////////////////////////////////////////////////////////////////////////////////////////////////////////////////////////////////////////////////////////////wEAIAH///////////////8AAA7///////8FAAAABAD///////////////////////////////////////////////////////////////////////////////////////////////////////////////////////////////////////////////////////////////////////////////////////////////////////////////////////////////////////////////////////////////////////////////////////////////////////////////////////////////////////////////////////////////////////////////////////////////////////////////////////////////////////////////////////////////////////////////////////////////////////////////////////8CAAEBAwAAAAIA////////DgAGTGlua0RhdGFMaXN0XzAEAAAAAAAFAAAAAAAFAAAAAwADAAEBAwAAAAMA////////DgAGTGlua0RhdGFMaXN0XzEEAAAAAQAFAAAAAgAFAAAABAA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399150986350"/>
  <p:tag name="EMPOWERCHARTSPROPERTIES_B_LENGTH" val="24576"/>
  <p:tag name="DOWN_MIGRATION_INITIAL_LAYOUT_REQUIRED" val="9.2.99"/>
  <p:tag name="RUNTIME_ID" val="f6c7c38a-1141-4914-aa4d-1fff3d2edf3b"/>
</p:tagLst>
</file>

<file path=ppt/tags/tag5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wD///////////////////////////////////////////////////////////////////////////////////////////////////////////////////////////////////////////////////////////////////////////////////////////////////////////////////////////////////////////////////////////////////////////////////////////////////////////////////////////////////////////////////////////////////////////////////////////////////////////////////////////////////////////////////////////////////////////////////////////////8BACAA////////////////AAAO////////AwAAAAQA////////////////////////////////////////////////////////////////////////////////////////////////////////////////////////////////////////////////////////////////////////////////////////////////////////////////////////////////////////////////////////////////////////////////////////////////////////////////////////////////////////////////////////////////////////////////////////////////////////////////////////////////////////////////////////////////////////////////////////////////////////////////////////AgABAP///////wUAAAACABAAC1ZWRyybWDpJrw3HNI8PCMsEAAAAAAADAAAAAAADAAAAAwADAAIA////////BQAAAAMAEAALOqxcR9jyUUKvL8kvzTw3FQQAAAABAAMAAAACAAMAAAAEAAMAAAAAAAMAAAAEAAQAAgD///////8FAAAABAAQAAucXW3VsNfsSLF1uXFNGzyL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VlZHLJtYOkmvDcc0jw8IywREYXRhAAUAAAAAAk5hbWUADQAAAExpbmtEYXRhTGlzdAAQVmVyc2lvbgABAAAACUxhc3RXcml0ZQCrZ6rOlgEAAAABAP////9hAGEAAAAFX2lkABAAAAAEOqxcR9jyUUKvL8kvzTw3FQREYXRhAAUAAAAAAk5hbWUADQAAAExpbmtEYXRhTGlzdAAQVmVyc2lvbgAAAAAACUxhc3RXcml0ZQCqZ6rOlgEAAAACAP////9wAHAAAAAFX2lkABAAAAAEnF1t1bDX7EixdblxTRs8iwNEYXRhABYAAAACUGVyc29uYWxJZAABAAAAAAACTmFtZQALAAAAUGVyc29uYWxJZAAQVmVyc2lvbgAAAAAACUxhc3RXcml0ZQDEZ6r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DAP///////////////////////////////////////////////////////////////////////////////////////////////////////////////////////////////////////////////////////////////////////////////////////////////////////////////////////////////////////////////////////////////////////////////////////////////////////////////////////////////////////////////////////////////////////////////////////////////////////////////////////////////////////////////////////////////////////////////////////////////wEAIAH///////////////8AAA7///////8FAAAABAD///////////////////////////////////////////////////////////////////////////////////////////////////////////////////////////////////////////////////////////////////////////////////////////////////////////////////////////////////////////////////////////////////////////////////////////////////////////////////////////////////////////////////////////////////////////////////////////////////////////////////////////////////////////////////////////////////////////////////////////////////////////////////////8CAAEBAwAAAAIA////////DgAGTGlua0RhdGFMaXN0XzEEAAAAAAAFAAAAAwAFAAAABAADAAIBAwAAAAMA////////DgAGTGlua0RhdGFMaXN0XzAEAAAAAQAFAAAAAAAFAAAAAgA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207963742663"/>
  <p:tag name="EMPOWERCHARTSPROPERTIES_B_LENGTH" val="24576"/>
  <p:tag name="DOWN_MIGRATION_INITIAL_LAYOUT_REQUIRED" val="9.2.99"/>
  <p:tag name="RUNTIME_ID" val="3f52305e-1850-4771-aa94-e002291765b0"/>
</p:tagLst>
</file>

<file path=ppt/tags/tag5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gsAAAAAAAAAAAAAIAD///////////////8AAAD///////////////8DAAAAAgD///////8DAAAAAwD///////8DAAAAAwD///////////////////////////////////////////////////////////////////////////////////////////////////////////////////////////////////////////////////////////////////////////////////////////////////////////////////////////////////////////////////////////////////////////////////////////////////////////////////////////////////////////////////////////////////////////////////////////////////////////////////////////////////////////////////////////////////////////////8BACAA////////////////AAAO////////AwAAAAMA////////////////////////////////////////////////////////////////////////////////////////////////////////////////////////////////////////////////////////////////////////////////////////////////////////////////////////////////////////////////////////////////////////////////////////////////////////////////////////////////////////////////////////////////////////////////////////////////////////////////////////////////////////////////////////////////////////////////////////////////////////////////////////AgABAP///////wUAAAACABAAC4pByStEYEtBuSL+VzbZlQoEAAAAAAADAAAAAAADAAAABAADAAMA////////BQAAAAMAEAALtK8KbhNPNkqXT4lVgY1LAwQAAAABAAMAAAAEAAMAAAABAAMAAAAAAP///////wMAAAAAAP///////wQAAQD///////8FAAAABAAQAAse+i1nlYTXSZZMiG3oBZ9y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ikHJK0RgS0G5Iv5XNtmVCgREYXRhAAUAAAAAAk5hbWUADQAAAExpbmtEYXRhTGlzdAAQVmVyc2lvbgAAAAAACUxhc3RXcml0ZQDYNarOlgEAAAABAP////9hAGEAAAAFX2lkABAAAAAEtK8KbhNPNkqXT4lVgY1LAwREYXRhAAUAAAAAAk5hbWUADQAAAExpbmtEYXRhTGlzdAAQVmVyc2lvbgABAAAACUxhc3RXcml0ZQDZNarOlgEAAAACAP////9wAHAAAAAFX2lkABAAAAAEHvotZ5WE10mWTIht6AWfcgNEYXRhABYAAAACUGVyc29uYWxJZAABAAAAAAACTmFtZQALAAAAUGVyc29uYWxJZAAQVmVyc2lvbgAAAAAACUxhc3RXcml0ZQD7Nar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CAP///////wUAAAADAP///////wUAAAADAP///////////////////////////////////////////////////////////////////////////////////////////////////////////////////////////////////////////////////////////////////////////////////////////////////////////////////////////////////////////////////////////////////////////////////////////////////////////////////////////////////////////////////////////////////////////////////////////////////////////////////////////////////////////////////////////////////////////////wEAIAH///////////////8AAA7///////8FAAAABAD///////////////////////////////////////////////////////////////////////////////////////////////////////////////////////////////////////////////////////////////////////////////////////////////////////////////////////////////////////////////////////////////////////////////////////////////////////////////////////////////////////////////////////////////////////////////////////////////////////////////////////////////////////////////////////////////////////////////////////////////////////////////////////8CAAEBAwAAAAIA////////DgAGTGlua0RhdGFMaXN0XzAEAAAAAAAFAAAAAAAFAAAAAwADAAMBAwAAAAMA////////DgAGTGlua0RhdGFMaXN0XzEEAAAAAQAFAAAAAgAFAAAABAA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207836282434"/>
  <p:tag name="EMPOWERCHARTSPROPERTIES_B_LENGTH" val="24576"/>
  <p:tag name="DOWN_MIGRATION_INITIAL_LAYOUT_REQUIRED" val="9.2.99"/>
  <p:tag name="RUNTIME_ID" val="c1feae6c-5f7a-4263-8325-6e4cb860dbf4"/>
</p:tagLst>
</file>

<file path=ppt/tags/tag5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AgD///////8DAAAAAgD///////8DAAAAAgD///////////////////////////////////////////////////////////////////////////////////////////////////////////////////////////////////////////////////////////////////////////////////////////////////////////////////////////////////////////////////////////////////////////////////////////////////////////////////////////////////////////////////////////////////////////////////////////////////////////////////////////////////////////////////////////////////////////////8BACAA////////////////AAAO////////AwAAAAMA////////////////////////////////////////////////////////////////////////////////////////////////////////////////////////////////////////////////////////////////////////////////////////////////////////////////////////////////////////////////////////////////////////////////////////////////////////////////////////////////////////////////////////////////////////////////////////////////////////////////////////////////////////////////////////////////////////////////////////////////////////////////////////AgADAP///////wUAAAACABAAC+KefTwj8Y5PtsNWQU97V90EAAAAAAADAAAAAAADAAAABAADAAAAAAADAAAABAADAAAAAAD///////8DAAEA////////BQAAAAMAEAALaOYYepfPTk2uTjog5Xj3zwQAAAABAAMAAAAEAAMAAAABAAQAAgD///////8FAAAABAAQAAsG8W5mW35yQ5f/r7pIaJu5BAAAAAIAAwAAAAIAAwAAAAM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4p59PCPxjk+2w1ZBT3tX3QREYXRhAAUAAAAAAk5hbWUADQAAAExpbmtEYXRhTGlzdAAQVmVyc2lvbgAAAAAACUxhc3RXcml0ZQBSZ6rOlgEAAAABAP////9hAGEAAAAFX2lkABAAAAAEaOYYepfPTk2uTjog5Xj3zwREYXRhAAUAAAAAAk5hbWUADQAAAExpbmtEYXRhTGlzdAAQVmVyc2lvbgABAAAACUxhc3RXcml0ZQBTZ6rOlgEAAAACAP////9wAHAAAAAFX2lkABAAAAAEBvFuZlt+ckOX/6+6SGibuQNEYXRhABYAAAACUGVyc29uYWxJZAABAAAAAAACTmFtZQALAAAAUGVyc29uYWxJZAAQVmVyc2lvbgAAAAAACUxhc3RXcml0ZQBnZ6r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CAP///////wUAAAACAP///////wUAAAACAP///////////////////////////////////////////////////////////////////////////////////////////////////////////////////////////////////////////////////////////////////////////////////////////////////////////////////////////////////////////////////////////////////////////////////////////////////////////////////////////////////////////////////////////////////////////////////////////////////////////////////////////////////////////////////////////////////////////////wEAIAH///////////////8AAA7///////8FAAAABAD///////////////////////////////////////////////////////////////////////////////////////////////////////////////////////////////////////////////////////////////////////////////////////////////////////////////////////////////////////////////////////////////////////////////////////////////////////////////////////////////////////////////////////////////////////////////////////////////////////////////////////////////////////////////////////////////////////////////////////////////////////////////////////8CAAMBAwAAAAIA////////DgAGTGlua0RhdGFMaXN0XzAEAAAAAAAFAAAAAAAFAAAAAwAFAAAAAAAFAAAABAAFAAAAAAAFAAAABAADAAEBAwAAAAMA////////DgAGTGlua0RhdGFMaXN0XzEEAAAAAQAFAAAAAgAFAAAABAAEAAMBAwAAAAQA////////DAAGUGVyc29uYWxJZF8wBAAAAAIABQAAAAM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207962792583"/>
  <p:tag name="EMPOWERCHARTSPROPERTIES_B_LENGTH" val="24576"/>
  <p:tag name="DOWN_MIGRATION_INITIAL_LAYOUT_REQUIRED" val="9.2.99"/>
  <p:tag name="RUNTIME_ID" val="9662df07-bc2e-4db3-8270-e63fe7672abb"/>
</p:tagLst>
</file>

<file path=ppt/tags/tag5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wD///////////////////////////////////////////////////////////////////////////////////////////////////////////////////////////////////////////////////////////////////////////////////////////////////////////////////////////////////////////////////////////////////////////////////////////////////////////////////////////////////////////////////////////////////////////////////////////////////////////////////////////////////////////////////////////////////////////////////////////////8BACAA////////////////AAAO////////AwAAAAQA////////////////////////////////////////////////////////////////////////////////////////////////////////////////////////////////////////////////////////////////////////////////////////////////////////////////////////////////////////////////////////////////////////////////////////////////////////////////////////////////////////////////////////////////////////////////////////////////////////////////////////////////////////////////////////////////////////////////////////////////////////////////////////AgABAP///////wUAAAACABAAC1ZWRyybWDpJrw3HNI8PCMsEAAAAAAADAAAAAAADAAAAAwADAAIA////////BQAAAAMAEAALOqxcR9jyUUKvL8kvzTw3FQQAAAABAAMAAAACAAMAAAAEAAMAAAAAAAMAAAAEAAQAAgD///////8FAAAABAAQAAucXW3VsNfsSLF1uXFNGzyL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VlZHLJtYOkmvDcc0jw8IywREYXRhAAUAAAAAAk5hbWUADQAAAExpbmtEYXRhTGlzdAAQVmVyc2lvbgABAAAACUxhc3RXcml0ZQCrZ6rOlgEAAAABAP////9hAGEAAAAFX2lkABAAAAAEOqxcR9jyUUKvL8kvzTw3FQREYXRhAAUAAAAAAk5hbWUADQAAAExpbmtEYXRhTGlzdAAQVmVyc2lvbgAAAAAACUxhc3RXcml0ZQCqZ6rOlgEAAAACAP////9wAHAAAAAFX2lkABAAAAAEnF1t1bDX7EixdblxTRs8iwNEYXRhABYAAAACUGVyc29uYWxJZAABAAAAAAACTmFtZQALAAAAUGVyc29uYWxJZAAQVmVyc2lvbgAAAAAACUxhc3RXcml0ZQDEZ6r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DAP///////////////////////////////////////////////////////////////////////////////////////////////////////////////////////////////////////////////////////////////////////////////////////////////////////////////////////////////////////////////////////////////////////////////////////////////////////////////////////////////////////////////////////////////////////////////////////////////////////////////////////////////////////////////////////////////////////////////////////////////wEAIAH///////////////8AAA7///////8FAAAABAD///////////////////////////////////////////////////////////////////////////////////////////////////////////////////////////////////////////////////////////////////////////////////////////////////////////////////////////////////////////////////////////////////////////////////////////////////////////////////////////////////////////////////////////////////////////////////////////////////////////////////////////////////////////////////////////////////////////////////////////////////////////////////////8CAAEBAwAAAAIA////////DgAGTGlua0RhdGFMaXN0XzEEAAAAAAAFAAAAAwAFAAAABAADAAIBAwAAAAMA////////DgAGTGlua0RhdGFMaXN0XzAEAAAAAQAFAAAAAAAFAAAAAgA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207963742663"/>
  <p:tag name="EMPOWERCHARTSPROPERTIES_B_LENGTH" val="24576"/>
  <p:tag name="DOWN_MIGRATION_INITIAL_LAYOUT_REQUIRED" val="9.2.99"/>
  <p:tag name="RUNTIME_ID" val="3f52305e-1850-4771-aa94-e002291765b0"/>
</p:tagLst>
</file>

<file path=ppt/tags/tag5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AgD///////////////////////////////////////////////////////////////////////////////////////////////////////////////////////////////////////////////////////////////////////////////////////////////////////////////////////////////////////////////////////////////////////////////////////////////////////////////////////////////////////////////////////////////////////////////////////////////////////////////////////////////////////////////////////////////////////////////////////////////////////////////8BACAA////////////////AAAO////////AwAAAAMA////////////////////////////////////////////////////////////////////////////////////////////////////////////////////////////////////////////////////////////////////////////////////////////////////////////////////////////////////////////////////////////////////////////////////////////////////////////////////////////////////////////////////////////////////////////////////////////////////////////////////////////////////////////////////////////////////////////////////////////////////////////////////////AgABAP///////wUAAAACABAAC/882ORTaB9HhceivydEReYEAAAAAAADAAAAAAADAAAABAADAAEA////////BQAAAAMAEAALxKVt85DI3kuTLizAF9njggQAAAABAAMAAAAEAAMAAAABAAQAAQD///////8FAAAABAAQAAtRYDTyKQdHQ7OGURQSJiCm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zzY5FNoH0eFx6K/J0RF5gREYXRhAAUAAAAAAk5hbWUADQAAAExpbmtEYXRhTGlzdAAQVmVyc2lvbgABAAAACUxhc3RXcml0ZQAYaKrOlgEAAAABAP////9hAGEAAAAFX2lkABAAAAAExKVt85DI3kuTLizAF9njggREYXRhAAUAAAAAAk5hbWUADQAAAExpbmtEYXRhTGlzdAAQVmVyc2lvbgAAAAAACUxhc3RXcml0ZQAXaKrOlgEAAAACAP////9wAHAAAAAFX2lkABAAAAAEUWA08ikHR0OzhlEUEiYgpgNEYXRhABYAAAACUGVyc29uYWxJZAABAAAAAAACTmFtZQALAAAAUGVyc29uYWxJZAAQVmVyc2lvbgAAAAAACUxhc3RXcml0ZQAtaKr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207964793748"/>
  <p:tag name="EMPOWERCHARTSPROPERTIES_B_LENGTH" val="24576"/>
  <p:tag name="DOWN_MIGRATION_INITIAL_LAYOUT_REQUIRED" val="9.2.99"/>
  <p:tag name="RUNTIME_ID" val="aec12b8d-0ea3-4d45-82bd-f3cedec1b2fa"/>
</p:tagLst>
</file>

<file path=ppt/tags/tag5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wUAFgwAAAAAAAAAAAAAIAD///////////////8AAAD///////////////8DAAAABAD///////////////////////////////////////////////////////////////////////////////////////////////////////////////////////////////////////////////////////////////////////////////////////////////////////////////////////////////////////////////////////////////////////////////////////////////////////////////////////////////////////////////////////////////////////////////////////////////////////////////////////////////////////////////////////////////////////////////////////////////////////////////8BACAA////////////////AAAO////////AwAAAAMA////////////////////////////////////////////////////////////////////////////////////////////////////////////////////////////////////////////////////////////////////////////////////////////////////////////////////////////////////////////////////////////////////////////////////////////////////////////////////////////////////////////////////////////////////////////////////////////////////////////////////////////////////////////////////////////////////////////////////////////////////////////////////////AgABAP///////wUAAAACABAAC4sGF52AMPJFohp44eW2rOoEAAAAAAADAAAABAADAAAAAwADAAEA////////BQAAAAMAEAAL6UBht7/pK0CO5efYLsJqrwQAAAABAAMAAAACAAMAAAABAAQAAQD///////8FAAAABAAQAAuODF5xCNAeSa131LF93sjxBAAAAAIAAwAAAAAAAw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iwYXnYAw8kWiGnjh5bas6gREYXRhAAUAAAAAAk5hbWUADQAAAExpbmtEYXRhTGlzdAAQVmVyc2lvbgABAAAACUxhc3RXcml0ZQDpZ6rOlgEAAAABAP////9hAGEAAAAFX2lkABAAAAAE6UBht7/pK0CO5efYLsJqrwREYXRhAAUAAAAAAk5hbWUADQAAAExpbmtEYXRhTGlzdAAQVmVyc2lvbgAAAAAACUxhc3RXcml0ZQDoZ6rOlgEAAAACAP////9wAHAAAAAFX2lkABAAAAAEjgxecQjQHkmtd9Sxfd7I8QNEYXRhABYAAAACUGVyc29uYWxJZAABAAAAAAACTmFtZQALAAAAUGVyc29uYWxJZAAQVmVyc2lvbgAAAAAACUxhc3RXcml0ZQD+Z6r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207964295737"/>
  <p:tag name="EMPOWERCHARTSPROPERTIES_B_LENGTH" val="24576"/>
  <p:tag name="DOWN_MIGRATION_INITIAL_LAYOUT_REQUIRED" val="9.2.99"/>
  <p:tag name="RUNTIME_ID" val="69307f8f-5269-48a8-b688-801a2a3e3751"/>
</p:tagLst>
</file>

<file path=ppt/tags/tag5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IBAQEBAQEBAQEBAQEBAQMAAAAAAAAAAwAAAAMAAAAA/////wUA2gsAAAAAAAAAAAAAIAD///////////////8AAAD///////////////8DAAAAAgD///////8DAAAABAD///////8DAAAABAD///////8DAAAABAD///////8DAAAABAD///////////////////////////////////////////////////////////////////////////////////////////////////////////////////////////////////////////////////////////////////////////////////////////////////////////////////////////////////////////////////////////////////////////////////////////////////////////////////////////////////////////////////////////////////////////////////////////////////////////////////////////////////////////////8BACAA////////////////AAAO////////AwAAAAMA////////////////////////////////////////////////////////////////////////////////////////////////////////////////////////////////////////////////////////////////////////////////////////////////////////////////////////////////////////////////////////////////////////////////////////////////////////////////////////////////////////////////////////////////////////////////////////////////////////////////////////////////////////////////////////////////////////////////////////////////////////////////////////AgABAP///////wUAAAACABAAC8Enrw/6fypFrXXU3mhiTb0EAAAAAAADAAAAAAADAAAABAADAAIA////////BQAAAAMAEAAL20Zugu/2VEm7imCCFtd3BQQAAAABAAMAAAAEAAMAAAABAAMAAAAEAP///////wQABQD///////8FAAAABAAQAAt2kD0mNFCORqjyB9ngwCDtBAAAAAIAAwAAAAIAAwAAAAMAAwAAAAAAAwAAAAM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SevD/p/KkWtddTeaGJNvQREYXRhAAUAAAAAAk5hbWUADQAAAExpbmtEYXRhTGlzdAAQVmVyc2lvbgABAAAACUxhc3RXcml0ZQA3Di7KlgEAAAABAP////9hAGEAAAAFX2lkABAAAAAE20Zugu/2VEm7imCCFtd3BQREYXRhAAUAAAAAAk5hbWUADQAAAExpbmtEYXRhTGlzdAAQVmVyc2lvbgAAAAAACUxhc3RXcml0ZQA2Di7KlgEAAAACAP////9wAHAAAAAFX2lkABAAAAAEdpA9JjRQjkao8gfZ4MAg7QNEYXRhABYAAAACUGVyc29uYWxJZAABAAAAAAACTmFtZQALAAAAUGVyc29uYWxJZAAQVmVyc2lvbgAAAAAACUxhc3RXcml0ZQBRDi7K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DAP///////wUAAAADAP///////////////////////////////////////////////////////////////////////////////////////////////////////////////////////////////////////////////////////////////////////////////////////////////////////////////////////////////////////////////////////////////////////////////////////////////////////////////////////////////////////////////////////////////////////////////////////////////////////////////////////////////////////////////////////////////////////////////////////////////wEAIAH///////////////8AAA7///////8FAAAABAD///////////////////////////////////////////////////////////////////////////////////////////////////////////////////////////////////////////////////////////////////////////////////////////////////////////////////////////////////////////////////////////////////////////////////////////////////////////////////////////////////////////////////////////////////////////////////////////////////////////////////////////////////////////////////////////////////////////////////////////////////////////////////////8CAAEBAwAAAAIA////////DgAGTGlua0RhdGFMaXN0XzEEAAAAAAAFAAAAAwAFAAAABAADAAIBAwAAAAMA////////DgAGTGlua0RhdGFMaXN0XzAEAAAAAQAFAAAAAAAFAAAAAgAFAAAAAAD///////8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455381537059"/>
  <p:tag name="EMPOWERCHARTSPROPERTIES_B_LENGTH" val="24576"/>
  <p:tag name="DOWN_MIGRATION_INITIAL_LAYOUT_REQUIRED" val="9.2.99"/>
  <p:tag name="RUNTIME_ID" val="134f3fbe-d7b5-4115-92ab-2562c947011e"/>
</p:tagLst>
</file>

<file path=ppt/tags/tag5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gD///////////////////////////////////////////////////////////////////////////////////////////////////////////////////////////////////////////////////////////////////////////////////////////////////////////////////////////////////////////////////////////////////////////////////////////////////////////////////////////////////////////////////////////////////////////////////////////////////////////////////////////////////////////////////////////////////////////////////////////////8BACAA////////////////AAAO////////AwAAAAMA////////////////////////////////////////////////////////////////////////////////////////////////////////////////////////////////////////////////////////////////////////////////////////////////////////////////////////////////////////////////////////////////////////////////////////////////////////////////////////////////////////////////////////////////////////////////////////////////////////////////////////////////////////////////////////////////////////////////////////////////////////////////////////AgACAP///////wUAAAACABAAC1qkOTUvdfJOnYB1voR5KZkEAAAAAAADAAAAAAADAAAABAADAAAAAAADAAAAAwADAAIA////////BQAAAAMAEAALrfePsP9w90mBKVSq+nnJggQAAAABAAMAAAAEAAMAAAABAAMAAAACAP///////wQAAQD///////8FAAAABAAQAAvaQCSiAQMqSI/oh9q2ASuK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qQ5NS918k6dgHW+hHkpmQREYXRhAAUAAAAAAk5hbWUADQAAAExpbmtEYXRhTGlzdAAQVmVyc2lvbgABAAAACUxhc3RXcml0ZQBZpNXJlgEAAAABAP////9hAGEAAAAFX2lkABAAAAAErfePsP9w90mBKVSq+nnJggREYXRhAAUAAAAAAk5hbWUADQAAAExpbmtEYXRhTGlzdAAQVmVyc2lvbgAAAAAACUxhc3RXcml0ZQBZpNXJlgEAAAACAP////9wAHAAAAAFX2lkABAAAAAE2kAkogEDKkiP6IfatgErigNEYXRhABYAAAACUGVyc29uYWxJZAABAAAAAAACTmFtZQALAAAAUGVyc29uYWxJZAAQVmVyc2lvbgAAAAAACUxhc3RXcml0ZQB0pNXJ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GDAAAAAAAAAAAAAAgAf///////////////wAAAP///////////////wUAAAADAP///////wUAAAADAP///////////////////////////////////////////////////////////////////////////////////////////////////////////////////////////////////////////////////////////////////////////////////////////////////////////////////////////////////////////////////////////////////////////////////////////////////////////////////////////////////////////////////////////////////////////////////////////////////////////////////////////////////////////////////////////////////////////////////////////////wEAIAH///////////////8AAA7///////8FAAAABAD///////////////////////////////////////////////////////////////////////////////////////////////////////////////////////////////////////////////////////////////////////////////////////////////////////////////////////////////////////////////////////////////////////////////////////////////////////////////////////////////////////////////////////////////////////////////////////////////////////////////////////////////////////////////////////////////////////////////////////////////////////////////////////8CAAIBAwAAAAIA////////DgAGTGlua0RhdGFMaXN0XzEEAAAAAAAFAAAAAwAFAAAABAAFAAAAAwD///////8DAAIBAwAAAAMA////////DgAGTGlua0RhdGFMaXN0XzAEAAAAAQAFAAAAAAAFAAAAAg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7397438763368"/>
  <p:tag name="EMPOWERCHARTSPROPERTIES_B_LENGTH" val="24576"/>
  <p:tag name="DOWN_MIGRATION_INITIAL_LAYOUT_REQUIRED" val="9.2.99"/>
  <p:tag name="RUNTIME_ID" val="3e57a9c2-3fbd-4d1c-8957-9eb952c45a89"/>
</p:tagLst>
</file>

<file path=ppt/tags/tag5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MBAQEBAQEBAQEBAQEBAQMAAAAAAAAAAwAAAAMAAAAA/////wUACgwAAAAAAAAAAAAAIAD///////////////8AAAD///////////////8DAAAAAgD///////8DAAAAAwD///////////////////////////////////////////////////////////////////////////////////////////////////////////////////////////////////////////////////////////////////////////////////////////////////////////////////////////////////////////////////////////////////////////////////////////////////////////////////////////////////////////////////////////////////////////////////////////////////////////////////////////////////////////////////////////////////////////////////////////////8BACAA////////////////AAAO////////AwAAAAMA////////////////////////////////////////////////////////////////////////////////////////////////////////////////////////////////////////////////////////////////////////////////////////////////////////////////////////////////////////////////////////////////////////////////////////////////////////////////////////////////////////////////////////////////////////////////////////////////////////////////////////////////////////////////////////////////////////////////////////////////////////////////////////AgABAP///////wUAAAACABAAC59gpDIJEzNGs6CFV6vE0O0EAAAAAAADAAAAAAADAAAABAADAAIA////////BQAAAAMAEAALZYHGr0JwgUKtIVjf9vKntQQAAAABAAMAAAAEAAMAAAABAAMAAAAAAP///////wQAAQD///////8FAAAABAAQAAuUqmk4p6qRRJPMw2c3j3Kz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n2CkMgkTM0azoIVXq8TQ7QREYXRhAAUAAAAAAk5hbWUADQAAAExpbmtEYXRhTGlzdAAQVmVyc2lvbgABAAAACUxhc3RXcml0ZQC9bW45lgEAAAABAP////9hAGEAAAAFX2lkABAAAAAEZYHGr0JwgUKtIVjf9vKntQREYXRhAAUAAAAAAk5hbWUADQAAAExpbmtEYXRhTGlzdAAQVmVyc2lvbgAAAAAACUxhc3RXcml0ZQC8bW45lgEAAAACAP////9wAHAAAAAFX2lkABAAAAAElKppOKeqkUSTzMNnN49yswNEYXRhABYAAAACUGVyc29uYWxJZAABAAAAAAACTmFtZQALAAAAUGVyc29uYWxJZAAQVmVyc2lvbgAAAAAACUxhc3RXcml0ZQDibW45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DAP///////wUAAAADAP///////wUAAAAEAP///////////////////////////////////////////////////////////////////////////////////////////////////////////////////////////////////////////////////////////////////////////////////////////////////////////////////////////////////////////////////////////////////////////////////////////////////////////////////////////////////////////////////////////////////////////////////////////////////////////////////////////////////////////////////////////////////////////////wEAIAH///////////////8AAA7///////8FAAAABAD///////////////////////////////////////////////////////////////////////////////////////////////////////////////////////////////////////////////////////////////////////////////////////////////////////////////////////////////////////////////////////////////////////////////////////////////////////////////////////////////////////////////////////////////////////////////////////////////////////////////////////////////////////////////////////////////////////////////////////////////////////////////////////8CAAEBAwAAAAIA////////DgAGTGlua0RhdGFMaXN0XzEEAAAAAAAFAAAAAwAFAAAABAADAAIBAwAAAAMA////////DgAGTGlua0RhdGFMaXN0XzAEAAAAAQAFAAAAAAAFAAAAAgAFAAAAAAAFAAAABAAEAAMBAwAAAAQA////////DAAGUGVyc29uYWxJZF8wBAAAAAIABQAAAAIABQAAAAEABQAAAAM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3170605932434"/>
  <p:tag name="EMPOWERCHARTSPROPERTIES_B_LENGTH" val="24576"/>
  <p:tag name="DOWN_MIGRATION_INITIAL_LAYOUT_REQUIRED" val="9.2.99"/>
  <p:tag name="RUNTIME_ID" val="5cf57760-5985-4f97-90f3-4974bf92a995"/>
</p:tagLst>
</file>

<file path=ppt/tags/tag6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8gsAAAAAAAAAAAAAIAD///////////////8AAAD///////////////8DAAAAAgD///////8DAAAAAgD///////8DAAAAAgD///////////////////////////////////////////////////////////////////////////////////////////////////////////////////////////////////////////////////////////////////////////////////////////////////////////////////////////////////////////////////////////////////////////////////////////////////////////////////////////////////////////////////////////////////////////////////////////////////////////////////////////////////////////////////////////////////////////////8BACAA////////////////AAAO////////AwAAAAMA////////////////////////////////////////////////////////////////////////////////////////////////////////////////////////////////////////////////////////////////////////////////////////////////////////////////////////////////////////////////////////////////////////////////////////////////////////////////////////////////////////////////////////////////////////////////////////////////////////////////////////////////////////////////////////////////////////////////////////////////////////////////////////AgADAP///////wUAAAACABAAC/Aw+EzJmL5HneON1q52OIQEAAAAAAADAAAAAAADAAAABAADAAAAAAADAAAAAwADAAAAAAD///////8DAAIA////////BQAAAAMAEAAL/KhP9vb5ykyzQIwME9eV4AQAAAABAAMAAAAEAAMAAAABAAMAAAACAP///////wQAAQD///////8FAAAABAAQAAtjh0TJf5kDR4ZFVs0IOMDD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8DD4TMmYvked443WrnY4hAREYXRhAAUAAAAAAk5hbWUADQAAAExpbmtEYXRhTGlzdAAQVmVyc2lvbgABAAAACUxhc3RXcml0ZQAcz285lgEAAAABAP////9hAGEAAAAFX2lkABAAAAAE/KhP9vb5ykyzQIwME9eV4AREYXRhAAUAAAAAAk5hbWUADQAAAExpbmtEYXRhTGlzdAAQVmVyc2lvbgAAAAAACUxhc3RXcml0ZQAcz285lgEAAAACAP////9wAHAAAAAFX2lkABAAAAAEY4dEyX+ZA0eGRVbNCDjAwwNEYXRhABYAAAACUGVyc29uYWxJZAABAAAAAAACTmFtZQALAAAAUGVyc29uYWxJZAAQVmVyc2lvbgAAAAAACUxhc3RXcml0ZQAtz285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iCwAAAAAAAAAAAAAgAf///////////////wAAAP///////////////wUAAAADAP///////wUAAAADAP///////wUAAAACAP///////////////////////////////////////////////////////////////////////////////////////////////////////////////////////////////////////////////////////////////////////////////////////////////////////////////////////////////////////////////////////////////////////////////////////////////////////////////////////////////////////////////////////////////////////////////////////////////////////////////////////////////////////////////////////////////////////////////wEAIAH///////////////8AAA7///////8FAAAABAD///////////////////////////////////////////////////////////////////////////////////////////////////////////////////////////////////////////////////////////////////////////////////////////////////////////////////////////////////////////////////////////////////////////////////////////////////////////////////////////////////////////////////////////////////////////////////////////////////////////////////////////////////////////////////////////////////////////////////////////////////////////////////////8CAAMBAwAAAAIA////////DgAGTGlua0RhdGFMaXN0XzEEAAAAAAAFAAAAAwAFAAAABAAFAAAAAwAFAAAABAAFAAAAAAAFAAAABAADAAIBAwAAAAMA////////DgAGTGlua0RhdGFMaXN0XzAEAAAAAQAFAAAAAAAFAAAAAgAFAAAAAAAFAAAAAgAEAAMBAwAAAAQA////////DAAGUGVyc29uYWxJZF8wBAAAAAIABQAAAAIABQAAAAEABQAAAAI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3171510394341"/>
  <p:tag name="EMPOWERCHARTSPROPERTIES_B_LENGTH" val="24576"/>
  <p:tag name="DOWN_MIGRATION_INITIAL_LAYOUT_REQUIRED" val="9.2.99"/>
  <p:tag name="RUNTIME_ID" val="c71be6e6-8801-4d91-ac02-e757e37eb714"/>
</p:tagLst>
</file>

<file path=ppt/tags/tag6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UBAQEBAQEBAQEBAQEBAQMAAAAAAAAAAwAAAAMAAAAA/////wUA/gsAAAAAAAAAAAAAIAD///////////////8AAAD///////////////8DAAAAAgD///////8DAAAAAgD///////////////////////////////////////////////////////////////////////////////////////////////////////////////////////////////////////////////////////////////////////////////////////////////////////////////////////////////////////////////////////////////////////////////////////////////////////////////////////////////////////////////////////////////////////////////////////////////////////////////////////////////////////////////////////////////////////////////////////////////8BACAA////////////////AAAO////////AwAAAAQA////////////////////////////////////////////////////////////////////////////////////////////////////////////////////////////////////////////////////////////////////////////////////////////////////////////////////////////////////////////////////////////////////////////////////////////////////////////////////////////////////////////////////////////////////////////////////////////////////////////////////////////////////////////////////////////////////////////////////////////////////////////////////////AgACAP///////wUAAAACABAAC5TmVSZlUOJJqP0suZiKSboEAAAAAAADAAAAAAADAAAAAwADAAAAAAADAAAAAwADAAIA////////BQAAAAMAEAAL3kkXQFmcUUinfTIl5aBD3QQAAAABAAMAAAACAAMAAAAEAAMAAAACAP///////wQAAQD///////8FAAAABAAQAAuMrnGyn59WRJTkbxBYe7OY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lOZVJmVQ4kmo/Sy5mIpJugREYXRhAAUAAAAAAk5hbWUADQAAAExpbmtEYXRhTGlzdAAQVmVyc2lvbgABAAAACUxhc3RXcml0ZQCRdG45lgEAAAABAP////9hAGEAAAAFX2lkABAAAAAE3kkXQFmcUUinfTIl5aBD3QREYXRhAAUAAAAAAk5hbWUADQAAAExpbmtEYXRhTGlzdAAQVmVyc2lvbgAAAAAACUxhc3RXcml0ZQCQdG45lgEAAAACAP////9wAHAAAAAFX2lkABAAAAAEjK5xsp+fVkSU5G8QWHuzmANEYXRhABYAAAACUGVyc29uYWxJZAABAAAAAAACTmFtZQALAAAAUGVyc29uYWxJZAAQVmVyc2lvbgAAAAAACUxhc3RXcml0ZQCqdG45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WCwAAAAAAAAAAAAAgAf///////////////wAAAP///////////////wUAAAADAP///////wUAAAADAP///////wUAAAAEAP///////wUAAAAEAP///////wUAAAAEAP///////////////////////////////////////////////////////////////////////////////////////////////////////////////////////////////////////////////////////////////////////////////////////////////////////////////////////////////////////////////////////////////////////////////////////////////////////////////////////////////////////////////////////////////////////////////////////////////////////////////////////////////////////////////wEAIAH///////////////8AAA7///////8FAAAABAD///////////////////////////////////////////////////////////////////////////////////////////////////////////////////////////////////////////////////////////////////////////////////////////////////////////////////////////////////////////////////////////////////////////////////////////////////////////////////////////////////////////////////////////////////////////////////////////////////////////////////////////////////////////////////////////////////////////////////////////////////////////////////////8CAAIBAwAAAAIA////////DgAGTGlua0RhdGFMaXN0XzEEAAAAAAAFAAAAAwAFAAAABAAFAAAAAwAFAAAABAADAAIBAwAAAAMA////////DgAGTGlua0RhdGFMaXN0XzAEAAAAAQAFAAAAAAAFAAAAAgAFAAAAAAAFAAAAAgAEAAUBAwAAAAQA////////DAAGUGVyc29uYWxJZF8wBAAAAAIABQAAAAIABQAAAAEABQAAAAIA////////BQAAAAAA////////BQAAAAA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3170623300150"/>
  <p:tag name="EMPOWERCHARTSPROPERTIES_B_LENGTH" val="24576"/>
  <p:tag name="DOWN_MIGRATION_INITIAL_LAYOUT_REQUIRED" val="9.2.99"/>
  <p:tag name="RUNTIME_ID" val="2f97330b-0f7e-4d08-b4be-19ada07e7333"/>
</p:tagLst>
</file>

<file path=ppt/tags/tag62.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MAAAAAAAAAAwAAAAMAAAAA/////wUA/gsAAAAAAAAAAAAAIAD///////////////8AAAD///////////////8DAAAAAgD///////8DAAAABAD///////8DAAAABAD///////////////////////////////////////////////////////////////////////////////////////////////////////////////////////////////////////////////////////////////////////////////////////////////////////////////////////////////////////////////////////////////////////////////////////////////////////////////////////////////////////////////////////////////////////////////////////////////////////////////////////////////////////////////////////////////////////////////8BACAA////////////////AAAO////////AwAAAAMA////////////////////////////////////////////////////////////////////////////////////////////////////////////////////////////////////////////////////////////////////////////////////////////////////////////////////////////////////////////////////////////////////////////////////////////////////////////////////////////////////////////////////////////////////////////////////////////////////////////////////////////////////////////////////////////////////////////////////////////////////////////////////////AgABAP///////wUAAAACABAAC2HeVgkPXt9IkzflnOawVY8EAAAAAAADAAAAAAADAAAABAADAAEA////////BQAAAAMAEAAL35jPyQpxwEqKyjWFvGzNfAQAAAABAAMAAAAEAAMAAAABAAQAAwD///////8FAAAABAAQAAv/0H5nhDU7Radp92XAtdlABAAAAAIAAwAAAAIAAwAAAAM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Yd5WCQ9e30iTN+Wc5rBVjwREYXRhAAUAAAAAAk5hbWUADQAAAExpbmtEYXRhTGlzdAAQVmVyc2lvbgABAAAACUxhc3RXcml0ZQAWcW45lgEAAAABAP////9hAGEAAAAFX2lkABAAAAAE35jPyQpxwEqKyjWFvGzNfAREYXRhAAUAAAAAAk5hbWUADQAAAExpbmtEYXRhTGlzdAAQVmVyc2lvbgAAAAAACUxhc3RXcml0ZQAWcW45lgEAAAACAP////9wAHAAAAAFX2lkABAAAAAE/9B+Z4Q1O0WnafdlwLXZQANEYXRhABYAAAACUGVyc29uYWxJZAABAAAAAAACTmFtZQALAAAAUGVyc29uYWxJZAAQVmVyc2lvbgAAAAAACUxhc3RXcml0ZQA1cW45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3170614446669"/>
  <p:tag name="EMPOWERCHARTSPROPERTIES_B_LENGTH" val="24576"/>
  <p:tag name="DOWN_MIGRATION_INITIAL_LAYOUT_REQUIRED" val="9.2.99"/>
  <p:tag name="RUNTIME_ID" val="d97ac982-4a9d-4a8c-8b6c-0cace08bd1ac"/>
</p:tagLst>
</file>

<file path=ppt/tags/tag63.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MBAQEBAQEBAQEBAQEBAQMAAAAAAAAAAwAAAAMAAAAA/////wUA5gsAAAAAAAAAAAAAIAD///////////////8AAAD///////////////8DAAAAAgD///////8DAAAAAgD///////8DAAAAAwD///////////////////////////////////////////////////////////////////////////////////////////////////////////////////////////////////////////////////////////////////////////////////////////////////////////////////////////////////////////////////////////////////////////////////////////////////////////////////////////////////////////////////////////////////////////////////////////////////////////////////////////////////////////////////////////////////////////////8BACAA////////////////AAAO////////AwAAAAQA////////////////////////////////////////////////////////////////////////////////////////////////////////////////////////////////////////////////////////////////////////////////////////////////////////////////////////////////////////////////////////////////////////////////////////////////////////////////////////////////////////////////////////////////////////////////////////////////////////////////////////////////////////////////////////////////////////////////////////////////////////////////////////AgACAP///////wUAAAACABAAC/cwSAW9jcRGtlDmy4fUN58EAAAAAAADAAAAAAADAAAAAwADAAAAAAADAAAAAwADAAMA////////BQAAAAMAEAAL2y/2tR6pPkSMY4GxXBiAsQQAAAABAAMAAAACAAMAAAAEAAMAAAACAAMAAAAEAAMAAAAAAP///////wQAAgD///////8FAAAABAAQAAsDePHBF6avT7pkhpSQcKgj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9zBIBb2NxEa2UObLh9Q3nwREYXRhAAUAAAAAAk5hbWUADQAAAExpbmtEYXRhTGlzdAAQVmVyc2lvbgAAAAAACUxhc3RXcml0ZQB09sA5lgEAAAABAP////9hAGEAAAAFX2lkABAAAAAE2y/2tR6pPkSMY4GxXBiAsQREYXRhAAUAAAAAAk5hbWUADQAAAExpbmtEYXRhTGlzdAAQVmVyc2lvbgABAAAACUxhc3RXcml0ZQB19sA5lgEAAAACAP////9wAHAAAAAFX2lkABAAAAAEA3jxwRemr0+6ZIaUkHCoIwNEYXRhABYAAAACUGVyc29uYWxJZAABAAAAAAACTmFtZQALAAAAUGVyc29uYWxJZAAQVmVyc2lvbgAAAAAACUxhc3RXcml0ZQCL9sA5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CAP///////wUAAAADAP///////////////////////////////////////////////////////////////////////////////////////////////////////////////////////////////////////////////////////////////////////////////////////////////////////////////////////////////////////////////////////////////////////////////////////////////////////////////////////////////////////////////////////////////////////////////////////////////////////////////////////////////////////////////////////////////////////////////wEAIAH///////////////8AAA7///////8FAAAABAD///////////////////////////////////////////////////////////////////////////////////////////////////////////////////////////////////////////////////////////////////////////////////////////////////////////////////////////////////////////////////////////////////////////////////////////////////////////////////////////////////////////////////////////////////////////////////////////////////////////////////////////////////////////////////////////////////////////////////////////////////////////////////////8CAAIBAwAAAAIA////////DgAGTGlua0RhdGFMaXN0XzAEAAAAAAAFAAAAAAAFAAAAAwAFAAAAAAAFAAAAAwADAAMBAwAAAAMA////////DgAGTGlua0RhdGFMaXN0XzEEAAAAAQAFAAAAAgAFAAAABAAFAAAAAg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3224695311309"/>
  <p:tag name="EMPOWERCHARTSPROPERTIES_B_LENGTH" val="24576"/>
  <p:tag name="DOWN_MIGRATION_INITIAL_LAYOUT_REQUIRED" val="9.2.99"/>
  <p:tag name="RUNTIME_ID" val="fc2f1ec4-9ac5-42ce-bfb4-ddbe32c16355"/>
</p:tagLst>
</file>

<file path=ppt/tags/tag64.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IBAQEBAQEBAQEBAQEBAQMAAAAAAAAAAwAAAAMAAAAA/////wUAFgwAAAAAAAAAAAAAIAD///////////////8AAAD///////////////8DAAAAAgD///////////////////////////////////////////////////////////////////////////////////////////////////////////////////////////////////////////////////////////////////////////////////////////////////////////////////////////////////////////////////////////////////////////////////////////////////////////////////////////////////////////////////////////////////////////////////////////////////////////////////////////////////////////////////////////////////////////////////////////////////////////////8BACAA////////////////AAAO////////AwAAAAMA////////////////////////////////////////////////////////////////////////////////////////////////////////////////////////////////////////////////////////////////////////////////////////////////////////////////////////////////////////////////////////////////////////////////////////////////////////////////////////////////////////////////////////////////////////////////////////////////////////////////////////////////////////////////////////////////////////////////////////////////////////////////////////AgABAP///////wUAAAACABAACzEreorOHvRDm6DlZw2UoJIEAAAAAAADAAAAAAADAAAABAADAAEA////////BQAAAAMAEAALrJ0GyunzpUKXzXRvE70EVAQAAAABAAMAAAAEAAMAAAABAAQAAQD///////8FAAAABAAQAAsJnveMe2WaS70oAnw8GA6SBAAAAAIAAwAAAAI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MSt6is4e9EOboOVnDZSgkgREYXRhAAUAAAAAAk5hbWUADQAAAExpbmtEYXRhTGlzdAAQVmVyc2lvbgAAAAAACUxhc3RXcml0ZQCOaW45lgEAAAABAP////9hAGEAAAAFX2lkABAAAAAErJ0GyunzpUKXzXRvE70EVAREYXRhAAUAAAAAAk5hbWUADQAAAExpbmtEYXRhTGlzdAAQVmVyc2lvbgABAAAACUxhc3RXcml0ZQCOaW45lgEAAAACAP////9wAHAAAAAFX2lkABAAAAAECZ73jHtlmku9KAJ8PBgOkgNEYXRhABYAAAACUGVyc29uYWxJZAABAAAAAAACTmFtZQALAAAAUGVyc29uYWxJZAAQVmVyc2lvbgAAAAAACUxhc3RXcml0ZQCsaW45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SDAAAAAAAAAAAAAAgAf///////////////wAAAP///////////////wUAAAACAP///////wUAAAAEAP///////////////////////////////////////////////////////////////////////////////////////////////////////////////////////////////////////////////////////////////////////////////////////////////////////////////////////////////////////////////////////////////////////////////////////////////////////////////////////////////////////////////////////////////////////////////////////////////////////////////////////////////////////////////////////////////////////////////////////////////wEAIAH///////////////8AAA7///////8FAAAABAD///////////////////////////////////////////////////////////////////////////////////////////////////////////////////////////////////////////////////////////////////////////////////////////////////////////////////////////////////////////////////////////////////////////////////////////////////////////////////////////////////////////////////////////////////////////////////////////////////////////////////////////////////////////////////////////////////////////////////////////////////////////////////////8CAAEBAwAAAAIA////////DgAGTGlua0RhdGFMaXN0XzAEAAAAAAAFAAAAAAAFAAAAAwADAAEBAwAAAAMA////////DgAGTGlua0RhdGFMaXN0XzEEAAAAAQAFAAAAAgAFAAAABAAEAAIBAwAAAAQA////////DAAGUGVyc29uYWxJZF8wBAAAAAIABQAAAAMABQAAAAEAB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3170595166938"/>
  <p:tag name="EMPOWERCHARTSPROPERTIES_B_LENGTH" val="24576"/>
  <p:tag name="DOWN_MIGRATION_INITIAL_LAYOUT_REQUIRED" val="9.2.99"/>
  <p:tag name="RUNTIME_ID" val="b04528e7-4d3f-4aea-902c-750385f85660"/>
</p:tagLst>
</file>

<file path=ppt/tags/tag65.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EBAQEBAQEBAQEBAQEBAQMAAAAAAAAAAwAAAAMAAAAA/////wUA8gsAAAAAAAAAAAAAIAD///////////////8AAAD///////////////8DAAAAAgD///////8DAAAABAD///////8DAAAABAD///////8DAAAABAD///////////////////////////////////////////////////////////////////////////////////////////////////////////////////////////////////////////////////////////////////////////////////////////////////////////////////////////////////////////////////////////////////////////////////////////////////////////////////////////////////////////////////////////////////////////////////////////////////////////////////////////////////////////////////////////////8BACAA////////////////AAAO////////AwAAAAQA////////////////////////////////////////////////////////////////////////////////////////////////////////////////////////////////////////////////////////////////////////////////////////////////////////////////////////////////////////////////////////////////////////////////////////////////////////////////////////////////////////////////////////////////////////////////////////////////////////////////////////////////////////////////////////////////////////////////////////////////////////////////////////AgABAP///////wUAAAACABAAC2i28Q2Kc2pJsEuMmg5XUF8EAAAAAAADAAAAAAADAAAAAwADAAEA////////BQAAAAMAEAALDXh0kxRETUGBrkYhAgj4oQQAAAABAAMAAAACAAMAAAAEAAQABAD///////8FAAAABAAQAAuOdV77mBBUSoUXqnbNHjMmBAAAAAIAAwAAAAMAAwAAAAEAAwAAAAAA////////AwAAAAAA////////A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aLbxDYpzakmwS4yaDldQXwREYXRhAAUAAAAAAk5hbWUADQAAAExpbmtEYXRhTGlzdAAQVmVyc2lvbgABAAAACUxhc3RXcml0ZQDMaW45lgEAAAABAP////9hAGEAAAAFX2lkABAAAAAEDXh0kxRETUGBrkYhAgj4oQREYXRhAAUAAAAAAk5hbWUADQAAAExpbmtEYXRhTGlzdAAQVmVyc2lvbgAAAAAACUxhc3RXcml0ZQDMaW45lgEAAAACAP////9wAHAAAAAFX2lkABAAAAAEjnVe+5gQVEqFF6p2zR4zJgNEYXRhABYAAAACUGVyc29uYWxJZAABAAAAAAACTmFtZQALAAAAUGVyc29uYWxJZAAQVmVyc2lvbgAAAAAACUxhc3RXcml0ZQDzaW45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AeDAAAAAAAAAAAAAAgAf///////////////wAAAP///////////////wUAAAADAP///////////////////////////////////////////////////////////////////////////////////////////////////////////////////////////////////////////////////////////////////////////////////////////////////////////////////////////////////////////////////////////////////////////////////////////////////////////////////////////////////////////////////////////////////////////////////////////////////////////////////////////////////////////////////////////////////////////////////////////////////////////////wEAIAH///////////////8AAA7///////8FAAAABAD///////////////////////////////////////////////////////////////////////////////////////////////////////////////////////////////////////////////////////////////////////////////////////////////////////////////////////////////////////////////////////////////////////////////////////////////////////////////////////////////////////////////////////////////////////////////////////////////////////////////////////////////////////////////////////////////////////////////////////////////////////////////////////8CAAEBAwAAAAIA////////DgAGTGlua0RhdGFMaXN0XzEEAAAAAAAFAAAAAwAFAAAABAADAAEBAwAAAAMA////////DgAGTGlua0RhdGFMaXN0XzAEAAAAAQAFAAAAAAAFAAAAAgAEAAEBAwAAAAQA////////DAAGUGVyc29uYWxJZF8wBAAAAAIABQAAAAI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3170595903199"/>
  <p:tag name="EMPOWERCHARTSPROPERTIES_B_LENGTH" val="24576"/>
  <p:tag name="DOWN_MIGRATION_INITIAL_LAYOUT_REQUIRED" val="9.2.99"/>
  <p:tag name="RUNTIME_ID" val="af6a57d2-255e-4b9c-b6b2-a63c3b488f17"/>
</p:tagLst>
</file>

<file path=ppt/tags/tag66.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QUBAQEBAQEBAQEBAQEBAQMAAAAAAAAAAwAAAAMAAAAA/////wUAzgsAAAAAAAAAAAAAIAD///////////////8AAAD///////////////8DAAAAAgD///////8DAAAAAgD///////8DAAAAAgD///////8DAAAAAwD///////8DAAAAAwD///////////////////////////////////////////////////////////////////////////////////////////////////////////////////////////////////////////////////////////////////////////////////////////////////////////////////////////////////////////////////////////////////////////////////////////////////////////////////////////////////////////////////////////////////////////////////////////////////////////////////////////////////////////////8BACAA////////////////AAAO////////AwAAAAQA////////////////////////////////////////////////////////////////////////////////////////////////////////////////////////////////////////////////////////////////////////////////////////////////////////////////////////////////////////////////////////////////////////////////////////////////////////////////////////////////////////////////////////////////////////////////////////////////////////////////////////////////////////////////////////////////////////////////////////////////////////////////////////AgADAP///////wUAAAACABAAC1lyIGzYPOZJu5Ji8u8BpiUEAAAAAAADAAAAAAADAAAAAwADAAAAAAADAAAAAwADAAAAAAADAAAAAwADAAUA////////BQAAAAMAEAALVYGBk+uruUyOZJLNy9PyHgQAAAABAAMAAAACAAMAAAAEAAMAAAACAP///////wMAAAACAP///////wMAAAAAAP///////wMAAAAAAP///////wQAAQD///////8FAAAABAAQAAvrebWpgSknR47fQMfXotoQ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WXIgbNg85km7kmLy7wGmJQREYXRhAAUAAAAAAk5hbWUADQAAAExpbmtEYXRhTGlzdAAQVmVyc2lvbgABAAAACUxhc3RXcml0ZQBOoHQ5lgEAAAABAP////9hAGEAAAAFX2lkABAAAAAEVYGBk+uruUyOZJLNy9PyHgREYXRhAAUAAAAAAk5hbWUADQAAAExpbmtEYXRhTGlzdAAQVmVyc2lvbgAAAAAACUxhc3RXcml0ZQBNoHQ5lgEAAAACAP////9wAHAAAAAFX2lkABAAAAAE63m1qYEpJ0eO30DH16LaEANEYXRhABYAAAACUGVyc29uYWxJZAABAAAAAAACTmFtZQALAAAAUGVyc29uYWxJZAAQVmVyc2lvbgAAAAAACUxhc3RXcml0ZQBqoHQ5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KCwAAAAAAAAAAAAAgAf///////////////wAAAP///////////////wUAAAADAP///////wUAAAADAP///////wUAAAADAP///////wUAAAADAP///////wUAAAADAP///////////////////////////////////////////////////////////////////////////////////////////////////////////////////////////////////////////////////////////////////////////////////////////////////////////////////////////////////////////////////////////////////////////////////////////////////////////////////////////////////////////////////////////////////////////////////////////////////////////////////////////////////////////////wEAIAH///////////////8AAA7///////8FAAAABAD///////////////////////////////////////////////////////////////////////////////////////////////////////////////////////////////////////////////////////////////////////////////////////////////////////////////////////////////////////////////////////////////////////////////////////////////////////////////////////////////////////////////////////////////////////////////////////////////////////////////////////////////////////////////////////////////////////////////////////////////////////////////////////8CAAMBAwAAAAIA////////DgAGTGlua0RhdGFMaXN0XzEEAAAAAAAFAAAAAwAFAAAABAAFAAAAAwAFAAAABAAFAAAAAwD///////8DAAUBAwAAAAMA////////DgAGTGlua0RhdGFMaXN0XzAEAAAAAQAFAAAAAAAFAAAAAgAFAAAAAAAFAAAAAgAFAAAAAAAFAAAAAgAFAAAAAAD///////8FAAAAAAD///////8EAAIBAwAAAAQA////////DAAGUGVyc29uYWxJZF8wBAAAAAIABQAAAAIABQAAAAEABQ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03174667472174"/>
  <p:tag name="EMPOWERCHARTSPROPERTIES_B_LENGTH" val="24576"/>
  <p:tag name="DOWN_MIGRATION_INITIAL_LAYOUT_REQUIRED" val="9.2.99"/>
  <p:tag name="RUNTIME_ID" val="bdd9d8f1-8877-467d-a4ae-02324f14350f"/>
</p:tagLst>
</file>

<file path=ppt/tags/tag67.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zgsAAAAAAAAAAAAAIAD///////////////8AAAD///////////////8DAAAAAgD///////8DAAAAAwD///////8DAAAAAwD///////8DAAAAAwD///////////////////////////////////////////////////////////////////////////////////////////////////////////////////////////////////////////////////////////////////////////////////////////////////////////////////////////////////////////////////////////////////////////////////////////////////////////////////////////////////////////////////////////////////////////////////////////////////////////////////////////////////////////////////////////////8BACAA////////////////AAAO////////AwAAAAQA////////////////////////////////////////////////////////////////////////////////////////////////////////////////////////////////////////////////////////////////////////////////////////////////////////////////////////////////////////////////////////////////////////////////////////////////////////////////////////////////////////////////////////////////////////////////////////////////////////////////////////////////////////////////////////////////////////////////////////////////////////////////////////AgABAP///////wUAAAACABAAC5MqYJjn5xxDjNR3w//kBlYEAAAAAAADAAAAAAADAAAAAwADAAQA////////BQAAAAMAEAAL/GAHs58r60KkLVVULl1hZAQAAAABAAMAAAACAAMAAAAEAAMAAAAAAAMAAAAEAAMAAAAAAAMAAAAEAAMAAAAAAAMAAAAEAAQABAD///////8FAAAABAAQAAuHjQjhg0GnRr+TV0D/LdW4BAAAAAIAAwAAAAMAAwAAAAEAAwAAAAMA////////AwAAAAM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ypgmOfnHEOM1HfD/+QGVgREYXRhAAUAAAAAAk5hbWUADQAAAExpbmtEYXRhTGlzdAAQVmVyc2lvbgABAAAACUxhc3RXcml0ZQAcFMzOlgEAAAABAP////9hAGEAAAAFX2lkABAAAAAE/GAHs58r60KkLVVULl1hZAREYXRhAAUAAAAAAk5hbWUADQAAAExpbmtEYXRhTGlzdAAQVmVyc2lvbgAAAAAACUxhc3RXcml0ZQAbFMzOlgEAAAACAP////9wAHAAAAAFX2lkABAAAAAEh40I4YNBp0a/k1dA/y3VuANEYXRhABYAAAACUGVyc29uYWxJZAABAAAAAAACTmFtZQALAAAAUGVyc29uYWxJZAAQVmVyc2lvbgAAAAAACUxhc3RXcml0ZQBWFM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uCwAAAAAAAAAAAAAgAf///////////////wAAAP///////////////wUAAAADAP///////wUAAAADAP///////wUAAAADAP///////wUAAAADAP///////////////////////////////////////////////////////////////////////////////////////////////////////////////////////////////////////////////////////////////////////////////////////////////////////////////////////////////////////////////////////////////////////////////////////////////////////////////////////////////////////////////////////////////////////////////////////////////////////////////////////////////////////////////////////////////wEAIAH///////////////8AAA7///////8FAAAABAD///////////////////////////////////////////////////////////////////////////////////////////////////////////////////////////////////////////////////////////////////////////////////////////////////////////////////////////////////////////////////////////////////////////////////////////////////////////////////////////////////////////////////////////////////////////////////////////////////////////////////////////////////////////////////////////////////////////////////////////////////////////////////////8CAAEBAwAAAAIA////////DgAGTGlua0RhdGFMaXN0XzEEAAAAAAAFAAAAAwAFAAAABAADAAQBAwAAAAMA////////DgAGTGlua0RhdGFMaXN0XzAEAAAAAQAFAAAAAAAFAAAAAgAFAAAAAAAFAAAABAAFAAAAAAD///////8FAAAAAAD///////8EAAIBAwAAAAQA////////DAAGUGVyc29uYWxJZF8wBAAAAAIABQAAAAIABQAAAAEABQ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230032678400"/>
  <p:tag name="EMPOWERCHARTSPROPERTIES_B_LENGTH" val="24576"/>
  <p:tag name="DOWN_MIGRATION_INITIAL_LAYOUT_REQUIRED" val="9.2.99"/>
  <p:tag name="RUNTIME_ID" val="dc372a30-b8dc-46b7-ac28-57a04bf49d02"/>
</p:tagLst>
</file>

<file path=ppt/tags/tag68.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8gsAAAAAAAAAAAAAIAD///////////////8AAAD///////////////8DAAAAAgD///////8DAAAAAwD///////8DAAAAAwD///////8DAAAAAwD///////////////////////////////////////////////////////////////////////////////////////////////////////////////////////////////////////////////////////////////////////////////////////////////////////////////////////////////////////////////////////////////////////////////////////////////////////////////////////////////////////////////////////////////////////////////////////////////////////////////////////////////////////////////////////////////8BACAA////////////////AAAO////////AwAAAAQA////////////////////////////////////////////////////////////////////////////////////////////////////////////////////////////////////////////////////////////////////////////////////////////////////////////////////////////////////////////////////////////////////////////////////////////////////////////////////////////////////////////////////////////////////////////////////////////////////////////////////////////////////////////////////////////////////////////////////////////////////////////////////////AgABAP///////wUAAAACABAAC5AphYtGg7VLqTyrUDv5xR4EAAAAAAADAAAAAAADAAAAAwADAAQA////////BQAAAAMAEAALPKEvoFcdWUS3dMpYvwwXlgQAAAABAAMAAAACAAMAAAAEAAMAAAAAAP///////wMAAAAAAP///////wMAAAAAAP///////wQAAQD///////8FAAAABAAQAAu5ykH7O76ARZy+Zf55/6WR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CmFi0aDtUupPKtQO/nFHgREYXRhAAUAAAAAAk5hbWUADQAAAExpbmtEYXRhTGlzdAAQVmVyc2lvbgAAAAAACUxhc3RXcml0ZQAhEszOlgEAAAABAP////9hAGEAAAAFX2lkABAAAAAEPKEvoFcdWUS3dMpYvwwXlgREYXRhAAUAAAAAAk5hbWUADQAAAExpbmtEYXRhTGlzdAAQVmVyc2lvbgABAAAACUxhc3RXcml0ZQAiEszOlgEAAAACAP////9wAHAAAAAFX2lkABAAAAAEucpB+zu+gEWcvmX+ef+lkQNEYXRhABYAAAACUGVyc29uYWxJZAABAAAAAAACTmFtZQALAAAAUGVyc29uYWxJZAAQVmVyc2lvbgAAAAAACUxhc3RXcml0ZQBWEs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DAP///////wUAAAADAP///////wUAAAADAP///////////////////////////////////////////////////////////////////////////////////////////////////////////////////////////////////////////////////////////////////////////////////////////////////////////////////////////////////////////////////////////////////////////////////////////////////////////////////////////////////////////////////////////////////////////////////////////////////////////////////////////////////////////////////////////////wEAIAH///////////////8AAA7///////8FAAAABAD///////////////////////////////////////////////////////////////////////////////////////////////////////////////////////////////////////////////////////////////////////////////////////////////////////////////////////////////////////////////////////////////////////////////////////////////////////////////////////////////////////////////////////////////////////////////////////////////////////////////////////////////////////////////////////////////////////////////////////////////////////////////////////8CAAEBAwAAAAIA////////DgAGTGlua0RhdGFMaXN0XzAEAAAAAAAFAAAAAAAFAAAAAwADAAQBAwAAAAMA////////DgAGTGlua0RhdGFMaXN0XzEEAAAAAQAFAAAAAgAFAAAABAA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230027603081"/>
  <p:tag name="EMPOWERCHARTSPROPERTIES_B_LENGTH" val="24576"/>
  <p:tag name="DOWN_MIGRATION_INITIAL_LAYOUT_REQUIRED" val="9.2.99"/>
  <p:tag name="RUNTIME_ID" val="f9851afa-8d56-451d-ac6e-85a787c6117d"/>
</p:tagLst>
</file>

<file path=ppt/tags/tag69.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8gsAAAAAAAAAAAAAIAD///////////////8AAAD///////////////8DAAAAAgD///////8DAAAAAwD///////8DAAAAAwD///////8DAAAAAwD///////////////////////////////////////////////////////////////////////////////////////////////////////////////////////////////////////////////////////////////////////////////////////////////////////////////////////////////////////////////////////////////////////////////////////////////////////////////////////////////////////////////////////////////////////////////////////////////////////////////////////////////////////////////////////////////8BACAA////////////////AAAO////////AwAAAAQA////////////////////////////////////////////////////////////////////////////////////////////////////////////////////////////////////////////////////////////////////////////////////////////////////////////////////////////////////////////////////////////////////////////////////////////////////////////////////////////////////////////////////////////////////////////////////////////////////////////////////////////////////////////////////////////////////////////////////////////////////////////////////////AgABAP///////wUAAAACABAAC5AphYtGg7VLqTyrUDv5xR4EAAAAAAADAAAAAAADAAAAAwADAAQA////////BQAAAAMAEAALPKEvoFcdWUS3dMpYvwwXlgQAAAABAAMAAAACAAMAAAAEAAMAAAAAAP///////wMAAAAAAP///////wMAAAAAAP///////wQAAQD///////8FAAAABAAQAAu5ykH7O76ARZy+Zf55/6WR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CmFi0aDtUupPKtQO/nFHgREYXRhAAUAAAAAAk5hbWUADQAAAExpbmtEYXRhTGlzdAAQVmVyc2lvbgAAAAAACUxhc3RXcml0ZQAhEszOlgEAAAABAP////9hAGEAAAAFX2lkABAAAAAEPKEvoFcdWUS3dMpYvwwXlgREYXRhAAUAAAAAAk5hbWUADQAAAExpbmtEYXRhTGlzdAAQVmVyc2lvbgABAAAACUxhc3RXcml0ZQAiEszOlgEAAAACAP////9wAHAAAAAFX2lkABAAAAAEucpB+zu+gEWcvmX+ef+lkQNEYXRhABYAAAACUGVyc29uYWxJZAABAAAAAAACTmFtZQALAAAAUGVyc29uYWxJZAAQVmVyc2lvbgAAAAAACUxhc3RXcml0ZQBWEs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DAP///////wUAAAADAP///////wUAAAADAP///////////////////////////////////////////////////////////////////////////////////////////////////////////////////////////////////////////////////////////////////////////////////////////////////////////////////////////////////////////////////////////////////////////////////////////////////////////////////////////////////////////////////////////////////////////////////////////////////////////////////////////////////////////////////////////////wEAIAH///////////////8AAA7///////8FAAAABAD///////////////////////////////////////////////////////////////////////////////////////////////////////////////////////////////////////////////////////////////////////////////////////////////////////////////////////////////////////////////////////////////////////////////////////////////////////////////////////////////////////////////////////////////////////////////////////////////////////////////////////////////////////////////////////////////////////////////////////////////////////////////////////8CAAEBAwAAAAIA////////DgAGTGlua0RhdGFMaXN0XzAEAAAAAAAFAAAAAAAFAAAAAwADAAQBAwAAAAMA////////DgAGTGlua0RhdGFMaXN0XzEEAAAAAQAFAAAAAgAFAAAABAA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230027603081"/>
  <p:tag name="EMPOWERCHARTSPROPERTIES_B_LENGTH" val="24576"/>
  <p:tag name="DOWN_MIGRATION_INITIAL_LAYOUT_REQUIRED" val="9.2.99"/>
  <p:tag name="RUNTIME_ID" val="13d3f674-dbb2-4e37-9bf0-eb02994c0086"/>
</p:tagLst>
</file>

<file path=ppt/tags/tag70.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8gsAAAAAAAAAAAAAIAD///////////////8AAAD///////////////8DAAAAAgD///////8DAAAAAwD///////8DAAAAAwD///////8DAAAAAwD///////////////////////////////////////////////////////////////////////////////////////////////////////////////////////////////////////////////////////////////////////////////////////////////////////////////////////////////////////////////////////////////////////////////////////////////////////////////////////////////////////////////////////////////////////////////////////////////////////////////////////////////////////////////////////////////8BACAA////////////////AAAO////////AwAAAAQA////////////////////////////////////////////////////////////////////////////////////////////////////////////////////////////////////////////////////////////////////////////////////////////////////////////////////////////////////////////////////////////////////////////////////////////////////////////////////////////////////////////////////////////////////////////////////////////////////////////////////////////////////////////////////////////////////////////////////////////////////////////////////////AgABAP///////wUAAAACABAAC5AphYtGg7VLqTyrUDv5xR4EAAAAAAADAAAAAAADAAAAAwADAAQA////////BQAAAAMAEAALPKEvoFcdWUS3dMpYvwwXlgQAAAABAAMAAAACAAMAAAAEAAMAAAAAAP///////wMAAAAAAP///////wMAAAAAAP///////wQAAQD///////8FAAAABAAQAAu5ykH7O76ARZy+Zf55/6WR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CmFi0aDtUupPKtQO/nFHgREYXRhAAUAAAAAAk5hbWUADQAAAExpbmtEYXRhTGlzdAAQVmVyc2lvbgAAAAAACUxhc3RXcml0ZQAhEszOlgEAAAABAP////9hAGEAAAAFX2lkABAAAAAEPKEvoFcdWUS3dMpYvwwXlgREYXRhAAUAAAAAAk5hbWUADQAAAExpbmtEYXRhTGlzdAAQVmVyc2lvbgABAAAACUxhc3RXcml0ZQAiEszOlgEAAAACAP////9wAHAAAAAFX2lkABAAAAAEucpB+zu+gEWcvmX+ef+lkQNEYXRhABYAAAACUGVyc29uYWxJZAABAAAAAAACTmFtZQALAAAAUGVyc29uYWxJZAAQVmVyc2lvbgAAAAAACUxhc3RXcml0ZQBWEs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DAP///////wUAAAADAP///////wUAAAADAP///////////////////////////////////////////////////////////////////////////////////////////////////////////////////////////////////////////////////////////////////////////////////////////////////////////////////////////////////////////////////////////////////////////////////////////////////////////////////////////////////////////////////////////////////////////////////////////////////////////////////////////////////////////////////////////////wEAIAH///////////////8AAA7///////8FAAAABAD///////////////////////////////////////////////////////////////////////////////////////////////////////////////////////////////////////////////////////////////////////////////////////////////////////////////////////////////////////////////////////////////////////////////////////////////////////////////////////////////////////////////////////////////////////////////////////////////////////////////////////////////////////////////////////////////////////////////////////////////////////////////////////8CAAEBAwAAAAIA////////DgAGTGlua0RhdGFMaXN0XzAEAAAAAAAFAAAAAAAFAAAAAwADAAQBAwAAAAMA////////DgAGTGlua0RhdGFMaXN0XzEEAAAAAQAFAAAAAgAFAAAABAA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230027603081"/>
  <p:tag name="EMPOWERCHARTSPROPERTIES_B_LENGTH" val="24576"/>
  <p:tag name="DOWN_MIGRATION_INITIAL_LAYOUT_REQUIRED" val="9.2.99"/>
  <p:tag name="RUNTIME_ID" val="f64c7f5c-2483-4fca-9392-6dc1d182981d"/>
</p:tagLst>
</file>

<file path=ppt/tags/tag71.xml><?xml version="1.0" encoding="utf-8"?>
<p:tagLst xmlns:a="http://schemas.openxmlformats.org/drawingml/2006/main" xmlns:r="http://schemas.openxmlformats.org/officeDocument/2006/relationships" xmlns:p="http://schemas.openxmlformats.org/presentationml/2006/main">
  <p:tag name="EMPOWERCHARTSPROPERTIES_B_0" val="AAAAAAH//////////wEAAAAAAAAAAAAAACoqIFRoaXMgaXMgYSBMaXRlREIgZmlsZSAqKgcF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BAQBAQEBAQEBAQEBAQEBAQMAAAAAAAAAAwAAAAMAAAAA/////wUA8gsAAAAAAAAAAAAAIAD///////////////8AAAD///////////////8DAAAAAgD///////8DAAAAAwD///////8DAAAAAwD///////8DAAAAAwD///////////////////////////////////////////////////////////////////////////////////////////////////////////////////////////////////////////////////////////////////////////////////////////////////////////////////////////////////////////////////////////////////////////////////////////////////////////////////////////////////////////////////////////////////////////////////////////////////////////////////////////////////////////////////////////////8BACAA////////////////AAAO////////AwAAAAQA////////////////////////////////////////////////////////////////////////////////////////////////////////////////////////////////////////////////////////////////////////////////////////////////////////////////////////////////////////////////////////////////////////////////////////////////////////////////////////////////////////////////////////////////////////////////////////////////////////////////////////////////////////////////////////////////////////////////////////////////////////////////////////AgABAP///////wUAAAACABAAC5AphYtGg7VLqTyrUDv5xR4EAAAAAAADAAAAAAADAAAAAwADAAQA////////BQAAAAMAEAALPKEvoFcdWUS3dMpYvwwXlgQAAAABAAMAAAACAAMAAAAEAAMAAAAAAP///////wMAAAAAAP///////wMAAAAAAP///////wQAAQD///////8FAAAABAAQAAu5ykH7O76ARZy+Zf55/6WR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J0OAAAAAAAAAAAAAP////9hAGEAAAAFX2lkABAAAAAEkCmFi0aDtUupPKtQO/nFHgREYXRhAAUAAAAAAk5hbWUADQAAAExpbmtEYXRhTGlzdAAQVmVyc2lvbgAAAAAACUxhc3RXcml0ZQAhEszOlgEAAAABAP////9hAGEAAAAFX2lkABAAAAAEPKEvoFcdWUS3dMpYvwwXlgREYXRhAAUAAAAAAk5hbWUADQAAAExpbmtEYXRhTGlzdAAQVmVyc2lvbgABAAAACUxhc3RXcml0ZQAiEszOlgEAAAACAP////9wAHAAAAAFX2lkABAAAAAEucpB+zu+gEWcvmX+ef+lkQNEYXRhABYAAAACUGVyc29uYWxJZAABAAAAAAACTmFtZQALAAAAUGVyc29uYWxJZAAQVmVyc2lvbgAAAAAACUxhc3RXcml0ZQBWEszOlg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6CwAAAAAAAAAAAAAgAf///////////////wAAAP///////////////wUAAAACAP///////wUAAAADAP///////wUAAAADAP///////wUAAAADAP///////////////////////////////////////////////////////////////////////////////////////////////////////////////////////////////////////////////////////////////////////////////////////////////////////////////////////////////////////////////////////////////////////////////////////////////////////////////////////////////////////////////////////////////////////////////////////////////////////////////////////////////////////////////////////////////wEAIAH///////////////8AAA7///////8FAAAABAD///////////////////////////////////////////////////////////////////////////////////////////////////////////////////////////////////////////////////////////////////////////////////////////////////////////////////////////////////////////////////////////////////////////////////////////////////////////////////////////////////////////////////////////////////////////////////////////////////////////////////////////////////////////////////////////////////////////////////////////////////////////////////////8CAAEBAwAAAAIA////////DgAGTGlua0RhdGFMaXN0XzAEAAAAAAAFAAAAAAAFAAAAAwADAAQBAwAAAAMA////////DgAGTGlua0RhdGFMaXN0XzEEAAAAAQAFAAAAAgAFAAAABAAFAAAAAAD///////8FAAAAAAD///////8FAAAAAAD///////8EAAEBAwAAAAQA////////DAAGUGVyc29uYWxJZF8wBAAAAAIABQAAAAMABQ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B"/>
  <p:tag name="EMPOWERCHARTSPROPERTIES_LASTWRITEDATE" val="638828230027603081"/>
  <p:tag name="EMPOWERCHARTSPROPERTIES_B_LENGTH" val="24576"/>
  <p:tag name="DOWN_MIGRATION_INITIAL_LAYOUT_REQUIRED" val="9.2.99"/>
  <p:tag name="RUNTIME_ID" val="49b7315e-c9cb-441c-a3b0-8316ee36efd1"/>
</p:tagLst>
</file>

<file path=ppt/theme/theme1.xml><?xml version="1.0" encoding="utf-8"?>
<a:theme xmlns:a="http://schemas.openxmlformats.org/drawingml/2006/main" name="ECSTRA">
  <a:themeElements>
    <a:clrScheme name="ECSTRA">
      <a:dk1>
        <a:srgbClr val="02478E"/>
      </a:dk1>
      <a:lt1>
        <a:srgbClr val="FFFFFF"/>
      </a:lt1>
      <a:dk2>
        <a:srgbClr val="02478E"/>
      </a:dk2>
      <a:lt2>
        <a:srgbClr val="000000"/>
      </a:lt2>
      <a:accent1>
        <a:srgbClr val="C00000"/>
      </a:accent1>
      <a:accent2>
        <a:srgbClr val="EFB435"/>
      </a:accent2>
      <a:accent3>
        <a:srgbClr val="4C4646"/>
      </a:accent3>
      <a:accent4>
        <a:srgbClr val="009999"/>
      </a:accent4>
      <a:accent5>
        <a:srgbClr val="EC6602"/>
      </a:accent5>
      <a:accent6>
        <a:srgbClr val="FFFF00"/>
      </a:accent6>
      <a:hlink>
        <a:srgbClr val="000000"/>
      </a:hlink>
      <a:folHlink>
        <a:srgbClr val="7F7F7F"/>
      </a:folHlink>
    </a:clrScheme>
    <a:fontScheme name="ECSTRA">
      <a:majorFont>
        <a:latin typeface="Calibri"/>
        <a:ea typeface=""/>
        <a:cs typeface=""/>
      </a:majorFont>
      <a:minorFont>
        <a:latin typeface="Calibr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tx1"/>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a:defPPr>
      </a:lstStyle>
    </a:txDef>
  </a:objectDefaults>
  <a:extraClrSchemeLst/>
  <a:custClrLst>
    <a:custClr name="Siemens Petrol 100%">
      <a:srgbClr val="009999"/>
    </a:custClr>
    <a:custClr name="Healthy Orange 100%">
      <a:srgbClr val="EC6602"/>
    </a:custClr>
    <a:custClr name="Blushing Berry 100%">
      <a:srgbClr val="7A162D"/>
    </a:custClr>
    <a:custClr name="SH Red 100%">
      <a:srgbClr val="E7001D"/>
    </a:custClr>
    <a:custClr name="SH Yellow 100%">
      <a:srgbClr val="FFD200"/>
    </a:custClr>
    <a:custClr name="SH Cyan 100%">
      <a:srgbClr val="3ABFED"/>
    </a:custClr>
    <a:custClr name="SH Blue 100%">
      <a:srgbClr val="2B2483"/>
    </a:custClr>
    <a:custClr name="SH Green 100%">
      <a:srgbClr val="009A38"/>
    </a:custClr>
    <a:custClr name="SH Black 100%">
      <a:srgbClr val="1B1B1B"/>
    </a:custClr>
    <a:custClr name="White">
      <a:srgbClr val="FFFFFF"/>
    </a:custClr>
    <a:custClr name="Siemens Petrol  50%">
      <a:srgbClr val="87D2D2"/>
    </a:custClr>
    <a:custClr name="Healthy Orange  50%">
      <a:srgbClr val="F9B591"/>
    </a:custClr>
    <a:custClr name="Blushing Berry  50%">
      <a:srgbClr val="C69B9E"/>
    </a:custClr>
    <a:custClr name="SH Red  50%">
      <a:srgbClr val="F3808E"/>
    </a:custClr>
    <a:custClr name="SH Yellow  50%">
      <a:srgbClr val="FFE980"/>
    </a:custClr>
    <a:custClr name="SH Cyan  50%">
      <a:srgbClr val="9DDFF6"/>
    </a:custClr>
    <a:custClr name="SH Blue  50%">
      <a:srgbClr val="9592C1"/>
    </a:custClr>
    <a:custClr name="SH Green  50%">
      <a:srgbClr val="80CC9C"/>
    </a:custClr>
    <a:custClr name="SH Black  75%">
      <a:srgbClr val="929292"/>
    </a:custClr>
    <a:custClr name="White">
      <a:srgbClr val="FFFFFF"/>
    </a:custClr>
    <a:custClr name="Siemens Petrol  25%">
      <a:srgbClr val="C8E6E6"/>
    </a:custClr>
    <a:custClr name="Healthy Orange  25%">
      <a:srgbClr val="FDDDCB"/>
    </a:custClr>
    <a:custClr name="Blushing Berry  25%">
      <a:srgbClr val="E9D1D4"/>
    </a:custClr>
    <a:custClr name="SH Red  25%">
      <a:srgbClr val="F9BFC7"/>
    </a:custClr>
    <a:custClr name="SH Yellow  25%">
      <a:srgbClr val="FFF3BF"/>
    </a:custClr>
    <a:custClr name="SH Cyan  25%">
      <a:srgbClr val="CEEFFB"/>
    </a:custClr>
    <a:custClr name="SH Blue  25%">
      <a:srgbClr val="CAC8E0"/>
    </a:custClr>
    <a:custClr name="SH Green  25%">
      <a:srgbClr val="BFE6CD"/>
    </a:custClr>
    <a:custClr name="SH Black  50%">
      <a:srgbClr val="B7B7B7"/>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H Black  25%">
      <a:srgbClr val="D0D0D0"/>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H Black  10%">
      <a:srgbClr val="ECECEC"/>
    </a:custClr>
    <a:custClr name="White">
      <a:srgbClr val="FFFFFF"/>
    </a:custClr>
  </a:custClrLst>
  <a:extLst>
    <a:ext uri="{05A4C25C-085E-4340-85A3-A5531E510DB2}">
      <thm15:themeFamily xmlns:thm15="http://schemas.microsoft.com/office/thememl/2012/main" name="ECSTRA template.potx" id="{D2C0BF0B-C402-4FC5-A1C9-56C68119C362}" vid="{92D2062D-C94F-40BC-9187-7FB78D615983}"/>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ae01123-48ac-4ab3-b2d1-bb1b168d2dab" xsi:nil="true"/>
    <lcf76f155ced4ddcb4097134ff3c332f xmlns="445fc368-7759-472a-8260-81b8d40f207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8517E3FE82DD3499DDAF019839E4F07" ma:contentTypeVersion="16" ma:contentTypeDescription="Create a new document." ma:contentTypeScope="" ma:versionID="b87928182c90fb822decefe9aad4a2d9">
  <xsd:schema xmlns:xsd="http://www.w3.org/2001/XMLSchema" xmlns:xs="http://www.w3.org/2001/XMLSchema" xmlns:p="http://schemas.microsoft.com/office/2006/metadata/properties" xmlns:ns2="445fc368-7759-472a-8260-81b8d40f207f" xmlns:ns3="4ae01123-48ac-4ab3-b2d1-bb1b168d2dab" targetNamespace="http://schemas.microsoft.com/office/2006/metadata/properties" ma:root="true" ma:fieldsID="68cb4ba0af8ba26da5b60215354ace55" ns2:_="" ns3:_="">
    <xsd:import namespace="445fc368-7759-472a-8260-81b8d40f207f"/>
    <xsd:import namespace="4ae01123-48ac-4ab3-b2d1-bb1b168d2da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5fc368-7759-472a-8260-81b8d40f20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a3e8f82-da09-4279-aed2-eee19e49ff2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ae01123-48ac-4ab3-b2d1-bb1b168d2da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eca7e90f-b711-4a85-acd7-9c8ff9d9cd0f}" ma:internalName="TaxCatchAll" ma:showField="CatchAllData" ma:web="4ae01123-48ac-4ab3-b2d1-bb1b168d2d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469AAC-D6EC-4AEC-9BA0-EA81176E3267}">
  <ds:schemaRefs>
    <ds:schemaRef ds:uri="http://schemas.microsoft.com/office/2006/metadata/properties"/>
    <ds:schemaRef ds:uri="http://schemas.microsoft.com/office/infopath/2007/PartnerControls"/>
    <ds:schemaRef ds:uri="4ae01123-48ac-4ab3-b2d1-bb1b168d2dab"/>
    <ds:schemaRef ds:uri="445fc368-7759-472a-8260-81b8d40f207f"/>
  </ds:schemaRefs>
</ds:datastoreItem>
</file>

<file path=customXml/itemProps2.xml><?xml version="1.0" encoding="utf-8"?>
<ds:datastoreItem xmlns:ds="http://schemas.openxmlformats.org/officeDocument/2006/customXml" ds:itemID="{AF25B78E-75E8-4396-A45C-F58F8B34CA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5fc368-7759-472a-8260-81b8d40f207f"/>
    <ds:schemaRef ds:uri="4ae01123-48ac-4ab3-b2d1-bb1b168d2d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3055E4B-7CDC-4C8F-9C37-358306D6764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ECSTRA template</Template>
  <TotalTime>4897</TotalTime>
  <Words>947</Words>
  <Application>Microsoft Office PowerPoint</Application>
  <PresentationFormat>Widescreen</PresentationFormat>
  <Paragraphs>157</Paragraphs>
  <Slides>16</Slides>
  <Notes>0</Notes>
  <HiddenSlides>8</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SH-Bree-Text Global Light</vt:lpstr>
      <vt:lpstr>ECSTRA</vt:lpstr>
      <vt:lpstr>PowerPoint Presentation</vt:lpstr>
      <vt:lpstr>Table of contents</vt:lpstr>
      <vt:lpstr>Era’s Center for Start-Up Training, Research and Acceleration</vt:lpstr>
      <vt:lpstr>We have build a thriving ecosystem that empowers solutions for better care and learning</vt:lpstr>
      <vt:lpstr>Empowering innovators with training, clinical exposure and collaborative support for developing impactful healthcare solutions</vt:lpstr>
      <vt:lpstr>Our programs &amp; trainings</vt:lpstr>
      <vt:lpstr>We are continuously expanding our partner ecosystem</vt:lpstr>
      <vt:lpstr>Contact Us!</vt:lpstr>
      <vt:lpstr>Era’s Center for Start-Up Training, Research and Acceleration</vt:lpstr>
      <vt:lpstr>Era’s Center for Start-Up Training, Research and Acceleration</vt:lpstr>
      <vt:lpstr>We have build a thriving ecosystem that empowers solutions for better care and learning</vt:lpstr>
      <vt:lpstr>Empowering innovators with training, clinical exposure and collaborative support for developing impactful healthcare solutions</vt:lpstr>
      <vt:lpstr>PowerPoint Presentation</vt:lpstr>
      <vt:lpstr>Empowering innovators with training, clinical exposure and collaborative support for developing impactful healthcare solutions</vt:lpstr>
      <vt:lpstr>Our programs &amp; trainings</vt:lpstr>
      <vt:lpstr>Our programs &amp; trainings</vt:lpstr>
    </vt:vector>
  </TitlesOfParts>
  <Company>Siemens Healthineers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Naqvi, Abbas</dc:creator>
  <cp:lastModifiedBy>Naqvi, Abbas</cp:lastModifiedBy>
  <cp:revision>3</cp:revision>
  <dcterms:created xsi:type="dcterms:W3CDTF">2025-05-21T06:13:13Z</dcterms:created>
  <dcterms:modified xsi:type="dcterms:W3CDTF">2025-06-19T07:33:41Z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f6dbec8-95a8-4638-9f5f-bd076536645c_Enabled">
    <vt:lpwstr>true</vt:lpwstr>
  </property>
  <property fmtid="{D5CDD505-2E9C-101B-9397-08002B2CF9AE}" pid="3" name="MSIP_Label_ff6dbec8-95a8-4638-9f5f-bd076536645c_SetDate">
    <vt:lpwstr>2025-05-19T13:12:11Z</vt:lpwstr>
  </property>
  <property fmtid="{D5CDD505-2E9C-101B-9397-08002B2CF9AE}" pid="4" name="MSIP_Label_ff6dbec8-95a8-4638-9f5f-bd076536645c_Method">
    <vt:lpwstr>Standard</vt:lpwstr>
  </property>
  <property fmtid="{D5CDD505-2E9C-101B-9397-08002B2CF9AE}" pid="5" name="MSIP_Label_ff6dbec8-95a8-4638-9f5f-bd076536645c_Name">
    <vt:lpwstr>Restricted - Default</vt:lpwstr>
  </property>
  <property fmtid="{D5CDD505-2E9C-101B-9397-08002B2CF9AE}" pid="6" name="MSIP_Label_ff6dbec8-95a8-4638-9f5f-bd076536645c_SiteId">
    <vt:lpwstr>5dbf1add-202a-4b8d-815b-bf0fb024e033</vt:lpwstr>
  </property>
  <property fmtid="{D5CDD505-2E9C-101B-9397-08002B2CF9AE}" pid="7" name="MSIP_Label_ff6dbec8-95a8-4638-9f5f-bd076536645c_ActionId">
    <vt:lpwstr>f6c8148b-1662-4ba1-86c1-c03a4704cedb</vt:lpwstr>
  </property>
  <property fmtid="{D5CDD505-2E9C-101B-9397-08002B2CF9AE}" pid="8" name="MSIP_Label_ff6dbec8-95a8-4638-9f5f-bd076536645c_ContentBits">
    <vt:lpwstr>0</vt:lpwstr>
  </property>
  <property fmtid="{D5CDD505-2E9C-101B-9397-08002B2CF9AE}" pid="9" name="ContentTypeId">
    <vt:lpwstr>0x01010078517E3FE82DD3499DDAF019839E4F07</vt:lpwstr>
  </property>
  <property fmtid="{D5CDD505-2E9C-101B-9397-08002B2CF9AE}" pid="10" name="MediaServiceImageTags">
    <vt:lpwstr/>
  </property>
</Properties>
</file>